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71.xml"/>
  <Override ContentType="application/vnd.openxmlformats-officedocument.presentationml.slideLayout+xml" PartName="/ppt/slideLayouts/slideLayout129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137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163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153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145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165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178.xml"/>
  <Override ContentType="application/vnd.openxmlformats-officedocument.presentationml.slideLayout+xml" PartName="/ppt/slideLayouts/slideLayout135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47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8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151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59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150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33.xml"/>
  <Override ContentType="application/vnd.openxmlformats-officedocument.presentationml.slideLayout+xml" PartName="/ppt/slideLayouts/slideLayout176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66.xml"/>
  <Override ContentType="application/vnd.openxmlformats-officedocument.presentationml.slideLayout+xml" PartName="/ppt/slideLayouts/slideLayout140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149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157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74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144.xml"/>
  <Override ContentType="application/vnd.openxmlformats-officedocument.presentationml.slideLayout+xml" PartName="/ppt/slideLayouts/slideLayout131.xml"/>
  <Override ContentType="application/vnd.openxmlformats-officedocument.presentationml.slideLayout+xml" PartName="/ppt/slideLayouts/slideLayout161.xml"/>
  <Override ContentType="application/vnd.openxmlformats-officedocument.presentationml.slideLayout+xml" PartName="/ppt/slideLayouts/slideLayout172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155.xml"/>
  <Override ContentType="application/vnd.openxmlformats-officedocument.presentationml.slideLayout+xml" PartName="/ppt/slideLayouts/slideLayout142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168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138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146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54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128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170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80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162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179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136.xml"/>
  <Override ContentType="application/vnd.openxmlformats-officedocument.presentationml.slideLayout+xml" PartName="/ppt/slideLayouts/slideLayout152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14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177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34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164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14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167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158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32.xml"/>
  <Override ContentType="application/vnd.openxmlformats-officedocument.presentationml.slideLayout+xml" PartName="/ppt/slideLayouts/slideLayout175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130.xml"/>
  <Override ContentType="application/vnd.openxmlformats-officedocument.presentationml.slideLayout+xml" PartName="/ppt/slideLayouts/slideLayout143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39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169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56.xml"/>
  <Override ContentType="application/vnd.openxmlformats-officedocument.presentationml.slideLayout+xml" PartName="/ppt/slideLayouts/slideLayout173.xml"/>
  <Override ContentType="application/vnd.openxmlformats-officedocument.presentationml.slideLayout+xml" PartName="/ppt/slideLayouts/slideLayout160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6.xml"/>
  <Override ContentType="application/vnd.openxmlformats-officedocument.presentationml.slideMaster+xml" PartName="/ppt/slideMasters/slideMaster5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7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829" r:id="rId3"/>
    <p:sldMasterId id="2147483830" r:id="rId4"/>
    <p:sldMasterId id="2147483831" r:id="rId5"/>
    <p:sldMasterId id="2147483832" r:id="rId6"/>
    <p:sldMasterId id="2147483833" r:id="rId7"/>
    <p:sldMasterId id="2147483834" r:id="rId8"/>
  </p:sldMasterIdLst>
  <p:notesMasterIdLst>
    <p:notesMasterId r:id="rId9"/>
  </p:notesMasterIdLst>
  <p:sldIdLst>
    <p:sldId id="256" r:id="rId10"/>
    <p:sldId id="257" r:id="rId11"/>
    <p:sldId id="258" r:id="rId12"/>
    <p:sldId id="259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  <p:sldId id="271" r:id="rId25"/>
    <p:sldId id="272" r:id="rId26"/>
    <p:sldId id="273" r:id="rId27"/>
    <p:sldId id="274" r:id="rId28"/>
    <p:sldId id="275" r:id="rId29"/>
    <p:sldId id="276" r:id="rId30"/>
    <p:sldId id="277" r:id="rId31"/>
    <p:sldId id="278" r:id="rId32"/>
    <p:sldId id="279" r:id="rId33"/>
    <p:sldId id="280" r:id="rId34"/>
    <p:sldId id="281" r:id="rId35"/>
    <p:sldId id="282" r:id="rId36"/>
    <p:sldId id="283" r:id="rId37"/>
    <p:sldId id="284" r:id="rId38"/>
    <p:sldId id="285" r:id="rId39"/>
    <p:sldId id="286" r:id="rId40"/>
    <p:sldId id="287" r:id="rId41"/>
    <p:sldId id="288" r:id="rId42"/>
    <p:sldId id="289" r:id="rId43"/>
  </p:sldIdLst>
  <p:sldSz cy="5143500" cx="9144000"/>
  <p:notesSz cx="6858000" cy="9144000"/>
  <p:embeddedFontLst>
    <p:embeddedFont>
      <p:font typeface="Inter"/>
      <p:bold r:id="rId44"/>
      <p:boldItalic r:id="rId45"/>
    </p:embeddedFont>
    <p:embeddedFont>
      <p:font typeface="Josefin Sans SemiBold"/>
      <p:regular r:id="rId46"/>
      <p:bold r:id="rId47"/>
      <p:italic r:id="rId48"/>
      <p:boldItalic r:id="rId49"/>
    </p:embeddedFont>
    <p:embeddedFont>
      <p:font typeface="Plus Jakarta Sans ExtraBold"/>
      <p:bold r:id="rId50"/>
      <p:boldItalic r:id="rId51"/>
    </p:embeddedFont>
    <p:embeddedFont>
      <p:font typeface="Plus Jakarta Sans"/>
      <p:regular r:id="rId52"/>
      <p:bold r:id="rId53"/>
      <p:italic r:id="rId54"/>
      <p:boldItalic r:id="rId55"/>
    </p:embeddedFont>
    <p:embeddedFont>
      <p:font typeface="Outfit"/>
      <p:regular r:id="rId56"/>
      <p:bold r:id="rId57"/>
    </p:embeddedFont>
    <p:embeddedFont>
      <p:font typeface="Josefin Sans"/>
      <p:regular r:id="rId58"/>
      <p:bold r:id="rId59"/>
      <p:italic r:id="rId60"/>
      <p:boldItalic r:id="rId61"/>
    </p:embeddedFont>
    <p:embeddedFont>
      <p:font typeface="Albert Sans SemiBold"/>
      <p:regular r:id="rId62"/>
      <p:bold r:id="rId63"/>
      <p:italic r:id="rId64"/>
      <p:boldItalic r:id="rId65"/>
    </p:embeddedFont>
    <p:embeddedFont>
      <p:font typeface="Quicksand"/>
      <p:regular r:id="rId66"/>
      <p:bold r:id="rId67"/>
    </p:embeddedFont>
    <p:embeddedFont>
      <p:font typeface="Albert Sans"/>
      <p:regular r:id="rId68"/>
      <p:bold r:id="rId69"/>
      <p:italic r:id="rId70"/>
      <p:boldItalic r:id="rId71"/>
    </p:embeddedFont>
    <p:embeddedFont>
      <p:font typeface="DM Sans"/>
      <p:regular r:id="rId72"/>
      <p:bold r:id="rId73"/>
      <p:italic r:id="rId74"/>
      <p:boldItalic r:id="rId75"/>
    </p:embeddedFont>
    <p:embeddedFont>
      <p:font typeface="Comfortaa"/>
      <p:regular r:id="rId76"/>
      <p:bold r:id="rId7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1.xml"/><Relationship Id="rId42" Type="http://schemas.openxmlformats.org/officeDocument/2006/relationships/slide" Target="slides/slide33.xml"/><Relationship Id="rId41" Type="http://schemas.openxmlformats.org/officeDocument/2006/relationships/slide" Target="slides/slide32.xml"/><Relationship Id="rId44" Type="http://schemas.openxmlformats.org/officeDocument/2006/relationships/font" Target="fonts/Inter-bold.fntdata"/><Relationship Id="rId43" Type="http://schemas.openxmlformats.org/officeDocument/2006/relationships/slide" Target="slides/slide34.xml"/><Relationship Id="rId46" Type="http://schemas.openxmlformats.org/officeDocument/2006/relationships/font" Target="fonts/JosefinSansSemiBold-regular.fntdata"/><Relationship Id="rId45" Type="http://schemas.openxmlformats.org/officeDocument/2006/relationships/font" Target="fonts/Inter-boldItalic.fntdata"/><Relationship Id="rId1" Type="http://schemas.openxmlformats.org/officeDocument/2006/relationships/theme" Target="theme/theme4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notesMaster" Target="notesMasters/notesMaster1.xml"/><Relationship Id="rId48" Type="http://schemas.openxmlformats.org/officeDocument/2006/relationships/font" Target="fonts/JosefinSansSemiBold-italic.fntdata"/><Relationship Id="rId47" Type="http://schemas.openxmlformats.org/officeDocument/2006/relationships/font" Target="fonts/JosefinSansSemiBold-bold.fntdata"/><Relationship Id="rId49" Type="http://schemas.openxmlformats.org/officeDocument/2006/relationships/font" Target="fonts/JosefinSansSemiBold-boldItalic.fntdata"/><Relationship Id="rId5" Type="http://schemas.openxmlformats.org/officeDocument/2006/relationships/slideMaster" Target="slideMasters/slideMaster3.xml"/><Relationship Id="rId6" Type="http://schemas.openxmlformats.org/officeDocument/2006/relationships/slideMaster" Target="slideMasters/slideMaster4.xml"/><Relationship Id="rId7" Type="http://schemas.openxmlformats.org/officeDocument/2006/relationships/slideMaster" Target="slideMasters/slideMaster5.xml"/><Relationship Id="rId8" Type="http://schemas.openxmlformats.org/officeDocument/2006/relationships/slideMaster" Target="slideMasters/slideMaster6.xml"/><Relationship Id="rId73" Type="http://schemas.openxmlformats.org/officeDocument/2006/relationships/font" Target="fonts/DMSans-bold.fntdata"/><Relationship Id="rId72" Type="http://schemas.openxmlformats.org/officeDocument/2006/relationships/font" Target="fonts/DMSans-regular.fntdata"/><Relationship Id="rId31" Type="http://schemas.openxmlformats.org/officeDocument/2006/relationships/slide" Target="slides/slide22.xml"/><Relationship Id="rId75" Type="http://schemas.openxmlformats.org/officeDocument/2006/relationships/font" Target="fonts/DMSans-boldItalic.fntdata"/><Relationship Id="rId30" Type="http://schemas.openxmlformats.org/officeDocument/2006/relationships/slide" Target="slides/slide21.xml"/><Relationship Id="rId74" Type="http://schemas.openxmlformats.org/officeDocument/2006/relationships/font" Target="fonts/DMSans-italic.fntdata"/><Relationship Id="rId33" Type="http://schemas.openxmlformats.org/officeDocument/2006/relationships/slide" Target="slides/slide24.xml"/><Relationship Id="rId77" Type="http://schemas.openxmlformats.org/officeDocument/2006/relationships/font" Target="fonts/Comfortaa-bold.fntdata"/><Relationship Id="rId32" Type="http://schemas.openxmlformats.org/officeDocument/2006/relationships/slide" Target="slides/slide23.xml"/><Relationship Id="rId76" Type="http://schemas.openxmlformats.org/officeDocument/2006/relationships/font" Target="fonts/Comfortaa-regular.fntdata"/><Relationship Id="rId35" Type="http://schemas.openxmlformats.org/officeDocument/2006/relationships/slide" Target="slides/slide26.xml"/><Relationship Id="rId34" Type="http://schemas.openxmlformats.org/officeDocument/2006/relationships/slide" Target="slides/slide25.xml"/><Relationship Id="rId71" Type="http://schemas.openxmlformats.org/officeDocument/2006/relationships/font" Target="fonts/AlbertSans-boldItalic.fntdata"/><Relationship Id="rId70" Type="http://schemas.openxmlformats.org/officeDocument/2006/relationships/font" Target="fonts/AlbertSans-italic.fntdata"/><Relationship Id="rId37" Type="http://schemas.openxmlformats.org/officeDocument/2006/relationships/slide" Target="slides/slide28.xml"/><Relationship Id="rId36" Type="http://schemas.openxmlformats.org/officeDocument/2006/relationships/slide" Target="slides/slide27.xml"/><Relationship Id="rId39" Type="http://schemas.openxmlformats.org/officeDocument/2006/relationships/slide" Target="slides/slide30.xml"/><Relationship Id="rId38" Type="http://schemas.openxmlformats.org/officeDocument/2006/relationships/slide" Target="slides/slide29.xml"/><Relationship Id="rId62" Type="http://schemas.openxmlformats.org/officeDocument/2006/relationships/font" Target="fonts/AlbertSansSemiBold-regular.fntdata"/><Relationship Id="rId61" Type="http://schemas.openxmlformats.org/officeDocument/2006/relationships/font" Target="fonts/JosefinSans-boldItalic.fntdata"/><Relationship Id="rId20" Type="http://schemas.openxmlformats.org/officeDocument/2006/relationships/slide" Target="slides/slide11.xml"/><Relationship Id="rId64" Type="http://schemas.openxmlformats.org/officeDocument/2006/relationships/font" Target="fonts/AlbertSansSemiBold-italic.fntdata"/><Relationship Id="rId63" Type="http://schemas.openxmlformats.org/officeDocument/2006/relationships/font" Target="fonts/AlbertSansSemiBold-bold.fntdata"/><Relationship Id="rId22" Type="http://schemas.openxmlformats.org/officeDocument/2006/relationships/slide" Target="slides/slide13.xml"/><Relationship Id="rId66" Type="http://schemas.openxmlformats.org/officeDocument/2006/relationships/font" Target="fonts/Quicksand-regular.fntdata"/><Relationship Id="rId21" Type="http://schemas.openxmlformats.org/officeDocument/2006/relationships/slide" Target="slides/slide12.xml"/><Relationship Id="rId65" Type="http://schemas.openxmlformats.org/officeDocument/2006/relationships/font" Target="fonts/AlbertSansSemiBold-boldItalic.fntdata"/><Relationship Id="rId24" Type="http://schemas.openxmlformats.org/officeDocument/2006/relationships/slide" Target="slides/slide15.xml"/><Relationship Id="rId68" Type="http://schemas.openxmlformats.org/officeDocument/2006/relationships/font" Target="fonts/AlbertSans-regular.fntdata"/><Relationship Id="rId23" Type="http://schemas.openxmlformats.org/officeDocument/2006/relationships/slide" Target="slides/slide14.xml"/><Relationship Id="rId67" Type="http://schemas.openxmlformats.org/officeDocument/2006/relationships/font" Target="fonts/Quicksand-bold.fntdata"/><Relationship Id="rId60" Type="http://schemas.openxmlformats.org/officeDocument/2006/relationships/font" Target="fonts/JosefinSans-italic.fntdata"/><Relationship Id="rId26" Type="http://schemas.openxmlformats.org/officeDocument/2006/relationships/slide" Target="slides/slide17.xml"/><Relationship Id="rId25" Type="http://schemas.openxmlformats.org/officeDocument/2006/relationships/slide" Target="slides/slide16.xml"/><Relationship Id="rId69" Type="http://schemas.openxmlformats.org/officeDocument/2006/relationships/font" Target="fonts/AlbertSans-bold.fntdata"/><Relationship Id="rId28" Type="http://schemas.openxmlformats.org/officeDocument/2006/relationships/slide" Target="slides/slide19.xml"/><Relationship Id="rId27" Type="http://schemas.openxmlformats.org/officeDocument/2006/relationships/slide" Target="slides/slide18.xml"/><Relationship Id="rId29" Type="http://schemas.openxmlformats.org/officeDocument/2006/relationships/slide" Target="slides/slide20.xml"/><Relationship Id="rId51" Type="http://schemas.openxmlformats.org/officeDocument/2006/relationships/font" Target="fonts/PlusJakartaSansExtraBold-boldItalic.fntdata"/><Relationship Id="rId50" Type="http://schemas.openxmlformats.org/officeDocument/2006/relationships/font" Target="fonts/PlusJakartaSansExtraBold-bold.fntdata"/><Relationship Id="rId53" Type="http://schemas.openxmlformats.org/officeDocument/2006/relationships/font" Target="fonts/PlusJakartaSans-bold.fntdata"/><Relationship Id="rId52" Type="http://schemas.openxmlformats.org/officeDocument/2006/relationships/font" Target="fonts/PlusJakartaSans-regular.fntdata"/><Relationship Id="rId11" Type="http://schemas.openxmlformats.org/officeDocument/2006/relationships/slide" Target="slides/slide2.xml"/><Relationship Id="rId55" Type="http://schemas.openxmlformats.org/officeDocument/2006/relationships/font" Target="fonts/PlusJakartaSans-boldItalic.fntdata"/><Relationship Id="rId10" Type="http://schemas.openxmlformats.org/officeDocument/2006/relationships/slide" Target="slides/slide1.xml"/><Relationship Id="rId54" Type="http://schemas.openxmlformats.org/officeDocument/2006/relationships/font" Target="fonts/PlusJakartaSans-italic.fntdata"/><Relationship Id="rId13" Type="http://schemas.openxmlformats.org/officeDocument/2006/relationships/slide" Target="slides/slide4.xml"/><Relationship Id="rId57" Type="http://schemas.openxmlformats.org/officeDocument/2006/relationships/font" Target="fonts/Outfit-bold.fntdata"/><Relationship Id="rId12" Type="http://schemas.openxmlformats.org/officeDocument/2006/relationships/slide" Target="slides/slide3.xml"/><Relationship Id="rId56" Type="http://schemas.openxmlformats.org/officeDocument/2006/relationships/font" Target="fonts/Outfit-regular.fntdata"/><Relationship Id="rId15" Type="http://schemas.openxmlformats.org/officeDocument/2006/relationships/slide" Target="slides/slide6.xml"/><Relationship Id="rId59" Type="http://schemas.openxmlformats.org/officeDocument/2006/relationships/font" Target="fonts/JosefinSans-bold.fntdata"/><Relationship Id="rId14" Type="http://schemas.openxmlformats.org/officeDocument/2006/relationships/slide" Target="slides/slide5.xml"/><Relationship Id="rId58" Type="http://schemas.openxmlformats.org/officeDocument/2006/relationships/font" Target="fonts/JosefinSans-regular.fntdata"/><Relationship Id="rId17" Type="http://schemas.openxmlformats.org/officeDocument/2006/relationships/slide" Target="slides/slide8.xml"/><Relationship Id="rId16" Type="http://schemas.openxmlformats.org/officeDocument/2006/relationships/slide" Target="slides/slide7.xml"/><Relationship Id="rId19" Type="http://schemas.openxmlformats.org/officeDocument/2006/relationships/slide" Target="slides/slide10.xml"/><Relationship Id="rId18" Type="http://schemas.openxmlformats.org/officeDocument/2006/relationships/slide" Target="slides/slide9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61" name="Shape 5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2" name="Google Shape;5862;g2a31dd56cda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63" name="Google Shape;5863;g2a31dd56cda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1" name="Shape 6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2" name="Google Shape;6162;g54dda1946d_6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3" name="Google Shape;6163;g54dda1946d_6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03" name="Shape 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4" name="Google Shape;6204;gd431007ba2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05" name="Google Shape;6205;gd431007ba2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25" name="Shape 6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6" name="Google Shape;6226;ha0c2019c881a8df_0_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7" name="Google Shape;6227;ha0c2019c881a8df_0_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78" name="Shape 6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9" name="Google Shape;6279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0" name="Google Shape;6280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69" name="Shape 6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0" name="Google Shape;6470;ha0c2019c881a8df_0_239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1" name="Google Shape;6471;ha0c2019c881a8df_0_239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54" name="Shape 6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5" name="Google Shape;6655;h4ccc72dfa0d2d850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6" name="Google Shape;6656;h4ccc72dfa0d2d850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26" name="Shape 6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7" name="Google Shape;6827;h4ccc72dfa0d2d850_0_99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8" name="Google Shape;6828;h4ccc72dfa0d2d850_0_99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96" name="Shape 6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7" name="Google Shape;6997;g14072739ea5_12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98" name="Google Shape;6998;g14072739ea5_1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64" name="Shape 7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" name="Google Shape;7065;ha0c2019c881a8df_0_20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6" name="Google Shape;7066;ha0c2019c881a8df_0_20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31" name="Shape 7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2" name="Google Shape;7132;g54dda1946d_6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33" name="Google Shape;7133;g54dda1946d_6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95" name="Shape 7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6" name="Google Shape;7296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7" name="Google Shape;7297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65" name="Shape 7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6" name="Google Shape;7366;ha0c2019c881a8df_0_241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67" name="Google Shape;7367;ha0c2019c881a8df_0_241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07" name="Shape 7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8" name="Google Shape;7408;h6f9097d88ffd3771_1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9" name="Google Shape;7409;h6f9097d88ffd3771_11_0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37" name="Shape 7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8" name="Google Shape;7438;h6f9097d88ffd3771_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9" name="Google Shape;7439;h6f9097d88ffd3771_2_0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68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9" name="Google Shape;7469;h5dd389a9337d9d28_3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0" name="Google Shape;7470;h5dd389a9337d9d28_32_0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96" name="Shape 7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7" name="Google Shape;7497;h5dd389a9337d9d28_32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8" name="Google Shape;7498;h5dd389a9337d9d28_32_29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07" name="Shape 7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8" name="Google Shape;7508;h5dd389a9337d9d28_4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9" name="Google Shape;7509;h5dd389a9337d9d28_42_0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15" name="Shape 7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6" name="Google Shape;7516;h5dd389a9337d9d28_1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7" name="Google Shape;7517;h5dd389a9337d9d28_11_0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53" name="Shape 7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4" name="Google Shape;7554;h5dd389a9337d9d28_11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5" name="Google Shape;7555;h5dd389a9337d9d28_11_38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97" name="Shape 7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8" name="Google Shape;7598;h5dd389a9337d9d28_17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9" name="Google Shape;7599;h5dd389a9337d9d28_17_0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36" name="Shape 7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7" name="Google Shape;7637;h5dd389a9337d9d28_17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8" name="Google Shape;7638;h5dd389a9337d9d28_17_39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80" name="Shape 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1" name="Google Shape;7681;h5dd389a9337d9d28_51_59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2" name="Google Shape;7682;h5dd389a9337d9d28_51_59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22" name="Shape 7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3" name="Google Shape;7723;h5dd389a9337d9d28_64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4" name="Google Shape;7724;h5dd389a9337d9d28_64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63" name="Shape 7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4" name="Google Shape;7764;h5dd389a9337d9d28_5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65" name="Google Shape;7765;h5dd389a9337d9d28_5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68" name="Shape 7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9" name="Google Shape;7769;h5dd389a9337d9d28_64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0" name="Google Shape;7770;h5dd389a9337d9d28_64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73" name="Shape 7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4" name="Google Shape;7774;h5dd389a9337d9d28_64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5" name="Google Shape;7775;h5dd389a9337d9d28_64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78" name="Shape 7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9" name="Google Shape;7779;h5dd389a9337d9d28_64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0" name="Google Shape;7780;h5dd389a9337d9d28_64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83" name="Shape 7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4" name="Google Shape;7784;h5dd389a9337d9d28_64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5" name="Google Shape;7785;h5dd389a9337d9d28_64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88" name="Shape 7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9" name="Google Shape;7789;h5dd389a9337d9d28_51_59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90" name="Google Shape;7790;h5dd389a9337d9d28_51_59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30" name="Shape 7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1" name="Google Shape;7831;h5dd389a9337d9d28_64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32" name="Google Shape;7832;h5dd389a9337d9d28_64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55" name="Shape 7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6" name="Google Shape;7856;h5dd389a9337d9d28_51_57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7" name="Google Shape;7857;h5dd389a9337d9d28_51_57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89" name="Shape 7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0" name="Google Shape;7890;h5dd389a9337d9d28_51_36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1" name="Google Shape;7891;h5dd389a9337d9d28_51_36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10" name="Shape 7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1" name="Google Shape;7911;h5dd389a9337d9d28_51_636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12" name="Google Shape;7912;h5dd389a9337d9d28_51_636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jpg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jpg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1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jpg"/></Relationships>
</file>

<file path=ppt/slideLayouts/_rels/slideLayout1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1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image" Target="../media/image1.jpg"/></Relationships>
</file>

<file path=ppt/slideLayouts/_rels/slideLayout1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0" name="Google Shape;10;p2"/>
          <p:cNvSpPr txBox="1"/>
          <p:nvPr>
            <p:ph type="ctrTitle"/>
          </p:nvPr>
        </p:nvSpPr>
        <p:spPr>
          <a:xfrm>
            <a:off x="1570950" y="1510425"/>
            <a:ext cx="6002100" cy="121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2590800" y="2806975"/>
            <a:ext cx="3962400" cy="4209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2" name="Google Shape;12;p2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13" name="Google Shape;13;p2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Google Shape;18;p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9" name="Google Shape;19;p3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" name="Google Shape;20;p3"/>
          <p:cNvSpPr txBox="1"/>
          <p:nvPr>
            <p:ph hasCustomPrompt="1"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3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2" name="Google Shape;22;p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3" name="Google Shape;23;p3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3"/>
            <p:cNvSpPr/>
            <p:nvPr/>
          </p:nvSpPr>
          <p:spPr>
            <a:xfrm rot="-5400000">
              <a:off x="-1833150" y="2548175"/>
              <a:ext cx="44004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3"/>
            <p:cNvSpPr/>
            <p:nvPr/>
          </p:nvSpPr>
          <p:spPr>
            <a:xfrm rot="-5400000">
              <a:off x="7457537" y="3431612"/>
              <a:ext cx="26515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Google Shape;28;p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9" name="Google Shape;29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0" name="Google Shape;30;p4"/>
          <p:cNvSpPr txBox="1"/>
          <p:nvPr>
            <p:ph idx="1" type="body"/>
          </p:nvPr>
        </p:nvSpPr>
        <p:spPr>
          <a:xfrm>
            <a:off x="720000" y="1074750"/>
            <a:ext cx="7710900" cy="13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1" name="Google Shape;31;p4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32" name="Google Shape;32;p4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4"/>
            <p:cNvSpPr/>
            <p:nvPr/>
          </p:nvSpPr>
          <p:spPr>
            <a:xfrm rot="-5400000">
              <a:off x="-265463" y="965786"/>
              <a:ext cx="12651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" name="Google Shape;36;p4"/>
          <p:cNvGrpSpPr/>
          <p:nvPr/>
        </p:nvGrpSpPr>
        <p:grpSpPr>
          <a:xfrm>
            <a:off x="-1175150" y="2854154"/>
            <a:ext cx="2259230" cy="2237521"/>
            <a:chOff x="6104069" y="1664684"/>
            <a:chExt cx="2705016" cy="2679025"/>
          </a:xfrm>
        </p:grpSpPr>
        <p:sp>
          <p:nvSpPr>
            <p:cNvPr id="37" name="Google Shape;37;p4"/>
            <p:cNvSpPr/>
            <p:nvPr/>
          </p:nvSpPr>
          <p:spPr>
            <a:xfrm>
              <a:off x="6613989" y="1664684"/>
              <a:ext cx="1635250" cy="692687"/>
            </a:xfrm>
            <a:custGeom>
              <a:rect b="b" l="l" r="r" t="t"/>
              <a:pathLst>
                <a:path extrusionOk="0" h="438" w="1034">
                  <a:moveTo>
                    <a:pt x="1028" y="7"/>
                  </a:moveTo>
                  <a:lnTo>
                    <a:pt x="1028" y="7"/>
                  </a:lnTo>
                  <a:cubicBezTo>
                    <a:pt x="1032" y="218"/>
                    <a:pt x="1032" y="218"/>
                    <a:pt x="1032" y="218"/>
                  </a:cubicBezTo>
                  <a:cubicBezTo>
                    <a:pt x="1034" y="325"/>
                    <a:pt x="1034" y="325"/>
                    <a:pt x="1034" y="325"/>
                  </a:cubicBezTo>
                  <a:cubicBezTo>
                    <a:pt x="1034" y="430"/>
                    <a:pt x="1034" y="430"/>
                    <a:pt x="1034" y="430"/>
                  </a:cubicBezTo>
                  <a:cubicBezTo>
                    <a:pt x="1034" y="438"/>
                    <a:pt x="1034" y="438"/>
                    <a:pt x="1034" y="438"/>
                  </a:cubicBezTo>
                  <a:cubicBezTo>
                    <a:pt x="1028" y="438"/>
                    <a:pt x="1028" y="438"/>
                    <a:pt x="1028" y="438"/>
                  </a:cubicBezTo>
                  <a:cubicBezTo>
                    <a:pt x="944" y="438"/>
                    <a:pt x="858" y="438"/>
                    <a:pt x="774" y="438"/>
                  </a:cubicBezTo>
                  <a:cubicBezTo>
                    <a:pt x="732" y="438"/>
                    <a:pt x="687" y="438"/>
                    <a:pt x="645" y="436"/>
                  </a:cubicBezTo>
                  <a:cubicBezTo>
                    <a:pt x="519" y="434"/>
                    <a:pt x="519" y="434"/>
                    <a:pt x="519" y="434"/>
                  </a:cubicBezTo>
                  <a:cubicBezTo>
                    <a:pt x="475" y="434"/>
                    <a:pt x="433" y="434"/>
                    <a:pt x="391" y="434"/>
                  </a:cubicBezTo>
                  <a:cubicBezTo>
                    <a:pt x="349" y="434"/>
                    <a:pt x="307" y="432"/>
                    <a:pt x="263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8" y="436"/>
                    <a:pt x="8" y="436"/>
                    <a:pt x="8" y="436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4" y="430"/>
                    <a:pt x="4" y="430"/>
                    <a:pt x="4" y="430"/>
                  </a:cubicBezTo>
                  <a:cubicBezTo>
                    <a:pt x="4" y="361"/>
                    <a:pt x="2" y="291"/>
                    <a:pt x="2" y="22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5" y="1"/>
                    <a:pt x="179" y="-1"/>
                    <a:pt x="265" y="1"/>
                  </a:cubicBezTo>
                  <a:cubicBezTo>
                    <a:pt x="351" y="1"/>
                    <a:pt x="437" y="1"/>
                    <a:pt x="521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8" y="9"/>
                  </a:moveTo>
                  <a:lnTo>
                    <a:pt x="1028" y="9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31" y="18"/>
                    <a:pt x="347" y="18"/>
                    <a:pt x="263" y="18"/>
                  </a:cubicBezTo>
                  <a:cubicBezTo>
                    <a:pt x="177" y="18"/>
                    <a:pt x="92" y="18"/>
                    <a:pt x="8" y="1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220"/>
                    <a:pt x="15" y="220"/>
                    <a:pt x="15" y="220"/>
                  </a:cubicBezTo>
                  <a:cubicBezTo>
                    <a:pt x="15" y="291"/>
                    <a:pt x="15" y="361"/>
                    <a:pt x="12" y="430"/>
                  </a:cubicBezTo>
                  <a:cubicBezTo>
                    <a:pt x="8" y="426"/>
                    <a:pt x="8" y="426"/>
                    <a:pt x="8" y="426"/>
                  </a:cubicBezTo>
                  <a:cubicBezTo>
                    <a:pt x="137" y="428"/>
                    <a:pt x="137" y="428"/>
                    <a:pt x="137" y="428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307" y="428"/>
                    <a:pt x="349" y="428"/>
                    <a:pt x="391" y="428"/>
                  </a:cubicBezTo>
                  <a:cubicBezTo>
                    <a:pt x="433" y="428"/>
                    <a:pt x="475" y="428"/>
                    <a:pt x="519" y="426"/>
                  </a:cubicBezTo>
                  <a:cubicBezTo>
                    <a:pt x="645" y="426"/>
                    <a:pt x="645" y="426"/>
                    <a:pt x="645" y="426"/>
                  </a:cubicBezTo>
                  <a:cubicBezTo>
                    <a:pt x="687" y="424"/>
                    <a:pt x="732" y="424"/>
                    <a:pt x="774" y="424"/>
                  </a:cubicBezTo>
                  <a:cubicBezTo>
                    <a:pt x="858" y="424"/>
                    <a:pt x="944" y="424"/>
                    <a:pt x="1028" y="424"/>
                  </a:cubicBezTo>
                  <a:cubicBezTo>
                    <a:pt x="1022" y="430"/>
                    <a:pt x="1022" y="430"/>
                    <a:pt x="1022" y="430"/>
                  </a:cubicBezTo>
                  <a:cubicBezTo>
                    <a:pt x="1022" y="327"/>
                    <a:pt x="1022" y="327"/>
                    <a:pt x="1022" y="327"/>
                  </a:cubicBezTo>
                  <a:cubicBezTo>
                    <a:pt x="1024" y="222"/>
                    <a:pt x="1024" y="222"/>
                    <a:pt x="1024" y="222"/>
                  </a:cubicBezTo>
                  <a:lnTo>
                    <a:pt x="1028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4"/>
            <p:cNvSpPr/>
            <p:nvPr/>
          </p:nvSpPr>
          <p:spPr>
            <a:xfrm>
              <a:off x="6949262" y="1675754"/>
              <a:ext cx="50607" cy="675291"/>
            </a:xfrm>
            <a:custGeom>
              <a:rect b="b" l="l" r="r" t="t"/>
              <a:pathLst>
                <a:path extrusionOk="0" h="427" w="32">
                  <a:moveTo>
                    <a:pt x="30" y="2"/>
                  </a:moveTo>
                  <a:lnTo>
                    <a:pt x="30" y="2"/>
                  </a:lnTo>
                  <a:cubicBezTo>
                    <a:pt x="30" y="36"/>
                    <a:pt x="30" y="70"/>
                    <a:pt x="32" y="106"/>
                  </a:cubicBezTo>
                  <a:cubicBezTo>
                    <a:pt x="32" y="141"/>
                    <a:pt x="32" y="175"/>
                    <a:pt x="32" y="211"/>
                  </a:cubicBezTo>
                  <a:cubicBezTo>
                    <a:pt x="32" y="246"/>
                    <a:pt x="30" y="282"/>
                    <a:pt x="30" y="318"/>
                  </a:cubicBezTo>
                  <a:cubicBezTo>
                    <a:pt x="30" y="354"/>
                    <a:pt x="30" y="389"/>
                    <a:pt x="30" y="423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28" y="425"/>
                    <a:pt x="28" y="425"/>
                    <a:pt x="28" y="425"/>
                  </a:cubicBezTo>
                  <a:cubicBezTo>
                    <a:pt x="5" y="425"/>
                    <a:pt x="5" y="425"/>
                    <a:pt x="5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2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2" y="108"/>
                  </a:cubicBezTo>
                  <a:cubicBezTo>
                    <a:pt x="2" y="72"/>
                    <a:pt x="2" y="36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5" y="0"/>
                  </a:lnTo>
                  <a:lnTo>
                    <a:pt x="30" y="2"/>
                  </a:lnTo>
                  <a:moveTo>
                    <a:pt x="28" y="2"/>
                  </a:moveTo>
                  <a:lnTo>
                    <a:pt x="28" y="2"/>
                  </a:ln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6"/>
                    <a:pt x="9" y="72"/>
                    <a:pt x="9" y="108"/>
                  </a:cubicBezTo>
                  <a:cubicBezTo>
                    <a:pt x="9" y="143"/>
                    <a:pt x="9" y="177"/>
                    <a:pt x="9" y="213"/>
                  </a:cubicBezTo>
                  <a:cubicBezTo>
                    <a:pt x="11" y="248"/>
                    <a:pt x="9" y="284"/>
                    <a:pt x="9" y="318"/>
                  </a:cubicBezTo>
                  <a:cubicBezTo>
                    <a:pt x="9" y="354"/>
                    <a:pt x="9" y="389"/>
                    <a:pt x="7" y="423"/>
                  </a:cubicBezTo>
                  <a:cubicBezTo>
                    <a:pt x="5" y="421"/>
                    <a:pt x="5" y="421"/>
                    <a:pt x="5" y="421"/>
                  </a:cubicBezTo>
                  <a:cubicBezTo>
                    <a:pt x="28" y="421"/>
                    <a:pt x="28" y="421"/>
                    <a:pt x="28" y="421"/>
                  </a:cubicBezTo>
                  <a:cubicBezTo>
                    <a:pt x="26" y="423"/>
                    <a:pt x="26" y="423"/>
                    <a:pt x="26" y="423"/>
                  </a:cubicBezTo>
                  <a:cubicBezTo>
                    <a:pt x="28" y="389"/>
                    <a:pt x="28" y="354"/>
                    <a:pt x="28" y="318"/>
                  </a:cubicBezTo>
                  <a:cubicBezTo>
                    <a:pt x="26" y="284"/>
                    <a:pt x="26" y="248"/>
                    <a:pt x="26" y="215"/>
                  </a:cubicBezTo>
                  <a:cubicBezTo>
                    <a:pt x="26" y="179"/>
                    <a:pt x="26" y="143"/>
                    <a:pt x="26" y="110"/>
                  </a:cubicBezTo>
                  <a:cubicBezTo>
                    <a:pt x="26" y="74"/>
                    <a:pt x="28" y="38"/>
                    <a:pt x="28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4"/>
            <p:cNvSpPr/>
            <p:nvPr/>
          </p:nvSpPr>
          <p:spPr>
            <a:xfrm>
              <a:off x="7605577" y="1675754"/>
              <a:ext cx="49026" cy="675291"/>
            </a:xfrm>
            <a:custGeom>
              <a:rect b="b" l="l" r="r" t="t"/>
              <a:pathLst>
                <a:path extrusionOk="0" h="427" w="31">
                  <a:moveTo>
                    <a:pt x="27" y="2"/>
                  </a:moveTo>
                  <a:lnTo>
                    <a:pt x="27" y="2"/>
                  </a:lnTo>
                  <a:cubicBezTo>
                    <a:pt x="29" y="36"/>
                    <a:pt x="29" y="70"/>
                    <a:pt x="29" y="106"/>
                  </a:cubicBezTo>
                  <a:cubicBezTo>
                    <a:pt x="31" y="141"/>
                    <a:pt x="31" y="175"/>
                    <a:pt x="31" y="211"/>
                  </a:cubicBezTo>
                  <a:cubicBezTo>
                    <a:pt x="31" y="246"/>
                    <a:pt x="29" y="282"/>
                    <a:pt x="29" y="318"/>
                  </a:cubicBezTo>
                  <a:cubicBezTo>
                    <a:pt x="29" y="354"/>
                    <a:pt x="29" y="389"/>
                    <a:pt x="29" y="423"/>
                  </a:cubicBezTo>
                  <a:cubicBezTo>
                    <a:pt x="29" y="425"/>
                    <a:pt x="29" y="425"/>
                    <a:pt x="29" y="425"/>
                  </a:cubicBezTo>
                  <a:cubicBezTo>
                    <a:pt x="27" y="425"/>
                    <a:pt x="27" y="425"/>
                    <a:pt x="27" y="425"/>
                  </a:cubicBezTo>
                  <a:cubicBezTo>
                    <a:pt x="4" y="425"/>
                    <a:pt x="4" y="425"/>
                    <a:pt x="4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0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0" y="108"/>
                  </a:cubicBezTo>
                  <a:cubicBezTo>
                    <a:pt x="2" y="72"/>
                    <a:pt x="2" y="36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7" y="2"/>
                  </a:lnTo>
                  <a:moveTo>
                    <a:pt x="27" y="2"/>
                  </a:moveTo>
                  <a:lnTo>
                    <a:pt x="27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6"/>
                    <a:pt x="8" y="72"/>
                    <a:pt x="8" y="108"/>
                  </a:cubicBezTo>
                  <a:cubicBezTo>
                    <a:pt x="8" y="143"/>
                    <a:pt x="8" y="177"/>
                    <a:pt x="8" y="213"/>
                  </a:cubicBezTo>
                  <a:cubicBezTo>
                    <a:pt x="8" y="248"/>
                    <a:pt x="8" y="284"/>
                    <a:pt x="8" y="318"/>
                  </a:cubicBezTo>
                  <a:cubicBezTo>
                    <a:pt x="8" y="354"/>
                    <a:pt x="8" y="389"/>
                    <a:pt x="6" y="423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27" y="421"/>
                    <a:pt x="27" y="421"/>
                    <a:pt x="27" y="421"/>
                  </a:cubicBezTo>
                  <a:cubicBezTo>
                    <a:pt x="25" y="423"/>
                    <a:pt x="25" y="423"/>
                    <a:pt x="25" y="423"/>
                  </a:cubicBezTo>
                  <a:cubicBezTo>
                    <a:pt x="27" y="389"/>
                    <a:pt x="27" y="354"/>
                    <a:pt x="25" y="318"/>
                  </a:cubicBezTo>
                  <a:cubicBezTo>
                    <a:pt x="25" y="284"/>
                    <a:pt x="25" y="248"/>
                    <a:pt x="25" y="215"/>
                  </a:cubicBezTo>
                  <a:cubicBezTo>
                    <a:pt x="23" y="179"/>
                    <a:pt x="25" y="143"/>
                    <a:pt x="25" y="110"/>
                  </a:cubicBezTo>
                  <a:cubicBezTo>
                    <a:pt x="25" y="74"/>
                    <a:pt x="25" y="38"/>
                    <a:pt x="27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4"/>
            <p:cNvSpPr/>
            <p:nvPr/>
          </p:nvSpPr>
          <p:spPr>
            <a:xfrm>
              <a:off x="7754236" y="1759573"/>
              <a:ext cx="379555" cy="501328"/>
            </a:xfrm>
            <a:custGeom>
              <a:rect b="b" l="l" r="r" t="t"/>
              <a:pathLst>
                <a:path extrusionOk="0" h="317" w="240">
                  <a:moveTo>
                    <a:pt x="236" y="4"/>
                  </a:moveTo>
                  <a:lnTo>
                    <a:pt x="236" y="4"/>
                  </a:lnTo>
                  <a:cubicBezTo>
                    <a:pt x="238" y="82"/>
                    <a:pt x="238" y="82"/>
                    <a:pt x="238" y="82"/>
                  </a:cubicBezTo>
                  <a:cubicBezTo>
                    <a:pt x="238" y="107"/>
                    <a:pt x="240" y="132"/>
                    <a:pt x="240" y="158"/>
                  </a:cubicBezTo>
                  <a:cubicBezTo>
                    <a:pt x="240" y="185"/>
                    <a:pt x="240" y="210"/>
                    <a:pt x="240" y="237"/>
                  </a:cubicBezTo>
                  <a:cubicBezTo>
                    <a:pt x="240" y="263"/>
                    <a:pt x="240" y="288"/>
                    <a:pt x="240" y="315"/>
                  </a:cubicBezTo>
                  <a:cubicBezTo>
                    <a:pt x="240" y="317"/>
                    <a:pt x="240" y="317"/>
                    <a:pt x="240" y="317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198" y="317"/>
                    <a:pt x="160" y="315"/>
                    <a:pt x="120" y="315"/>
                  </a:cubicBezTo>
                  <a:cubicBezTo>
                    <a:pt x="82" y="315"/>
                    <a:pt x="42" y="317"/>
                    <a:pt x="4" y="317"/>
                  </a:cubicBezTo>
                  <a:cubicBezTo>
                    <a:pt x="2" y="317"/>
                    <a:pt x="2" y="317"/>
                    <a:pt x="2" y="317"/>
                  </a:cubicBezTo>
                  <a:cubicBezTo>
                    <a:pt x="2" y="315"/>
                    <a:pt x="2" y="315"/>
                    <a:pt x="2" y="315"/>
                  </a:cubicBezTo>
                  <a:cubicBezTo>
                    <a:pt x="2" y="263"/>
                    <a:pt x="0" y="212"/>
                    <a:pt x="0" y="16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4" y="2"/>
                    <a:pt x="63" y="2"/>
                  </a:cubicBezTo>
                  <a:cubicBezTo>
                    <a:pt x="122" y="2"/>
                    <a:pt x="122" y="2"/>
                    <a:pt x="122" y="2"/>
                  </a:cubicBezTo>
                  <a:lnTo>
                    <a:pt x="236" y="4"/>
                  </a:lnTo>
                  <a:moveTo>
                    <a:pt x="236" y="6"/>
                  </a:moveTo>
                  <a:lnTo>
                    <a:pt x="236" y="6"/>
                  </a:lnTo>
                  <a:cubicBezTo>
                    <a:pt x="120" y="8"/>
                    <a:pt x="120" y="8"/>
                    <a:pt x="12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42" y="8"/>
                    <a:pt x="23" y="8"/>
                    <a:pt x="4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212"/>
                    <a:pt x="9" y="263"/>
                    <a:pt x="6" y="315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2" y="313"/>
                    <a:pt x="82" y="313"/>
                    <a:pt x="120" y="313"/>
                  </a:cubicBezTo>
                  <a:cubicBezTo>
                    <a:pt x="160" y="313"/>
                    <a:pt x="198" y="313"/>
                    <a:pt x="236" y="311"/>
                  </a:cubicBezTo>
                  <a:cubicBezTo>
                    <a:pt x="234" y="315"/>
                    <a:pt x="234" y="315"/>
                    <a:pt x="234" y="315"/>
                  </a:cubicBezTo>
                  <a:cubicBezTo>
                    <a:pt x="234" y="290"/>
                    <a:pt x="234" y="263"/>
                    <a:pt x="234" y="237"/>
                  </a:cubicBezTo>
                  <a:cubicBezTo>
                    <a:pt x="231" y="212"/>
                    <a:pt x="234" y="187"/>
                    <a:pt x="234" y="162"/>
                  </a:cubicBezTo>
                  <a:cubicBezTo>
                    <a:pt x="234" y="84"/>
                    <a:pt x="234" y="84"/>
                    <a:pt x="234" y="84"/>
                  </a:cubicBezTo>
                  <a:lnTo>
                    <a:pt x="236" y="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4"/>
            <p:cNvSpPr/>
            <p:nvPr/>
          </p:nvSpPr>
          <p:spPr>
            <a:xfrm>
              <a:off x="7687814" y="1769062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4"/>
            <p:cNvSpPr/>
            <p:nvPr/>
          </p:nvSpPr>
          <p:spPr>
            <a:xfrm>
              <a:off x="7694140" y="1786458"/>
              <a:ext cx="120192" cy="3163"/>
            </a:xfrm>
            <a:custGeom>
              <a:rect b="b" l="l" r="r" t="t"/>
              <a:pathLst>
                <a:path extrusionOk="0" h="2" w="76">
                  <a:moveTo>
                    <a:pt x="0" y="0"/>
                  </a:moveTo>
                  <a:lnTo>
                    <a:pt x="0" y="0"/>
                  </a:lnTo>
                  <a:cubicBezTo>
                    <a:pt x="13" y="0"/>
                    <a:pt x="25" y="0"/>
                    <a:pt x="38" y="0"/>
                  </a:cubicBezTo>
                  <a:cubicBezTo>
                    <a:pt x="51" y="0"/>
                    <a:pt x="63" y="0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4"/>
            <p:cNvSpPr/>
            <p:nvPr/>
          </p:nvSpPr>
          <p:spPr>
            <a:xfrm>
              <a:off x="7830147" y="2211876"/>
              <a:ext cx="93307" cy="3163"/>
            </a:xfrm>
            <a:custGeom>
              <a:rect b="b" l="l" r="r" t="t"/>
              <a:pathLst>
                <a:path extrusionOk="0" h="2" w="5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9" y="0"/>
                    <a:pt x="30" y="0"/>
                  </a:cubicBezTo>
                  <a:cubicBezTo>
                    <a:pt x="38" y="0"/>
                    <a:pt x="49" y="0"/>
                    <a:pt x="59" y="2"/>
                  </a:cubicBezTo>
                  <a:cubicBezTo>
                    <a:pt x="49" y="2"/>
                    <a:pt x="38" y="2"/>
                    <a:pt x="30" y="2"/>
                  </a:cubicBezTo>
                  <a:cubicBezTo>
                    <a:pt x="19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4"/>
            <p:cNvSpPr/>
            <p:nvPr/>
          </p:nvSpPr>
          <p:spPr>
            <a:xfrm>
              <a:off x="6693063" y="2268809"/>
              <a:ext cx="41118" cy="3163"/>
            </a:xfrm>
            <a:custGeom>
              <a:rect b="b" l="l" r="r" t="t"/>
              <a:pathLst>
                <a:path extrusionOk="0" h="2" w="26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  <a:cubicBezTo>
                    <a:pt x="17" y="0"/>
                    <a:pt x="21" y="0"/>
                    <a:pt x="26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5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6637711" y="2281461"/>
              <a:ext cx="162892" cy="316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6" y="2"/>
                    <a:pt x="33" y="0"/>
                    <a:pt x="52" y="0"/>
                  </a:cubicBezTo>
                  <a:cubicBezTo>
                    <a:pt x="69" y="0"/>
                    <a:pt x="86" y="2"/>
                    <a:pt x="103" y="2"/>
                  </a:cubicBezTo>
                  <a:cubicBezTo>
                    <a:pt x="86" y="2"/>
                    <a:pt x="69" y="2"/>
                    <a:pt x="52" y="2"/>
                  </a:cubicBezTo>
                  <a:cubicBezTo>
                    <a:pt x="33" y="2"/>
                    <a:pt x="1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6677248" y="2332068"/>
              <a:ext cx="1511895" cy="248292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7877592" y="2338394"/>
              <a:ext cx="192941" cy="238803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7757399" y="2483890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7777958" y="250128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4"/>
            <p:cNvSpPr/>
            <p:nvPr/>
          </p:nvSpPr>
          <p:spPr>
            <a:xfrm>
              <a:off x="6707296" y="2553475"/>
              <a:ext cx="1511895" cy="249873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4"/>
            <p:cNvSpPr/>
            <p:nvPr/>
          </p:nvSpPr>
          <p:spPr>
            <a:xfrm>
              <a:off x="7906058" y="2561382"/>
              <a:ext cx="194522" cy="238803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4"/>
            <p:cNvSpPr/>
            <p:nvPr/>
          </p:nvSpPr>
          <p:spPr>
            <a:xfrm>
              <a:off x="7181740" y="2724275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4"/>
            <p:cNvSpPr/>
            <p:nvPr/>
          </p:nvSpPr>
          <p:spPr>
            <a:xfrm>
              <a:off x="6663014" y="2778045"/>
              <a:ext cx="1513476" cy="248292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4"/>
            <p:cNvSpPr/>
            <p:nvPr/>
          </p:nvSpPr>
          <p:spPr>
            <a:xfrm>
              <a:off x="7864940" y="2790697"/>
              <a:ext cx="192941" cy="235640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4"/>
            <p:cNvSpPr/>
            <p:nvPr/>
          </p:nvSpPr>
          <p:spPr>
            <a:xfrm>
              <a:off x="6767392" y="2839723"/>
              <a:ext cx="22141" cy="4744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4"/>
            <p:cNvSpPr/>
            <p:nvPr/>
          </p:nvSpPr>
          <p:spPr>
            <a:xfrm>
              <a:off x="6753159" y="285395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4"/>
            <p:cNvSpPr/>
            <p:nvPr/>
          </p:nvSpPr>
          <p:spPr>
            <a:xfrm>
              <a:off x="7871266" y="2999452"/>
              <a:ext cx="172381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4"/>
            <p:cNvSpPr/>
            <p:nvPr/>
          </p:nvSpPr>
          <p:spPr>
            <a:xfrm>
              <a:off x="6397326" y="3001033"/>
              <a:ext cx="1918335" cy="314714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4"/>
            <p:cNvSpPr/>
            <p:nvPr/>
          </p:nvSpPr>
          <p:spPr>
            <a:xfrm>
              <a:off x="657761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4"/>
            <p:cNvSpPr/>
            <p:nvPr/>
          </p:nvSpPr>
          <p:spPr>
            <a:xfrm>
              <a:off x="671678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4"/>
            <p:cNvSpPr/>
            <p:nvPr/>
          </p:nvSpPr>
          <p:spPr>
            <a:xfrm>
              <a:off x="7950340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4"/>
            <p:cNvSpPr/>
            <p:nvPr/>
          </p:nvSpPr>
          <p:spPr>
            <a:xfrm>
              <a:off x="8094255" y="3008941"/>
              <a:ext cx="58515" cy="300481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4"/>
            <p:cNvSpPr/>
            <p:nvPr/>
          </p:nvSpPr>
          <p:spPr>
            <a:xfrm>
              <a:off x="7784284" y="3059548"/>
              <a:ext cx="279922" cy="3163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4"/>
            <p:cNvSpPr/>
            <p:nvPr/>
          </p:nvSpPr>
          <p:spPr>
            <a:xfrm>
              <a:off x="7804844" y="3083270"/>
              <a:ext cx="55352" cy="3163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4"/>
            <p:cNvSpPr/>
            <p:nvPr/>
          </p:nvSpPr>
          <p:spPr>
            <a:xfrm>
              <a:off x="6484307" y="3086433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4"/>
            <p:cNvSpPr/>
            <p:nvPr/>
          </p:nvSpPr>
          <p:spPr>
            <a:xfrm>
              <a:off x="6417885" y="3102248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4"/>
            <p:cNvSpPr/>
            <p:nvPr/>
          </p:nvSpPr>
          <p:spPr>
            <a:xfrm>
              <a:off x="6903400" y="3116481"/>
              <a:ext cx="295737" cy="8540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4"/>
            <p:cNvSpPr/>
            <p:nvPr/>
          </p:nvSpPr>
          <p:spPr>
            <a:xfrm>
              <a:off x="6574452" y="3290444"/>
              <a:ext cx="1635250" cy="604124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4"/>
            <p:cNvSpPr/>
            <p:nvPr/>
          </p:nvSpPr>
          <p:spPr>
            <a:xfrm>
              <a:off x="7581855" y="3306259"/>
              <a:ext cx="438070" cy="581984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4"/>
            <p:cNvSpPr/>
            <p:nvPr/>
          </p:nvSpPr>
          <p:spPr>
            <a:xfrm>
              <a:off x="7588181" y="3323655"/>
              <a:ext cx="425418" cy="4744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4"/>
            <p:cNvSpPr/>
            <p:nvPr/>
          </p:nvSpPr>
          <p:spPr>
            <a:xfrm>
              <a:off x="7086851" y="3379007"/>
              <a:ext cx="241966" cy="3163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4"/>
            <p:cNvSpPr/>
            <p:nvPr/>
          </p:nvSpPr>
          <p:spPr>
            <a:xfrm>
              <a:off x="7148529" y="3394822"/>
              <a:ext cx="66422" cy="4744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4"/>
            <p:cNvSpPr/>
            <p:nvPr/>
          </p:nvSpPr>
          <p:spPr>
            <a:xfrm>
              <a:off x="677371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4"/>
            <p:cNvSpPr/>
            <p:nvPr/>
          </p:nvSpPr>
          <p:spPr>
            <a:xfrm>
              <a:off x="691288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4"/>
            <p:cNvSpPr/>
            <p:nvPr/>
          </p:nvSpPr>
          <p:spPr>
            <a:xfrm>
              <a:off x="6843303" y="3454918"/>
              <a:ext cx="39537" cy="27992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4"/>
            <p:cNvSpPr/>
            <p:nvPr/>
          </p:nvSpPr>
          <p:spPr>
            <a:xfrm>
              <a:off x="8097418" y="3538736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4"/>
            <p:cNvSpPr/>
            <p:nvPr/>
          </p:nvSpPr>
          <p:spPr>
            <a:xfrm>
              <a:off x="7398403" y="3777540"/>
              <a:ext cx="50607" cy="316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4"/>
            <p:cNvSpPr/>
            <p:nvPr/>
          </p:nvSpPr>
          <p:spPr>
            <a:xfrm>
              <a:off x="7404729" y="3791773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4"/>
            <p:cNvSpPr/>
            <p:nvPr/>
          </p:nvSpPr>
          <p:spPr>
            <a:xfrm>
              <a:off x="6104069" y="3880346"/>
              <a:ext cx="2705016" cy="16445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6987218" y="3959410"/>
              <a:ext cx="1810795" cy="11070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4"/>
            <p:cNvSpPr/>
            <p:nvPr/>
          </p:nvSpPr>
          <p:spPr>
            <a:xfrm>
              <a:off x="6171385" y="3992624"/>
              <a:ext cx="1067291" cy="14218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4"/>
            <p:cNvSpPr/>
            <p:nvPr/>
          </p:nvSpPr>
          <p:spPr>
            <a:xfrm>
              <a:off x="8080021" y="4027413"/>
              <a:ext cx="313133" cy="316296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4"/>
            <p:cNvSpPr/>
            <p:nvPr/>
          </p:nvSpPr>
          <p:spPr>
            <a:xfrm>
              <a:off x="8155932" y="4033739"/>
              <a:ext cx="14233" cy="226151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4"/>
            <p:cNvSpPr/>
            <p:nvPr/>
          </p:nvSpPr>
          <p:spPr>
            <a:xfrm>
              <a:off x="8185980" y="4033739"/>
              <a:ext cx="7907" cy="153403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4"/>
            <p:cNvSpPr/>
            <p:nvPr/>
          </p:nvSpPr>
          <p:spPr>
            <a:xfrm>
              <a:off x="8326732" y="4033739"/>
              <a:ext cx="12652" cy="199266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4"/>
            <p:cNvSpPr/>
            <p:nvPr/>
          </p:nvSpPr>
          <p:spPr>
            <a:xfrm>
              <a:off x="8263473" y="4087509"/>
              <a:ext cx="12652" cy="20242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dk1"/>
        </a:solidFill>
      </p:bgPr>
    </p:bg>
    <p:spTree>
      <p:nvGrpSpPr>
        <p:cNvPr id="87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Google Shape;88;p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89" name="Google Shape;89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90" name="Google Shape;90;p5"/>
          <p:cNvSpPr txBox="1"/>
          <p:nvPr>
            <p:ph idx="1" type="subTitle"/>
          </p:nvPr>
        </p:nvSpPr>
        <p:spPr>
          <a:xfrm>
            <a:off x="4840462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91" name="Google Shape;91;p5"/>
          <p:cNvSpPr txBox="1"/>
          <p:nvPr>
            <p:ph idx="2" type="subTitle"/>
          </p:nvPr>
        </p:nvSpPr>
        <p:spPr>
          <a:xfrm>
            <a:off x="1797938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92" name="Google Shape;92;p5"/>
          <p:cNvSpPr txBox="1"/>
          <p:nvPr>
            <p:ph idx="3" type="subTitle"/>
          </p:nvPr>
        </p:nvSpPr>
        <p:spPr>
          <a:xfrm>
            <a:off x="484045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3" name="Google Shape;93;p5"/>
          <p:cNvSpPr txBox="1"/>
          <p:nvPr>
            <p:ph idx="4" type="subTitle"/>
          </p:nvPr>
        </p:nvSpPr>
        <p:spPr>
          <a:xfrm>
            <a:off x="179793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94" name="Google Shape;94;p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95" name="Google Shape;95;p5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5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5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dk1"/>
        </a:soli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" name="Google Shape;100;p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01" name="Google Shape;101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02" name="Google Shape;102;p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03" name="Google Shape;103;p6"/>
            <p:cNvSpPr/>
            <p:nvPr/>
          </p:nvSpPr>
          <p:spPr>
            <a:xfrm>
              <a:off x="376850" y="4764550"/>
              <a:ext cx="83221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6"/>
            <p:cNvSpPr/>
            <p:nvPr/>
          </p:nvSpPr>
          <p:spPr>
            <a:xfrm rot="-5400000">
              <a:off x="-970750" y="3410575"/>
              <a:ext cx="2675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" name="Google Shape;107;p6"/>
          <p:cNvGrpSpPr/>
          <p:nvPr/>
        </p:nvGrpSpPr>
        <p:grpSpPr>
          <a:xfrm>
            <a:off x="-498149" y="884153"/>
            <a:ext cx="1175174" cy="1017149"/>
            <a:chOff x="-498149" y="884153"/>
            <a:chExt cx="1175174" cy="1017149"/>
          </a:xfrm>
        </p:grpSpPr>
        <p:sp>
          <p:nvSpPr>
            <p:cNvPr id="108" name="Google Shape;108;p6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6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6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6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6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6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6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6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6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6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6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6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6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6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6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6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6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6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6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6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6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6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6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6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6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Google Shape;134;p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35" name="Google Shape;135;p7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36" name="Google Shape;136;p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37" name="Google Shape;137;p7"/>
            <p:cNvSpPr/>
            <p:nvPr/>
          </p:nvSpPr>
          <p:spPr>
            <a:xfrm>
              <a:off x="383225" y="4764550"/>
              <a:ext cx="7358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7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7"/>
            <p:cNvSpPr/>
            <p:nvPr/>
          </p:nvSpPr>
          <p:spPr>
            <a:xfrm rot="-5400000">
              <a:off x="7228639" y="1887914"/>
              <a:ext cx="31093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" name="Google Shape;141;p7"/>
          <p:cNvGrpSpPr/>
          <p:nvPr/>
        </p:nvGrpSpPr>
        <p:grpSpPr>
          <a:xfrm>
            <a:off x="8178156" y="3958298"/>
            <a:ext cx="2091543" cy="992656"/>
            <a:chOff x="6907899" y="758528"/>
            <a:chExt cx="2456304" cy="1165637"/>
          </a:xfrm>
        </p:grpSpPr>
        <p:sp>
          <p:nvSpPr>
            <p:cNvPr id="142" name="Google Shape;142;p7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7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7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7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7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7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7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7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7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7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7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7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7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7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7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7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7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7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7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7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7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7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7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7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7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7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7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7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7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7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7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7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7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7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6" name="Google Shape;176;p7"/>
          <p:cNvSpPr txBox="1"/>
          <p:nvPr>
            <p:ph idx="1" type="body"/>
          </p:nvPr>
        </p:nvSpPr>
        <p:spPr>
          <a:xfrm>
            <a:off x="1823100" y="1780400"/>
            <a:ext cx="5497800" cy="21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dk1"/>
        </a:solidFill>
      </p:bgPr>
    </p:bg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" name="Google Shape;178;p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79" name="Google Shape;179;p8"/>
          <p:cNvSpPr txBox="1"/>
          <p:nvPr>
            <p:ph type="title"/>
          </p:nvPr>
        </p:nvSpPr>
        <p:spPr>
          <a:xfrm>
            <a:off x="2417400" y="1583150"/>
            <a:ext cx="4309200" cy="16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80" name="Google Shape;180;p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81" name="Google Shape;181;p8"/>
            <p:cNvSpPr/>
            <p:nvPr/>
          </p:nvSpPr>
          <p:spPr>
            <a:xfrm>
              <a:off x="1842475" y="4764550"/>
              <a:ext cx="68565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8"/>
            <p:cNvSpPr/>
            <p:nvPr/>
          </p:nvSpPr>
          <p:spPr>
            <a:xfrm rot="-5400000">
              <a:off x="-730674" y="1431001"/>
              <a:ext cx="21955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8"/>
            <p:cNvSpPr/>
            <p:nvPr/>
          </p:nvSpPr>
          <p:spPr>
            <a:xfrm rot="-5400000">
              <a:off x="6574912" y="2541638"/>
              <a:ext cx="4416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" name="Google Shape;186;p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87" name="Google Shape;187;p9"/>
          <p:cNvSpPr txBox="1"/>
          <p:nvPr>
            <p:ph type="title"/>
          </p:nvPr>
        </p:nvSpPr>
        <p:spPr>
          <a:xfrm>
            <a:off x="2699250" y="1409524"/>
            <a:ext cx="3745500" cy="11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88" name="Google Shape;188;p9"/>
          <p:cNvSpPr txBox="1"/>
          <p:nvPr>
            <p:ph idx="1" type="subTitle"/>
          </p:nvPr>
        </p:nvSpPr>
        <p:spPr>
          <a:xfrm>
            <a:off x="2203725" y="2660500"/>
            <a:ext cx="4736400" cy="7077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89" name="Google Shape;189;p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90" name="Google Shape;190;p9"/>
            <p:cNvSpPr/>
            <p:nvPr/>
          </p:nvSpPr>
          <p:spPr>
            <a:xfrm>
              <a:off x="4303226" y="4764550"/>
              <a:ext cx="43957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9"/>
            <p:cNvSpPr/>
            <p:nvPr/>
          </p:nvSpPr>
          <p:spPr>
            <a:xfrm rot="-5400000">
              <a:off x="-1093963" y="1794288"/>
              <a:ext cx="2922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9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10"/>
          <p:cNvSpPr/>
          <p:nvPr>
            <p:ph idx="2" type="pic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196" name="Google Shape;196;p10"/>
          <p:cNvSpPr txBox="1"/>
          <p:nvPr>
            <p:ph type="title"/>
          </p:nvPr>
        </p:nvSpPr>
        <p:spPr>
          <a:xfrm>
            <a:off x="720000" y="1026725"/>
            <a:ext cx="3399300" cy="8637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dk1"/>
        </a:solidFill>
      </p:bgPr>
    </p:bg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8" name="Google Shape;198;p1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99" name="Google Shape;199;p11"/>
          <p:cNvSpPr txBox="1"/>
          <p:nvPr>
            <p:ph hasCustomPrompt="1" type="title"/>
          </p:nvPr>
        </p:nvSpPr>
        <p:spPr>
          <a:xfrm>
            <a:off x="2175100" y="1883700"/>
            <a:ext cx="4793700" cy="87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00" name="Google Shape;200;p11"/>
          <p:cNvSpPr txBox="1"/>
          <p:nvPr>
            <p:ph idx="1" type="subTitle"/>
          </p:nvPr>
        </p:nvSpPr>
        <p:spPr>
          <a:xfrm>
            <a:off x="2175100" y="2762703"/>
            <a:ext cx="4793700" cy="4971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201" name="Google Shape;201;p1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02" name="Google Shape;202;p11"/>
            <p:cNvSpPr/>
            <p:nvPr/>
          </p:nvSpPr>
          <p:spPr>
            <a:xfrm>
              <a:off x="6031276" y="4764550"/>
              <a:ext cx="26677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11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1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11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" name="Google Shape;208;p1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09" name="Google Shape;209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10" name="Google Shape;210;p13"/>
          <p:cNvSpPr txBox="1"/>
          <p:nvPr>
            <p:ph idx="1" type="subTitle"/>
          </p:nvPr>
        </p:nvSpPr>
        <p:spPr>
          <a:xfrm>
            <a:off x="719976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1" name="Google Shape;211;p13"/>
          <p:cNvSpPr txBox="1"/>
          <p:nvPr>
            <p:ph idx="2" type="subTitle"/>
          </p:nvPr>
        </p:nvSpPr>
        <p:spPr>
          <a:xfrm>
            <a:off x="3419247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2" name="Google Shape;212;p13"/>
          <p:cNvSpPr txBox="1"/>
          <p:nvPr>
            <p:ph idx="3" type="subTitle"/>
          </p:nvPr>
        </p:nvSpPr>
        <p:spPr>
          <a:xfrm>
            <a:off x="719976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" name="Google Shape;213;p13"/>
          <p:cNvSpPr txBox="1"/>
          <p:nvPr>
            <p:ph idx="4" type="subTitle"/>
          </p:nvPr>
        </p:nvSpPr>
        <p:spPr>
          <a:xfrm>
            <a:off x="3419247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4" name="Google Shape;214;p13"/>
          <p:cNvSpPr txBox="1"/>
          <p:nvPr>
            <p:ph idx="5" type="subTitle"/>
          </p:nvPr>
        </p:nvSpPr>
        <p:spPr>
          <a:xfrm>
            <a:off x="6118524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5" name="Google Shape;215;p13"/>
          <p:cNvSpPr txBox="1"/>
          <p:nvPr>
            <p:ph idx="6" type="subTitle"/>
          </p:nvPr>
        </p:nvSpPr>
        <p:spPr>
          <a:xfrm>
            <a:off x="6118524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6" name="Google Shape;216;p13"/>
          <p:cNvSpPr txBox="1"/>
          <p:nvPr>
            <p:ph hasCustomPrompt="1" idx="7" type="title"/>
          </p:nvPr>
        </p:nvSpPr>
        <p:spPr>
          <a:xfrm>
            <a:off x="1532675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7" name="Google Shape;217;p13"/>
          <p:cNvSpPr txBox="1"/>
          <p:nvPr>
            <p:ph hasCustomPrompt="1" idx="8" type="title"/>
          </p:nvPr>
        </p:nvSpPr>
        <p:spPr>
          <a:xfrm>
            <a:off x="1532675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8" name="Google Shape;218;p13"/>
          <p:cNvSpPr txBox="1"/>
          <p:nvPr>
            <p:ph hasCustomPrompt="1" idx="9" type="title"/>
          </p:nvPr>
        </p:nvSpPr>
        <p:spPr>
          <a:xfrm>
            <a:off x="4231950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9" name="Google Shape;219;p13"/>
          <p:cNvSpPr txBox="1"/>
          <p:nvPr>
            <p:ph hasCustomPrompt="1" idx="13" type="title"/>
          </p:nvPr>
        </p:nvSpPr>
        <p:spPr>
          <a:xfrm>
            <a:off x="4231950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20" name="Google Shape;220;p13"/>
          <p:cNvSpPr txBox="1"/>
          <p:nvPr>
            <p:ph hasCustomPrompt="1" idx="14" type="title"/>
          </p:nvPr>
        </p:nvSpPr>
        <p:spPr>
          <a:xfrm>
            <a:off x="6931162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21" name="Google Shape;221;p13"/>
          <p:cNvSpPr txBox="1"/>
          <p:nvPr>
            <p:ph hasCustomPrompt="1" idx="15" type="title"/>
          </p:nvPr>
        </p:nvSpPr>
        <p:spPr>
          <a:xfrm>
            <a:off x="6931162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22" name="Google Shape;222;p13"/>
          <p:cNvSpPr txBox="1"/>
          <p:nvPr>
            <p:ph idx="16" type="subTitle"/>
          </p:nvPr>
        </p:nvSpPr>
        <p:spPr>
          <a:xfrm>
            <a:off x="719976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23" name="Google Shape;223;p13"/>
          <p:cNvSpPr txBox="1"/>
          <p:nvPr>
            <p:ph idx="17" type="subTitle"/>
          </p:nvPr>
        </p:nvSpPr>
        <p:spPr>
          <a:xfrm>
            <a:off x="3419247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24" name="Google Shape;224;p13"/>
          <p:cNvSpPr txBox="1"/>
          <p:nvPr>
            <p:ph idx="18" type="subTitle"/>
          </p:nvPr>
        </p:nvSpPr>
        <p:spPr>
          <a:xfrm>
            <a:off x="6118524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25" name="Google Shape;225;p13"/>
          <p:cNvSpPr txBox="1"/>
          <p:nvPr>
            <p:ph idx="19" type="subTitle"/>
          </p:nvPr>
        </p:nvSpPr>
        <p:spPr>
          <a:xfrm>
            <a:off x="719976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26" name="Google Shape;226;p13"/>
          <p:cNvSpPr txBox="1"/>
          <p:nvPr>
            <p:ph idx="20" type="subTitle"/>
          </p:nvPr>
        </p:nvSpPr>
        <p:spPr>
          <a:xfrm>
            <a:off x="3419247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27" name="Google Shape;227;p13"/>
          <p:cNvSpPr txBox="1"/>
          <p:nvPr>
            <p:ph idx="21" type="subTitle"/>
          </p:nvPr>
        </p:nvSpPr>
        <p:spPr>
          <a:xfrm>
            <a:off x="6118524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grpSp>
        <p:nvGrpSpPr>
          <p:cNvPr id="228" name="Google Shape;228;p1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29" name="Google Shape;229;p13"/>
            <p:cNvSpPr/>
            <p:nvPr/>
          </p:nvSpPr>
          <p:spPr>
            <a:xfrm flipH="1">
              <a:off x="451376" y="4764550"/>
              <a:ext cx="74373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3"/>
            <p:cNvSpPr/>
            <p:nvPr/>
          </p:nvSpPr>
          <p:spPr>
            <a:xfrm flipH="1" rot="5400000">
              <a:off x="7246512" y="1870038"/>
              <a:ext cx="30736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3"/>
            <p:cNvSpPr/>
            <p:nvPr/>
          </p:nvSpPr>
          <p:spPr>
            <a:xfrm flipH="1">
              <a:off x="451373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3"/>
            <p:cNvSpPr/>
            <p:nvPr/>
          </p:nvSpPr>
          <p:spPr>
            <a:xfrm flipH="1" rot="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3" name="Google Shape;233;p13"/>
          <p:cNvGrpSpPr/>
          <p:nvPr/>
        </p:nvGrpSpPr>
        <p:grpSpPr>
          <a:xfrm flipH="1">
            <a:off x="8166884" y="3722371"/>
            <a:ext cx="2277007" cy="1194421"/>
            <a:chOff x="2924575" y="1948482"/>
            <a:chExt cx="3830121" cy="2009118"/>
          </a:xfrm>
        </p:grpSpPr>
        <p:sp>
          <p:nvSpPr>
            <p:cNvPr id="234" name="Google Shape;234;p13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13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13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13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13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13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3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3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13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13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13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13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13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13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13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13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13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13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13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13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13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13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13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13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13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13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13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13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13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13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13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13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13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13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13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13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13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13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13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13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13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13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13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13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13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13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13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13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13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13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13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13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13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13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13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13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13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13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13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13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13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13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13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13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13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13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13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13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13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13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13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13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13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13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13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13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13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13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13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13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13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13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13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13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13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13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13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13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13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13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13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13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13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13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13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13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13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13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13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13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13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13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13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13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13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13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13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13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13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13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13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13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13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13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13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13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13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13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13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13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13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13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13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13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13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13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13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13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13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13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13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13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13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13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13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13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13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13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13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13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13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13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13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13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13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13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13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13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13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13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13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13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13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13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13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13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13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bg>
      <p:bgPr>
        <a:solidFill>
          <a:schemeClr val="dk1"/>
        </a:solidFill>
      </p:bgPr>
    </p:bg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" name="Google Shape;392;p1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93" name="Google Shape;393;p14"/>
          <p:cNvSpPr txBox="1"/>
          <p:nvPr>
            <p:ph type="title"/>
          </p:nvPr>
        </p:nvSpPr>
        <p:spPr>
          <a:xfrm>
            <a:off x="713225" y="3488039"/>
            <a:ext cx="5867700" cy="5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94" name="Google Shape;394;p14"/>
          <p:cNvSpPr txBox="1"/>
          <p:nvPr>
            <p:ph idx="1" type="subTitle"/>
          </p:nvPr>
        </p:nvSpPr>
        <p:spPr>
          <a:xfrm>
            <a:off x="713225" y="984245"/>
            <a:ext cx="5867700" cy="227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95" name="Google Shape;395;p1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96" name="Google Shape;396;p14"/>
            <p:cNvSpPr/>
            <p:nvPr/>
          </p:nvSpPr>
          <p:spPr>
            <a:xfrm>
              <a:off x="383225" y="4764550"/>
              <a:ext cx="68850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14"/>
            <p:cNvSpPr/>
            <p:nvPr/>
          </p:nvSpPr>
          <p:spPr>
            <a:xfrm rot="-5400000">
              <a:off x="-1846824" y="2547152"/>
              <a:ext cx="44278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1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14"/>
            <p:cNvSpPr/>
            <p:nvPr/>
          </p:nvSpPr>
          <p:spPr>
            <a:xfrm rot="-5400000">
              <a:off x="7760050" y="1356500"/>
              <a:ext cx="2046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bg>
      <p:bgPr>
        <a:solidFill>
          <a:schemeClr val="dk1"/>
        </a:solidFill>
      </p:bgPr>
    </p:bg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1" name="Google Shape;401;p1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02" name="Google Shape;402;p1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03" name="Google Shape;403;p1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04" name="Google Shape;404;p15"/>
            <p:cNvSpPr/>
            <p:nvPr/>
          </p:nvSpPr>
          <p:spPr>
            <a:xfrm>
              <a:off x="1205275" y="4764550"/>
              <a:ext cx="74937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15"/>
            <p:cNvSpPr/>
            <p:nvPr/>
          </p:nvSpPr>
          <p:spPr>
            <a:xfrm rot="-5400000">
              <a:off x="-1355899" y="2056227"/>
              <a:ext cx="34459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1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15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" name="Google Shape;408;p15"/>
          <p:cNvGrpSpPr/>
          <p:nvPr/>
        </p:nvGrpSpPr>
        <p:grpSpPr>
          <a:xfrm flipH="1">
            <a:off x="-389122" y="4063632"/>
            <a:ext cx="1248129" cy="860168"/>
            <a:chOff x="-4004220" y="1207709"/>
            <a:chExt cx="3372411" cy="2324149"/>
          </a:xfrm>
        </p:grpSpPr>
        <p:sp>
          <p:nvSpPr>
            <p:cNvPr id="409" name="Google Shape;409;p15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15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15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15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15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15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15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15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15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15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15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15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15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15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15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15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15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15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15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15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15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15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15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15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15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15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15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15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15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15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15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15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15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15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15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15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15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15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15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15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15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15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15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15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15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15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15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15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15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15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15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15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15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15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15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15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15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15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15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15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15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15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bg>
      <p:bgPr>
        <a:solidFill>
          <a:schemeClr val="dk1"/>
        </a:solidFill>
      </p:bgPr>
    </p:bg>
    <p:spTree>
      <p:nvGrpSpPr>
        <p:cNvPr id="47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2" name="Google Shape;472;p1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73" name="Google Shape;473;p1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74" name="Google Shape;474;p1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75" name="Google Shape;475;p16"/>
            <p:cNvSpPr/>
            <p:nvPr/>
          </p:nvSpPr>
          <p:spPr>
            <a:xfrm>
              <a:off x="383225" y="4764550"/>
              <a:ext cx="71641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16"/>
            <p:cNvSpPr/>
            <p:nvPr/>
          </p:nvSpPr>
          <p:spPr>
            <a:xfrm rot="-5400000">
              <a:off x="-1835250" y="2535576"/>
              <a:ext cx="4404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1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16"/>
            <p:cNvSpPr/>
            <p:nvPr/>
          </p:nvSpPr>
          <p:spPr>
            <a:xfrm rot="-5400000">
              <a:off x="7289388" y="1827163"/>
              <a:ext cx="29878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9" name="Google Shape;479;p16"/>
          <p:cNvGrpSpPr/>
          <p:nvPr/>
        </p:nvGrpSpPr>
        <p:grpSpPr>
          <a:xfrm flipH="1">
            <a:off x="8336654" y="3930705"/>
            <a:ext cx="1488946" cy="1030148"/>
            <a:chOff x="-1053822" y="5316830"/>
            <a:chExt cx="1773822" cy="1227097"/>
          </a:xfrm>
        </p:grpSpPr>
        <p:sp>
          <p:nvSpPr>
            <p:cNvPr id="480" name="Google Shape;480;p16"/>
            <p:cNvSpPr/>
            <p:nvPr/>
          </p:nvSpPr>
          <p:spPr>
            <a:xfrm flipH="1">
              <a:off x="349979" y="6284041"/>
              <a:ext cx="169615" cy="259887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16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16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16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16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16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16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16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16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16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16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16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16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16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16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16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16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16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16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16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16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16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16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16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16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16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16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16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16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16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16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16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16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16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16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16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16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16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16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16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16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16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16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16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16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16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16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16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bg>
      <p:bgPr>
        <a:solidFill>
          <a:schemeClr val="dk1"/>
        </a:solidFill>
      </p:bgPr>
    </p:bg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9" name="Google Shape;529;p1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30" name="Google Shape;530;p1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31" name="Google Shape;531;p1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32" name="Google Shape;532;p17"/>
            <p:cNvSpPr/>
            <p:nvPr/>
          </p:nvSpPr>
          <p:spPr>
            <a:xfrm>
              <a:off x="3795300" y="4764550"/>
              <a:ext cx="49037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17"/>
            <p:cNvSpPr/>
            <p:nvPr/>
          </p:nvSpPr>
          <p:spPr>
            <a:xfrm rot="-5400000">
              <a:off x="-1308063" y="2008388"/>
              <a:ext cx="33503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1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1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6" name="Google Shape;536;p17"/>
          <p:cNvGrpSpPr/>
          <p:nvPr/>
        </p:nvGrpSpPr>
        <p:grpSpPr>
          <a:xfrm>
            <a:off x="-199726" y="4160228"/>
            <a:ext cx="2986142" cy="802866"/>
            <a:chOff x="2116" y="787658"/>
            <a:chExt cx="8708492" cy="2341400"/>
          </a:xfrm>
        </p:grpSpPr>
        <p:sp>
          <p:nvSpPr>
            <p:cNvPr id="537" name="Google Shape;537;p17"/>
            <p:cNvSpPr/>
            <p:nvPr/>
          </p:nvSpPr>
          <p:spPr>
            <a:xfrm>
              <a:off x="2116" y="1074648"/>
              <a:ext cx="599072" cy="1623141"/>
            </a:xfrm>
            <a:custGeom>
              <a:rect b="b" l="l" r="r" t="t"/>
              <a:pathLst>
                <a:path extrusionOk="0" h="1035" w="382">
                  <a:moveTo>
                    <a:pt x="374" y="1028"/>
                  </a:moveTo>
                  <a:lnTo>
                    <a:pt x="374" y="1028"/>
                  </a:lnTo>
                  <a:cubicBezTo>
                    <a:pt x="191" y="1032"/>
                    <a:pt x="191" y="1032"/>
                    <a:pt x="191" y="1032"/>
                  </a:cubicBezTo>
                  <a:cubicBezTo>
                    <a:pt x="130" y="1032"/>
                    <a:pt x="69" y="1035"/>
                    <a:pt x="6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00"/>
                    <a:pt x="0" y="900"/>
                    <a:pt x="0" y="900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0" y="688"/>
                    <a:pt x="2" y="604"/>
                    <a:pt x="2" y="517"/>
                  </a:cubicBezTo>
                  <a:cubicBezTo>
                    <a:pt x="4" y="433"/>
                    <a:pt x="4" y="347"/>
                    <a:pt x="4" y="263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9"/>
                    <a:pt x="381" y="9"/>
                    <a:pt x="381" y="9"/>
                  </a:cubicBezTo>
                  <a:cubicBezTo>
                    <a:pt x="381" y="93"/>
                    <a:pt x="383" y="179"/>
                    <a:pt x="381" y="265"/>
                  </a:cubicBezTo>
                  <a:cubicBezTo>
                    <a:pt x="381" y="349"/>
                    <a:pt x="381" y="435"/>
                    <a:pt x="381" y="522"/>
                  </a:cubicBezTo>
                  <a:cubicBezTo>
                    <a:pt x="376" y="776"/>
                    <a:pt x="376" y="776"/>
                    <a:pt x="376" y="776"/>
                  </a:cubicBezTo>
                  <a:lnTo>
                    <a:pt x="374" y="1028"/>
                  </a:lnTo>
                  <a:moveTo>
                    <a:pt x="372" y="1026"/>
                  </a:moveTo>
                  <a:lnTo>
                    <a:pt x="372" y="1026"/>
                  </a:lnTo>
                  <a:cubicBezTo>
                    <a:pt x="368" y="770"/>
                    <a:pt x="368" y="770"/>
                    <a:pt x="368" y="770"/>
                  </a:cubicBezTo>
                  <a:cubicBezTo>
                    <a:pt x="366" y="515"/>
                    <a:pt x="366" y="515"/>
                    <a:pt x="366" y="515"/>
                  </a:cubicBezTo>
                  <a:cubicBezTo>
                    <a:pt x="364" y="429"/>
                    <a:pt x="364" y="345"/>
                    <a:pt x="364" y="261"/>
                  </a:cubicBezTo>
                  <a:cubicBezTo>
                    <a:pt x="364" y="177"/>
                    <a:pt x="364" y="93"/>
                    <a:pt x="364" y="9"/>
                  </a:cubicBezTo>
                  <a:cubicBezTo>
                    <a:pt x="372" y="17"/>
                    <a:pt x="372" y="17"/>
                    <a:pt x="372" y="1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47"/>
                    <a:pt x="11" y="433"/>
                    <a:pt x="13" y="517"/>
                  </a:cubicBezTo>
                  <a:cubicBezTo>
                    <a:pt x="13" y="604"/>
                    <a:pt x="15" y="688"/>
                    <a:pt x="15" y="772"/>
                  </a:cubicBezTo>
                  <a:cubicBezTo>
                    <a:pt x="15" y="837"/>
                    <a:pt x="15" y="837"/>
                    <a:pt x="15" y="837"/>
                  </a:cubicBezTo>
                  <a:cubicBezTo>
                    <a:pt x="15" y="900"/>
                    <a:pt x="15" y="900"/>
                    <a:pt x="15" y="900"/>
                  </a:cubicBezTo>
                  <a:cubicBezTo>
                    <a:pt x="13" y="1028"/>
                    <a:pt x="13" y="1028"/>
                    <a:pt x="13" y="1028"/>
                  </a:cubicBezTo>
                  <a:cubicBezTo>
                    <a:pt x="6" y="1020"/>
                    <a:pt x="6" y="1020"/>
                    <a:pt x="6" y="1020"/>
                  </a:cubicBezTo>
                  <a:cubicBezTo>
                    <a:pt x="67" y="1020"/>
                    <a:pt x="128" y="1022"/>
                    <a:pt x="189" y="1024"/>
                  </a:cubicBezTo>
                  <a:lnTo>
                    <a:pt x="372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17"/>
            <p:cNvSpPr/>
            <p:nvPr/>
          </p:nvSpPr>
          <p:spPr>
            <a:xfrm>
              <a:off x="8389" y="2073625"/>
              <a:ext cx="577116" cy="437542"/>
            </a:xfrm>
            <a:custGeom>
              <a:rect b="b" l="l" r="r" t="t"/>
              <a:pathLst>
                <a:path extrusionOk="0" h="279" w="368">
                  <a:moveTo>
                    <a:pt x="364" y="276"/>
                  </a:moveTo>
                  <a:lnTo>
                    <a:pt x="364" y="276"/>
                  </a:lnTo>
                  <a:cubicBezTo>
                    <a:pt x="276" y="278"/>
                    <a:pt x="276" y="278"/>
                    <a:pt x="276" y="278"/>
                  </a:cubicBezTo>
                  <a:cubicBezTo>
                    <a:pt x="185" y="278"/>
                    <a:pt x="185" y="278"/>
                    <a:pt x="185" y="278"/>
                  </a:cubicBezTo>
                  <a:cubicBezTo>
                    <a:pt x="154" y="278"/>
                    <a:pt x="124" y="280"/>
                    <a:pt x="95" y="278"/>
                  </a:cubicBezTo>
                  <a:cubicBezTo>
                    <a:pt x="63" y="278"/>
                    <a:pt x="34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2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3" y="2"/>
                    <a:pt x="124" y="0"/>
                    <a:pt x="183" y="0"/>
                  </a:cubicBezTo>
                  <a:cubicBezTo>
                    <a:pt x="274" y="0"/>
                    <a:pt x="274" y="0"/>
                    <a:pt x="274" y="0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8" y="4"/>
                    <a:pt x="368" y="4"/>
                    <a:pt x="368" y="4"/>
                  </a:cubicBezTo>
                  <a:cubicBezTo>
                    <a:pt x="368" y="27"/>
                    <a:pt x="368" y="51"/>
                    <a:pt x="368" y="74"/>
                  </a:cubicBezTo>
                  <a:cubicBezTo>
                    <a:pt x="366" y="141"/>
                    <a:pt x="366" y="141"/>
                    <a:pt x="366" y="141"/>
                  </a:cubicBezTo>
                  <a:cubicBezTo>
                    <a:pt x="366" y="208"/>
                    <a:pt x="366" y="208"/>
                    <a:pt x="366" y="208"/>
                  </a:cubicBezTo>
                  <a:lnTo>
                    <a:pt x="364" y="276"/>
                  </a:lnTo>
                  <a:moveTo>
                    <a:pt x="364" y="276"/>
                  </a:moveTo>
                  <a:lnTo>
                    <a:pt x="364" y="276"/>
                  </a:lnTo>
                  <a:cubicBezTo>
                    <a:pt x="362" y="206"/>
                    <a:pt x="362" y="206"/>
                    <a:pt x="362" y="206"/>
                  </a:cubicBezTo>
                  <a:cubicBezTo>
                    <a:pt x="362" y="139"/>
                    <a:pt x="362" y="139"/>
                    <a:pt x="362" y="139"/>
                  </a:cubicBezTo>
                  <a:cubicBezTo>
                    <a:pt x="362" y="72"/>
                    <a:pt x="362" y="72"/>
                    <a:pt x="362" y="72"/>
                  </a:cubicBezTo>
                  <a:cubicBezTo>
                    <a:pt x="360" y="49"/>
                    <a:pt x="360" y="27"/>
                    <a:pt x="360" y="4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24" y="9"/>
                    <a:pt x="63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7" y="276"/>
                  </a:cubicBezTo>
                  <a:cubicBezTo>
                    <a:pt x="2" y="272"/>
                    <a:pt x="2" y="272"/>
                    <a:pt x="2" y="272"/>
                  </a:cubicBezTo>
                  <a:cubicBezTo>
                    <a:pt x="34" y="272"/>
                    <a:pt x="63" y="272"/>
                    <a:pt x="93" y="272"/>
                  </a:cubicBezTo>
                  <a:cubicBezTo>
                    <a:pt x="122" y="272"/>
                    <a:pt x="152" y="272"/>
                    <a:pt x="183" y="272"/>
                  </a:cubicBezTo>
                  <a:cubicBezTo>
                    <a:pt x="274" y="274"/>
                    <a:pt x="274" y="274"/>
                    <a:pt x="274" y="274"/>
                  </a:cubicBezTo>
                  <a:lnTo>
                    <a:pt x="364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17"/>
            <p:cNvSpPr/>
            <p:nvPr/>
          </p:nvSpPr>
          <p:spPr>
            <a:xfrm>
              <a:off x="133849" y="1411822"/>
              <a:ext cx="329333" cy="39206"/>
            </a:xfrm>
            <a:custGeom>
              <a:rect b="b" l="l" r="r" t="t"/>
              <a:pathLst>
                <a:path extrusionOk="0" h="25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7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2"/>
                    <a:pt x="210" y="2"/>
                  </a:cubicBezTo>
                  <a:lnTo>
                    <a:pt x="210" y="2"/>
                  </a:lnTo>
                  <a:cubicBezTo>
                    <a:pt x="210" y="4"/>
                    <a:pt x="210" y="4"/>
                    <a:pt x="210" y="4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4"/>
                    <a:pt x="208" y="4"/>
                    <a:pt x="208" y="4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175" y="8"/>
                    <a:pt x="141" y="8"/>
                    <a:pt x="105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21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17"/>
            <p:cNvSpPr/>
            <p:nvPr/>
          </p:nvSpPr>
          <p:spPr>
            <a:xfrm>
              <a:off x="160510" y="13428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0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8" y="0"/>
                  </a:cubicBezTo>
                  <a:cubicBezTo>
                    <a:pt x="118" y="0"/>
                    <a:pt x="145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5" y="8"/>
                    <a:pt x="118" y="8"/>
                    <a:pt x="88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59" y="18"/>
                    <a:pt x="74" y="18"/>
                    <a:pt x="88" y="18"/>
                  </a:cubicBezTo>
                  <a:cubicBezTo>
                    <a:pt x="101" y="18"/>
                    <a:pt x="116" y="18"/>
                    <a:pt x="130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17"/>
            <p:cNvSpPr/>
            <p:nvPr/>
          </p:nvSpPr>
          <p:spPr>
            <a:xfrm>
              <a:off x="133849" y="1272248"/>
              <a:ext cx="329333" cy="40775"/>
            </a:xfrm>
            <a:custGeom>
              <a:rect b="b" l="l" r="r" t="t"/>
              <a:pathLst>
                <a:path extrusionOk="0" h="26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3"/>
                    <a:pt x="160" y="26"/>
                  </a:cubicBezTo>
                  <a:cubicBezTo>
                    <a:pt x="143" y="26"/>
                    <a:pt x="124" y="26"/>
                    <a:pt x="107" y="26"/>
                  </a:cubicBezTo>
                  <a:cubicBezTo>
                    <a:pt x="91" y="26"/>
                    <a:pt x="72" y="26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0"/>
                    <a:pt x="210" y="2"/>
                  </a:cubicBezTo>
                  <a:lnTo>
                    <a:pt x="210" y="2"/>
                  </a:lnTo>
                  <a:cubicBezTo>
                    <a:pt x="210" y="5"/>
                    <a:pt x="210" y="5"/>
                    <a:pt x="210" y="5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5"/>
                    <a:pt x="208" y="5"/>
                    <a:pt x="208" y="5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175" y="9"/>
                    <a:pt x="141" y="9"/>
                    <a:pt x="105" y="9"/>
                  </a:cubicBezTo>
                  <a:cubicBezTo>
                    <a:pt x="89" y="9"/>
                    <a:pt x="72" y="9"/>
                    <a:pt x="55" y="9"/>
                  </a:cubicBezTo>
                  <a:cubicBezTo>
                    <a:pt x="38" y="9"/>
                    <a:pt x="19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19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17"/>
            <p:cNvSpPr/>
            <p:nvPr/>
          </p:nvSpPr>
          <p:spPr>
            <a:xfrm>
              <a:off x="863086" y="1193835"/>
              <a:ext cx="244647" cy="1499249"/>
            </a:xfrm>
            <a:custGeom>
              <a:rect b="b" l="l" r="r" t="t"/>
              <a:pathLst>
                <a:path extrusionOk="0" h="956" w="156">
                  <a:moveTo>
                    <a:pt x="149" y="952"/>
                  </a:moveTo>
                  <a:lnTo>
                    <a:pt x="149" y="952"/>
                  </a:lnTo>
                  <a:cubicBezTo>
                    <a:pt x="78" y="954"/>
                    <a:pt x="78" y="954"/>
                    <a:pt x="78" y="954"/>
                  </a:cubicBezTo>
                  <a:cubicBezTo>
                    <a:pt x="55" y="954"/>
                    <a:pt x="32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5" y="244"/>
                  </a:cubicBezTo>
                  <a:cubicBezTo>
                    <a:pt x="158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39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3" y="479"/>
                    <a:pt x="13" y="479"/>
                    <a:pt x="13" y="479"/>
                  </a:cubicBezTo>
                  <a:cubicBezTo>
                    <a:pt x="15" y="538"/>
                    <a:pt x="15" y="538"/>
                    <a:pt x="15" y="538"/>
                  </a:cubicBezTo>
                  <a:cubicBezTo>
                    <a:pt x="15" y="597"/>
                    <a:pt x="15" y="597"/>
                    <a:pt x="15" y="597"/>
                  </a:cubicBezTo>
                  <a:cubicBezTo>
                    <a:pt x="15" y="656"/>
                    <a:pt x="15" y="656"/>
                    <a:pt x="15" y="656"/>
                  </a:cubicBezTo>
                  <a:cubicBezTo>
                    <a:pt x="15" y="715"/>
                    <a:pt x="15" y="715"/>
                    <a:pt x="15" y="715"/>
                  </a:cubicBezTo>
                  <a:cubicBezTo>
                    <a:pt x="13" y="833"/>
                    <a:pt x="13" y="833"/>
                    <a:pt x="13" y="833"/>
                  </a:cubicBezTo>
                  <a:cubicBezTo>
                    <a:pt x="13" y="952"/>
                    <a:pt x="13" y="952"/>
                    <a:pt x="13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6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17"/>
            <p:cNvSpPr/>
            <p:nvPr/>
          </p:nvSpPr>
          <p:spPr>
            <a:xfrm>
              <a:off x="863086" y="2381002"/>
              <a:ext cx="233669" cy="194463"/>
            </a:xfrm>
            <a:custGeom>
              <a:rect b="b" l="l" r="r" t="t"/>
              <a:pathLst>
                <a:path extrusionOk="0" h="124" w="149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5" y="2"/>
                    <a:pt x="38" y="2"/>
                  </a:cubicBezTo>
                  <a:cubicBezTo>
                    <a:pt x="50" y="2"/>
                    <a:pt x="61" y="2"/>
                    <a:pt x="73" y="2"/>
                  </a:cubicBezTo>
                  <a:cubicBezTo>
                    <a:pt x="99" y="0"/>
                    <a:pt x="122" y="0"/>
                    <a:pt x="147" y="2"/>
                  </a:cubicBezTo>
                  <a:cubicBezTo>
                    <a:pt x="149" y="2"/>
                    <a:pt x="149" y="2"/>
                    <a:pt x="149" y="2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0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0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5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6" y="8"/>
                  </a:cubicBezTo>
                  <a:cubicBezTo>
                    <a:pt x="65" y="8"/>
                    <a:pt x="52" y="6"/>
                    <a:pt x="40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17"/>
            <p:cNvSpPr/>
            <p:nvPr/>
          </p:nvSpPr>
          <p:spPr>
            <a:xfrm>
              <a:off x="889746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17"/>
            <p:cNvSpPr/>
            <p:nvPr/>
          </p:nvSpPr>
          <p:spPr>
            <a:xfrm>
              <a:off x="896019" y="2387275"/>
              <a:ext cx="0" cy="174076"/>
            </a:xfrm>
            <a:custGeom>
              <a:rect b="b" l="l" r="r" t="t"/>
              <a:pathLst>
                <a:path extrusionOk="0" fill="none" h="111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6"/>
                    <a:pt x="0" y="11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17"/>
            <p:cNvSpPr/>
            <p:nvPr/>
          </p:nvSpPr>
          <p:spPr>
            <a:xfrm>
              <a:off x="1081072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17"/>
            <p:cNvSpPr/>
            <p:nvPr/>
          </p:nvSpPr>
          <p:spPr>
            <a:xfrm>
              <a:off x="1084209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41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2" y="833"/>
                    <a:pt x="12" y="833"/>
                    <a:pt x="12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5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17"/>
            <p:cNvSpPr/>
            <p:nvPr/>
          </p:nvSpPr>
          <p:spPr>
            <a:xfrm>
              <a:off x="1087345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17"/>
            <p:cNvSpPr/>
            <p:nvPr/>
          </p:nvSpPr>
          <p:spPr>
            <a:xfrm>
              <a:off x="1110869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17"/>
            <p:cNvSpPr/>
            <p:nvPr/>
          </p:nvSpPr>
          <p:spPr>
            <a:xfrm>
              <a:off x="1305332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8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0" y="553"/>
                    <a:pt x="140" y="475"/>
                  </a:cubicBezTo>
                  <a:cubicBezTo>
                    <a:pt x="140" y="397"/>
                    <a:pt x="138" y="319"/>
                    <a:pt x="140" y="240"/>
                  </a:cubicBezTo>
                  <a:cubicBezTo>
                    <a:pt x="140" y="162"/>
                    <a:pt x="140" y="84"/>
                    <a:pt x="140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833"/>
                    <a:pt x="14" y="833"/>
                    <a:pt x="14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8" y="946"/>
                    <a:pt x="8" y="946"/>
                    <a:pt x="8" y="946"/>
                  </a:cubicBezTo>
                  <a:cubicBezTo>
                    <a:pt x="29" y="948"/>
                    <a:pt x="52" y="948"/>
                    <a:pt x="78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17"/>
            <p:cNvSpPr/>
            <p:nvPr/>
          </p:nvSpPr>
          <p:spPr>
            <a:xfrm>
              <a:off x="1308468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4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2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8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7" y="61"/>
                  </a:cubicBezTo>
                  <a:cubicBezTo>
                    <a:pt x="147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17"/>
            <p:cNvSpPr/>
            <p:nvPr/>
          </p:nvSpPr>
          <p:spPr>
            <a:xfrm>
              <a:off x="1330424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17"/>
            <p:cNvSpPr/>
            <p:nvPr/>
          </p:nvSpPr>
          <p:spPr>
            <a:xfrm>
              <a:off x="1521750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17"/>
            <p:cNvSpPr/>
            <p:nvPr/>
          </p:nvSpPr>
          <p:spPr>
            <a:xfrm>
              <a:off x="576096" y="787658"/>
              <a:ext cx="312082" cy="1905427"/>
            </a:xfrm>
            <a:custGeom>
              <a:rect b="b" l="l" r="r" t="t"/>
              <a:pathLst>
                <a:path extrusionOk="0" h="1215" w="199">
                  <a:moveTo>
                    <a:pt x="191" y="1211"/>
                  </a:moveTo>
                  <a:lnTo>
                    <a:pt x="191" y="1211"/>
                  </a:lnTo>
                  <a:cubicBezTo>
                    <a:pt x="99" y="1213"/>
                    <a:pt x="99" y="1213"/>
                    <a:pt x="99" y="1213"/>
                  </a:cubicBezTo>
                  <a:cubicBezTo>
                    <a:pt x="69" y="1213"/>
                    <a:pt x="38" y="1215"/>
                    <a:pt x="6" y="1215"/>
                  </a:cubicBezTo>
                  <a:cubicBezTo>
                    <a:pt x="2" y="1215"/>
                    <a:pt x="2" y="1215"/>
                    <a:pt x="2" y="1215"/>
                  </a:cubicBezTo>
                  <a:cubicBezTo>
                    <a:pt x="2" y="1211"/>
                    <a:pt x="2" y="1211"/>
                    <a:pt x="2" y="1211"/>
                  </a:cubicBezTo>
                  <a:cubicBezTo>
                    <a:pt x="0" y="1060"/>
                    <a:pt x="0" y="1060"/>
                    <a:pt x="0" y="1060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835"/>
                    <a:pt x="0" y="835"/>
                    <a:pt x="0" y="835"/>
                  </a:cubicBezTo>
                  <a:cubicBezTo>
                    <a:pt x="0" y="759"/>
                    <a:pt x="0" y="759"/>
                    <a:pt x="0" y="759"/>
                  </a:cubicBezTo>
                  <a:cubicBezTo>
                    <a:pt x="0" y="684"/>
                    <a:pt x="0" y="684"/>
                    <a:pt x="0" y="684"/>
                  </a:cubicBezTo>
                  <a:cubicBezTo>
                    <a:pt x="2" y="608"/>
                    <a:pt x="2" y="608"/>
                    <a:pt x="2" y="608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4" y="408"/>
                    <a:pt x="4" y="358"/>
                    <a:pt x="4" y="307"/>
                  </a:cubicBezTo>
                  <a:cubicBezTo>
                    <a:pt x="4" y="208"/>
                    <a:pt x="4" y="108"/>
                    <a:pt x="2" y="7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8" y="108"/>
                    <a:pt x="198" y="208"/>
                    <a:pt x="198" y="309"/>
                  </a:cubicBezTo>
                  <a:cubicBezTo>
                    <a:pt x="200" y="410"/>
                    <a:pt x="198" y="511"/>
                    <a:pt x="198" y="612"/>
                  </a:cubicBezTo>
                  <a:cubicBezTo>
                    <a:pt x="198" y="713"/>
                    <a:pt x="196" y="814"/>
                    <a:pt x="196" y="913"/>
                  </a:cubicBezTo>
                  <a:lnTo>
                    <a:pt x="191" y="1211"/>
                  </a:lnTo>
                  <a:moveTo>
                    <a:pt x="189" y="1209"/>
                  </a:moveTo>
                  <a:lnTo>
                    <a:pt x="189" y="1209"/>
                  </a:lnTo>
                  <a:cubicBezTo>
                    <a:pt x="185" y="906"/>
                    <a:pt x="185" y="906"/>
                    <a:pt x="185" y="906"/>
                  </a:cubicBezTo>
                  <a:cubicBezTo>
                    <a:pt x="185" y="806"/>
                    <a:pt x="183" y="705"/>
                    <a:pt x="183" y="606"/>
                  </a:cubicBezTo>
                  <a:cubicBezTo>
                    <a:pt x="183" y="505"/>
                    <a:pt x="181" y="406"/>
                    <a:pt x="181" y="307"/>
                  </a:cubicBezTo>
                  <a:cubicBezTo>
                    <a:pt x="183" y="206"/>
                    <a:pt x="183" y="108"/>
                    <a:pt x="183" y="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108"/>
                    <a:pt x="10" y="208"/>
                    <a:pt x="10" y="307"/>
                  </a:cubicBezTo>
                  <a:cubicBezTo>
                    <a:pt x="10" y="358"/>
                    <a:pt x="10" y="408"/>
                    <a:pt x="10" y="459"/>
                  </a:cubicBezTo>
                  <a:cubicBezTo>
                    <a:pt x="13" y="608"/>
                    <a:pt x="13" y="608"/>
                    <a:pt x="13" y="608"/>
                  </a:cubicBezTo>
                  <a:cubicBezTo>
                    <a:pt x="15" y="684"/>
                    <a:pt x="15" y="684"/>
                    <a:pt x="15" y="684"/>
                  </a:cubicBezTo>
                  <a:cubicBezTo>
                    <a:pt x="15" y="759"/>
                    <a:pt x="15" y="759"/>
                    <a:pt x="15" y="759"/>
                  </a:cubicBezTo>
                  <a:cubicBezTo>
                    <a:pt x="15" y="835"/>
                    <a:pt x="15" y="835"/>
                    <a:pt x="15" y="835"/>
                  </a:cubicBezTo>
                  <a:cubicBezTo>
                    <a:pt x="15" y="911"/>
                    <a:pt x="15" y="911"/>
                    <a:pt x="15" y="911"/>
                  </a:cubicBezTo>
                  <a:cubicBezTo>
                    <a:pt x="13" y="1060"/>
                    <a:pt x="13" y="1060"/>
                    <a:pt x="13" y="1060"/>
                  </a:cubicBezTo>
                  <a:cubicBezTo>
                    <a:pt x="10" y="1211"/>
                    <a:pt x="10" y="1211"/>
                    <a:pt x="10" y="1211"/>
                  </a:cubicBezTo>
                  <a:cubicBezTo>
                    <a:pt x="6" y="1205"/>
                    <a:pt x="6" y="1205"/>
                    <a:pt x="6" y="1205"/>
                  </a:cubicBezTo>
                  <a:cubicBezTo>
                    <a:pt x="38" y="1207"/>
                    <a:pt x="67" y="1207"/>
                    <a:pt x="97" y="1207"/>
                  </a:cubicBezTo>
                  <a:lnTo>
                    <a:pt x="189" y="120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17"/>
            <p:cNvSpPr/>
            <p:nvPr/>
          </p:nvSpPr>
          <p:spPr>
            <a:xfrm>
              <a:off x="582369" y="969575"/>
              <a:ext cx="296399" cy="59594"/>
            </a:xfrm>
            <a:custGeom>
              <a:rect b="b" l="l" r="r" t="t"/>
              <a:pathLst>
                <a:path extrusionOk="0" h="38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6"/>
                    <a:pt x="158" y="38"/>
                    <a:pt x="141" y="38"/>
                  </a:cubicBezTo>
                  <a:cubicBezTo>
                    <a:pt x="126" y="38"/>
                    <a:pt x="112" y="38"/>
                    <a:pt x="97" y="38"/>
                  </a:cubicBezTo>
                  <a:cubicBezTo>
                    <a:pt x="80" y="38"/>
                    <a:pt x="65" y="38"/>
                    <a:pt x="48" y="38"/>
                  </a:cubicBezTo>
                  <a:cubicBezTo>
                    <a:pt x="34" y="36"/>
                    <a:pt x="19" y="36"/>
                    <a:pt x="2" y="36"/>
                  </a:cubicBezTo>
                  <a:lnTo>
                    <a:pt x="2" y="36"/>
                  </a:lnTo>
                  <a:lnTo>
                    <a:pt x="2" y="36"/>
                  </a:ln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3"/>
                    <a:pt x="183" y="15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2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17"/>
            <p:cNvSpPr/>
            <p:nvPr/>
          </p:nvSpPr>
          <p:spPr>
            <a:xfrm>
              <a:off x="582369" y="110758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5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17"/>
            <p:cNvSpPr/>
            <p:nvPr/>
          </p:nvSpPr>
          <p:spPr>
            <a:xfrm>
              <a:off x="582369" y="2330818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6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6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6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6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17"/>
            <p:cNvSpPr/>
            <p:nvPr/>
          </p:nvSpPr>
          <p:spPr>
            <a:xfrm>
              <a:off x="582369" y="247039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5"/>
                  </a:moveTo>
                  <a:lnTo>
                    <a:pt x="187" y="35"/>
                  </a:lnTo>
                  <a:cubicBezTo>
                    <a:pt x="173" y="37"/>
                    <a:pt x="158" y="37"/>
                    <a:pt x="141" y="37"/>
                  </a:cubicBezTo>
                  <a:cubicBezTo>
                    <a:pt x="126" y="40"/>
                    <a:pt x="112" y="40"/>
                    <a:pt x="97" y="40"/>
                  </a:cubicBezTo>
                  <a:cubicBezTo>
                    <a:pt x="80" y="40"/>
                    <a:pt x="65" y="37"/>
                    <a:pt x="48" y="37"/>
                  </a:cubicBezTo>
                  <a:cubicBezTo>
                    <a:pt x="34" y="37"/>
                    <a:pt x="19" y="37"/>
                    <a:pt x="2" y="37"/>
                  </a:cubicBezTo>
                  <a:lnTo>
                    <a:pt x="2" y="37"/>
                  </a:lnTo>
                  <a:cubicBezTo>
                    <a:pt x="2" y="35"/>
                    <a:pt x="2" y="35"/>
                    <a:pt x="2" y="35"/>
                  </a:cubicBezTo>
                  <a:cubicBezTo>
                    <a:pt x="2" y="25"/>
                    <a:pt x="0" y="1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2"/>
                    <a:pt x="63" y="0"/>
                    <a:pt x="95" y="0"/>
                  </a:cubicBezTo>
                  <a:cubicBezTo>
                    <a:pt x="124" y="0"/>
                    <a:pt x="156" y="2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6"/>
                    <a:pt x="187" y="27"/>
                    <a:pt x="187" y="35"/>
                  </a:cubicBezTo>
                  <a:moveTo>
                    <a:pt x="185" y="35"/>
                  </a:moveTo>
                  <a:lnTo>
                    <a:pt x="185" y="35"/>
                  </a:lnTo>
                  <a:cubicBezTo>
                    <a:pt x="185" y="25"/>
                    <a:pt x="183" y="14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4"/>
                    <a:pt x="4" y="25"/>
                    <a:pt x="4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9" y="35"/>
                    <a:pt x="34" y="33"/>
                    <a:pt x="48" y="33"/>
                  </a:cubicBezTo>
                  <a:cubicBezTo>
                    <a:pt x="63" y="33"/>
                    <a:pt x="78" y="31"/>
                    <a:pt x="93" y="31"/>
                  </a:cubicBezTo>
                  <a:cubicBezTo>
                    <a:pt x="107" y="31"/>
                    <a:pt x="122" y="33"/>
                    <a:pt x="139" y="33"/>
                  </a:cubicBezTo>
                  <a:cubicBezTo>
                    <a:pt x="154" y="33"/>
                    <a:pt x="171" y="33"/>
                    <a:pt x="185" y="3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17"/>
            <p:cNvSpPr/>
            <p:nvPr/>
          </p:nvSpPr>
          <p:spPr>
            <a:xfrm>
              <a:off x="687442" y="1289499"/>
              <a:ext cx="84685" cy="293263"/>
            </a:xfrm>
            <a:custGeom>
              <a:rect b="b" l="l" r="r" t="t"/>
              <a:pathLst>
                <a:path extrusionOk="0" h="187" w="54">
                  <a:moveTo>
                    <a:pt x="53" y="185"/>
                  </a:moveTo>
                  <a:lnTo>
                    <a:pt x="53" y="185"/>
                  </a:lnTo>
                  <a:cubicBezTo>
                    <a:pt x="36" y="187"/>
                    <a:pt x="19" y="187"/>
                    <a:pt x="3" y="187"/>
                  </a:cubicBezTo>
                  <a:lnTo>
                    <a:pt x="3" y="187"/>
                  </a:lnTo>
                  <a:cubicBezTo>
                    <a:pt x="3" y="185"/>
                    <a:pt x="3" y="185"/>
                    <a:pt x="3" y="18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24"/>
                    <a:pt x="0" y="109"/>
                    <a:pt x="3" y="95"/>
                  </a:cubicBezTo>
                  <a:cubicBezTo>
                    <a:pt x="3" y="80"/>
                    <a:pt x="3" y="63"/>
                    <a:pt x="3" y="48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3" y="2"/>
                  </a:lnTo>
                  <a:lnTo>
                    <a:pt x="3" y="2"/>
                  </a:lnTo>
                  <a:cubicBezTo>
                    <a:pt x="51" y="0"/>
                    <a:pt x="51" y="0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34"/>
                    <a:pt x="55" y="65"/>
                    <a:pt x="53" y="95"/>
                  </a:cubicBezTo>
                  <a:cubicBezTo>
                    <a:pt x="53" y="126"/>
                    <a:pt x="53" y="156"/>
                    <a:pt x="53" y="185"/>
                  </a:cubicBezTo>
                  <a:moveTo>
                    <a:pt x="51" y="185"/>
                  </a:moveTo>
                  <a:lnTo>
                    <a:pt x="51" y="185"/>
                  </a:lnTo>
                  <a:cubicBezTo>
                    <a:pt x="51" y="92"/>
                    <a:pt x="51" y="92"/>
                    <a:pt x="51" y="92"/>
                  </a:cubicBezTo>
                  <a:cubicBezTo>
                    <a:pt x="49" y="63"/>
                    <a:pt x="49" y="34"/>
                    <a:pt x="51" y="2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63"/>
                    <a:pt x="5" y="80"/>
                    <a:pt x="5" y="95"/>
                  </a:cubicBezTo>
                  <a:cubicBezTo>
                    <a:pt x="5" y="109"/>
                    <a:pt x="5" y="124"/>
                    <a:pt x="5" y="141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19" y="185"/>
                    <a:pt x="34" y="185"/>
                    <a:pt x="51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17"/>
            <p:cNvSpPr/>
            <p:nvPr/>
          </p:nvSpPr>
          <p:spPr>
            <a:xfrm>
              <a:off x="1524887" y="1074648"/>
              <a:ext cx="688462" cy="1623141"/>
            </a:xfrm>
            <a:custGeom>
              <a:rect b="b" l="l" r="r" t="t"/>
              <a:pathLst>
                <a:path extrusionOk="0" h="1035" w="439">
                  <a:moveTo>
                    <a:pt x="429" y="1028"/>
                  </a:moveTo>
                  <a:lnTo>
                    <a:pt x="429" y="1028"/>
                  </a:lnTo>
                  <a:cubicBezTo>
                    <a:pt x="221" y="1032"/>
                    <a:pt x="221" y="1032"/>
                    <a:pt x="221" y="1032"/>
                  </a:cubicBezTo>
                  <a:cubicBezTo>
                    <a:pt x="114" y="1032"/>
                    <a:pt x="114" y="1032"/>
                    <a:pt x="114" y="1032"/>
                  </a:cubicBezTo>
                  <a:cubicBezTo>
                    <a:pt x="9" y="1035"/>
                    <a:pt x="9" y="1035"/>
                    <a:pt x="9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42"/>
                    <a:pt x="0" y="858"/>
                    <a:pt x="0" y="772"/>
                  </a:cubicBezTo>
                  <a:cubicBezTo>
                    <a:pt x="0" y="730"/>
                    <a:pt x="0" y="688"/>
                    <a:pt x="3" y="646"/>
                  </a:cubicBezTo>
                  <a:cubicBezTo>
                    <a:pt x="5" y="517"/>
                    <a:pt x="5" y="517"/>
                    <a:pt x="5" y="517"/>
                  </a:cubicBezTo>
                  <a:cubicBezTo>
                    <a:pt x="5" y="475"/>
                    <a:pt x="5" y="433"/>
                    <a:pt x="5" y="391"/>
                  </a:cubicBezTo>
                  <a:cubicBezTo>
                    <a:pt x="5" y="347"/>
                    <a:pt x="5" y="305"/>
                    <a:pt x="5" y="263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8" y="2"/>
                    <a:pt x="148" y="2"/>
                    <a:pt x="219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93"/>
                    <a:pt x="440" y="179"/>
                    <a:pt x="438" y="265"/>
                  </a:cubicBezTo>
                  <a:cubicBezTo>
                    <a:pt x="438" y="349"/>
                    <a:pt x="438" y="435"/>
                    <a:pt x="438" y="522"/>
                  </a:cubicBezTo>
                  <a:cubicBezTo>
                    <a:pt x="434" y="776"/>
                    <a:pt x="434" y="776"/>
                    <a:pt x="434" y="776"/>
                  </a:cubicBezTo>
                  <a:lnTo>
                    <a:pt x="429" y="1028"/>
                  </a:lnTo>
                  <a:moveTo>
                    <a:pt x="429" y="1026"/>
                  </a:moveTo>
                  <a:lnTo>
                    <a:pt x="429" y="1026"/>
                  </a:lnTo>
                  <a:cubicBezTo>
                    <a:pt x="425" y="770"/>
                    <a:pt x="425" y="770"/>
                    <a:pt x="425" y="770"/>
                  </a:cubicBezTo>
                  <a:cubicBezTo>
                    <a:pt x="423" y="515"/>
                    <a:pt x="423" y="515"/>
                    <a:pt x="423" y="515"/>
                  </a:cubicBezTo>
                  <a:cubicBezTo>
                    <a:pt x="421" y="429"/>
                    <a:pt x="421" y="345"/>
                    <a:pt x="421" y="261"/>
                  </a:cubicBezTo>
                  <a:cubicBezTo>
                    <a:pt x="421" y="177"/>
                    <a:pt x="421" y="93"/>
                    <a:pt x="421" y="9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219" y="15"/>
                    <a:pt x="219" y="15"/>
                    <a:pt x="219" y="15"/>
                  </a:cubicBezTo>
                  <a:cubicBezTo>
                    <a:pt x="148" y="15"/>
                    <a:pt x="78" y="13"/>
                    <a:pt x="9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05"/>
                    <a:pt x="11" y="347"/>
                    <a:pt x="11" y="391"/>
                  </a:cubicBezTo>
                  <a:cubicBezTo>
                    <a:pt x="11" y="433"/>
                    <a:pt x="11" y="475"/>
                    <a:pt x="13" y="517"/>
                  </a:cubicBezTo>
                  <a:cubicBezTo>
                    <a:pt x="13" y="646"/>
                    <a:pt x="13" y="646"/>
                    <a:pt x="13" y="646"/>
                  </a:cubicBezTo>
                  <a:cubicBezTo>
                    <a:pt x="15" y="688"/>
                    <a:pt x="15" y="730"/>
                    <a:pt x="15" y="772"/>
                  </a:cubicBezTo>
                  <a:cubicBezTo>
                    <a:pt x="15" y="858"/>
                    <a:pt x="15" y="942"/>
                    <a:pt x="15" y="1028"/>
                  </a:cubicBezTo>
                  <a:cubicBezTo>
                    <a:pt x="9" y="1020"/>
                    <a:pt x="9" y="1020"/>
                    <a:pt x="9" y="1020"/>
                  </a:cubicBezTo>
                  <a:cubicBezTo>
                    <a:pt x="112" y="1022"/>
                    <a:pt x="112" y="1022"/>
                    <a:pt x="112" y="1022"/>
                  </a:cubicBezTo>
                  <a:cubicBezTo>
                    <a:pt x="217" y="1022"/>
                    <a:pt x="217" y="1022"/>
                    <a:pt x="217" y="1022"/>
                  </a:cubicBezTo>
                  <a:lnTo>
                    <a:pt x="429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17"/>
            <p:cNvSpPr/>
            <p:nvPr/>
          </p:nvSpPr>
          <p:spPr>
            <a:xfrm>
              <a:off x="1620550" y="2205358"/>
              <a:ext cx="498703" cy="376381"/>
            </a:xfrm>
            <a:custGeom>
              <a:rect b="b" l="l" r="r" t="t"/>
              <a:pathLst>
                <a:path extrusionOk="0" h="240" w="318">
                  <a:moveTo>
                    <a:pt x="314" y="236"/>
                  </a:moveTo>
                  <a:lnTo>
                    <a:pt x="314" y="236"/>
                  </a:lnTo>
                  <a:cubicBezTo>
                    <a:pt x="236" y="238"/>
                    <a:pt x="236" y="238"/>
                    <a:pt x="236" y="238"/>
                  </a:cubicBezTo>
                  <a:cubicBezTo>
                    <a:pt x="211" y="238"/>
                    <a:pt x="186" y="238"/>
                    <a:pt x="158" y="238"/>
                  </a:cubicBezTo>
                  <a:cubicBezTo>
                    <a:pt x="133" y="238"/>
                    <a:pt x="108" y="240"/>
                    <a:pt x="80" y="240"/>
                  </a:cubicBezTo>
                  <a:cubicBezTo>
                    <a:pt x="55" y="240"/>
                    <a:pt x="30" y="238"/>
                    <a:pt x="3" y="238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196"/>
                    <a:pt x="3" y="158"/>
                    <a:pt x="3" y="120"/>
                  </a:cubicBezTo>
                  <a:cubicBezTo>
                    <a:pt x="3" y="80"/>
                    <a:pt x="0" y="42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5" y="0"/>
                    <a:pt x="106" y="0"/>
                    <a:pt x="158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23"/>
                    <a:pt x="316" y="42"/>
                    <a:pt x="316" y="63"/>
                  </a:cubicBezTo>
                  <a:cubicBezTo>
                    <a:pt x="316" y="120"/>
                    <a:pt x="316" y="120"/>
                    <a:pt x="316" y="120"/>
                  </a:cubicBezTo>
                  <a:lnTo>
                    <a:pt x="314" y="236"/>
                  </a:lnTo>
                  <a:moveTo>
                    <a:pt x="312" y="236"/>
                  </a:moveTo>
                  <a:lnTo>
                    <a:pt x="312" y="236"/>
                  </a:lnTo>
                  <a:cubicBezTo>
                    <a:pt x="309" y="118"/>
                    <a:pt x="309" y="118"/>
                    <a:pt x="309" y="118"/>
                  </a:cubicBezTo>
                  <a:cubicBezTo>
                    <a:pt x="309" y="61"/>
                    <a:pt x="309" y="61"/>
                    <a:pt x="309" y="61"/>
                  </a:cubicBezTo>
                  <a:cubicBezTo>
                    <a:pt x="309" y="42"/>
                    <a:pt x="309" y="23"/>
                    <a:pt x="309" y="5"/>
                  </a:cubicBezTo>
                  <a:cubicBezTo>
                    <a:pt x="314" y="9"/>
                    <a:pt x="314" y="9"/>
                    <a:pt x="314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06" y="7"/>
                    <a:pt x="55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2"/>
                    <a:pt x="5" y="80"/>
                    <a:pt x="5" y="120"/>
                  </a:cubicBezTo>
                  <a:cubicBezTo>
                    <a:pt x="5" y="158"/>
                    <a:pt x="5" y="196"/>
                    <a:pt x="7" y="236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28" y="232"/>
                    <a:pt x="55" y="232"/>
                    <a:pt x="80" y="232"/>
                  </a:cubicBezTo>
                  <a:cubicBezTo>
                    <a:pt x="106" y="232"/>
                    <a:pt x="131" y="232"/>
                    <a:pt x="156" y="232"/>
                  </a:cubicBezTo>
                  <a:cubicBezTo>
                    <a:pt x="234" y="234"/>
                    <a:pt x="234" y="234"/>
                    <a:pt x="234" y="234"/>
                  </a:cubicBezTo>
                  <a:lnTo>
                    <a:pt x="312" y="23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17"/>
            <p:cNvSpPr/>
            <p:nvPr/>
          </p:nvSpPr>
          <p:spPr>
            <a:xfrm>
              <a:off x="1532728" y="1408686"/>
              <a:ext cx="668075" cy="48616"/>
            </a:xfrm>
            <a:custGeom>
              <a:rect b="b" l="l" r="r" t="t"/>
              <a:pathLst>
                <a:path extrusionOk="0" h="31" w="426">
                  <a:moveTo>
                    <a:pt x="424" y="27"/>
                  </a:moveTo>
                  <a:lnTo>
                    <a:pt x="424" y="27"/>
                  </a:lnTo>
                  <a:cubicBezTo>
                    <a:pt x="391" y="29"/>
                    <a:pt x="357" y="29"/>
                    <a:pt x="321" y="29"/>
                  </a:cubicBezTo>
                  <a:cubicBezTo>
                    <a:pt x="286" y="29"/>
                    <a:pt x="250" y="31"/>
                    <a:pt x="216" y="31"/>
                  </a:cubicBezTo>
                  <a:cubicBezTo>
                    <a:pt x="181" y="29"/>
                    <a:pt x="145" y="29"/>
                    <a:pt x="109" y="29"/>
                  </a:cubicBezTo>
                  <a:cubicBezTo>
                    <a:pt x="73" y="27"/>
                    <a:pt x="37" y="29"/>
                    <a:pt x="4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7" y="0"/>
                    <a:pt x="73" y="0"/>
                    <a:pt x="109" y="0"/>
                  </a:cubicBezTo>
                  <a:cubicBezTo>
                    <a:pt x="143" y="0"/>
                    <a:pt x="178" y="0"/>
                    <a:pt x="214" y="0"/>
                  </a:cubicBezTo>
                  <a:cubicBezTo>
                    <a:pt x="250" y="0"/>
                    <a:pt x="284" y="0"/>
                    <a:pt x="319" y="0"/>
                  </a:cubicBezTo>
                  <a:cubicBezTo>
                    <a:pt x="355" y="0"/>
                    <a:pt x="389" y="2"/>
                    <a:pt x="424" y="2"/>
                  </a:cubicBezTo>
                  <a:cubicBezTo>
                    <a:pt x="426" y="2"/>
                    <a:pt x="426" y="2"/>
                    <a:pt x="426" y="2"/>
                  </a:cubicBezTo>
                  <a:cubicBezTo>
                    <a:pt x="426" y="4"/>
                    <a:pt x="426" y="4"/>
                    <a:pt x="426" y="4"/>
                  </a:cubicBezTo>
                  <a:lnTo>
                    <a:pt x="424" y="27"/>
                  </a:lnTo>
                  <a:moveTo>
                    <a:pt x="424" y="27"/>
                  </a:moveTo>
                  <a:lnTo>
                    <a:pt x="424" y="27"/>
                  </a:lnTo>
                  <a:cubicBezTo>
                    <a:pt x="424" y="4"/>
                    <a:pt x="424" y="4"/>
                    <a:pt x="424" y="4"/>
                  </a:cubicBezTo>
                  <a:lnTo>
                    <a:pt x="424" y="4"/>
                  </a:lnTo>
                  <a:cubicBezTo>
                    <a:pt x="389" y="6"/>
                    <a:pt x="355" y="6"/>
                    <a:pt x="319" y="8"/>
                  </a:cubicBezTo>
                  <a:cubicBezTo>
                    <a:pt x="284" y="8"/>
                    <a:pt x="250" y="8"/>
                    <a:pt x="214" y="8"/>
                  </a:cubicBezTo>
                  <a:cubicBezTo>
                    <a:pt x="178" y="8"/>
                    <a:pt x="143" y="8"/>
                    <a:pt x="109" y="8"/>
                  </a:cubicBezTo>
                  <a:cubicBezTo>
                    <a:pt x="73" y="8"/>
                    <a:pt x="37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37" y="25"/>
                    <a:pt x="73" y="25"/>
                    <a:pt x="109" y="25"/>
                  </a:cubicBezTo>
                  <a:cubicBezTo>
                    <a:pt x="143" y="25"/>
                    <a:pt x="178" y="23"/>
                    <a:pt x="212" y="23"/>
                  </a:cubicBezTo>
                  <a:cubicBezTo>
                    <a:pt x="248" y="23"/>
                    <a:pt x="281" y="25"/>
                    <a:pt x="317" y="25"/>
                  </a:cubicBezTo>
                  <a:cubicBezTo>
                    <a:pt x="353" y="25"/>
                    <a:pt x="389" y="25"/>
                    <a:pt x="424" y="2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17"/>
            <p:cNvSpPr/>
            <p:nvPr/>
          </p:nvSpPr>
          <p:spPr>
            <a:xfrm>
              <a:off x="1532728" y="2056374"/>
              <a:ext cx="668075" cy="47048"/>
            </a:xfrm>
            <a:custGeom>
              <a:rect b="b" l="l" r="r" t="t"/>
              <a:pathLst>
                <a:path extrusionOk="0" h="30" w="426">
                  <a:moveTo>
                    <a:pt x="424" y="28"/>
                  </a:moveTo>
                  <a:lnTo>
                    <a:pt x="424" y="28"/>
                  </a:lnTo>
                  <a:cubicBezTo>
                    <a:pt x="391" y="28"/>
                    <a:pt x="357" y="30"/>
                    <a:pt x="321" y="30"/>
                  </a:cubicBezTo>
                  <a:cubicBezTo>
                    <a:pt x="286" y="30"/>
                    <a:pt x="250" y="30"/>
                    <a:pt x="216" y="30"/>
                  </a:cubicBezTo>
                  <a:cubicBezTo>
                    <a:pt x="181" y="30"/>
                    <a:pt x="145" y="30"/>
                    <a:pt x="109" y="28"/>
                  </a:cubicBezTo>
                  <a:cubicBezTo>
                    <a:pt x="73" y="28"/>
                    <a:pt x="37" y="28"/>
                    <a:pt x="4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7" y="1"/>
                    <a:pt x="73" y="1"/>
                    <a:pt x="109" y="1"/>
                  </a:cubicBezTo>
                  <a:cubicBezTo>
                    <a:pt x="143" y="1"/>
                    <a:pt x="178" y="-1"/>
                    <a:pt x="214" y="1"/>
                  </a:cubicBezTo>
                  <a:cubicBezTo>
                    <a:pt x="250" y="1"/>
                    <a:pt x="284" y="1"/>
                    <a:pt x="319" y="1"/>
                  </a:cubicBezTo>
                  <a:cubicBezTo>
                    <a:pt x="355" y="1"/>
                    <a:pt x="389" y="3"/>
                    <a:pt x="424" y="3"/>
                  </a:cubicBezTo>
                  <a:cubicBezTo>
                    <a:pt x="426" y="3"/>
                    <a:pt x="426" y="3"/>
                    <a:pt x="426" y="3"/>
                  </a:cubicBezTo>
                  <a:cubicBezTo>
                    <a:pt x="426" y="5"/>
                    <a:pt x="426" y="5"/>
                    <a:pt x="426" y="5"/>
                  </a:cubicBezTo>
                  <a:lnTo>
                    <a:pt x="424" y="28"/>
                  </a:lnTo>
                  <a:moveTo>
                    <a:pt x="424" y="28"/>
                  </a:moveTo>
                  <a:lnTo>
                    <a:pt x="424" y="28"/>
                  </a:lnTo>
                  <a:cubicBezTo>
                    <a:pt x="424" y="5"/>
                    <a:pt x="424" y="5"/>
                    <a:pt x="424" y="5"/>
                  </a:cubicBezTo>
                  <a:lnTo>
                    <a:pt x="424" y="5"/>
                  </a:lnTo>
                  <a:cubicBezTo>
                    <a:pt x="389" y="7"/>
                    <a:pt x="355" y="7"/>
                    <a:pt x="319" y="7"/>
                  </a:cubicBezTo>
                  <a:cubicBezTo>
                    <a:pt x="284" y="9"/>
                    <a:pt x="250" y="9"/>
                    <a:pt x="214" y="9"/>
                  </a:cubicBezTo>
                  <a:cubicBezTo>
                    <a:pt x="178" y="9"/>
                    <a:pt x="143" y="9"/>
                    <a:pt x="109" y="9"/>
                  </a:cubicBezTo>
                  <a:cubicBezTo>
                    <a:pt x="73" y="7"/>
                    <a:pt x="37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7" y="26"/>
                    <a:pt x="73" y="26"/>
                    <a:pt x="109" y="26"/>
                  </a:cubicBezTo>
                  <a:cubicBezTo>
                    <a:pt x="143" y="26"/>
                    <a:pt x="178" y="24"/>
                    <a:pt x="212" y="24"/>
                  </a:cubicBezTo>
                  <a:cubicBezTo>
                    <a:pt x="248" y="24"/>
                    <a:pt x="281" y="24"/>
                    <a:pt x="317" y="24"/>
                  </a:cubicBezTo>
                  <a:cubicBezTo>
                    <a:pt x="353" y="26"/>
                    <a:pt x="389" y="26"/>
                    <a:pt x="424" y="2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17"/>
            <p:cNvSpPr/>
            <p:nvPr/>
          </p:nvSpPr>
          <p:spPr>
            <a:xfrm>
              <a:off x="2205507" y="1170312"/>
              <a:ext cx="368539" cy="1516500"/>
            </a:xfrm>
            <a:custGeom>
              <a:rect b="b" l="l" r="r" t="t"/>
              <a:pathLst>
                <a:path extrusionOk="0" h="967" w="235">
                  <a:moveTo>
                    <a:pt x="235" y="948"/>
                  </a:moveTo>
                  <a:lnTo>
                    <a:pt x="235" y="948"/>
                  </a:lnTo>
                  <a:cubicBezTo>
                    <a:pt x="166" y="959"/>
                    <a:pt x="166" y="959"/>
                    <a:pt x="166" y="959"/>
                  </a:cubicBezTo>
                  <a:cubicBezTo>
                    <a:pt x="143" y="961"/>
                    <a:pt x="120" y="963"/>
                    <a:pt x="94" y="967"/>
                  </a:cubicBezTo>
                  <a:cubicBezTo>
                    <a:pt x="90" y="967"/>
                    <a:pt x="90" y="967"/>
                    <a:pt x="90" y="967"/>
                  </a:cubicBezTo>
                  <a:cubicBezTo>
                    <a:pt x="90" y="963"/>
                    <a:pt x="90" y="963"/>
                    <a:pt x="90" y="963"/>
                  </a:cubicBezTo>
                  <a:cubicBezTo>
                    <a:pt x="77" y="845"/>
                    <a:pt x="77" y="845"/>
                    <a:pt x="77" y="845"/>
                  </a:cubicBezTo>
                  <a:cubicBezTo>
                    <a:pt x="65" y="728"/>
                    <a:pt x="65" y="728"/>
                    <a:pt x="65" y="728"/>
                  </a:cubicBezTo>
                  <a:cubicBezTo>
                    <a:pt x="59" y="669"/>
                    <a:pt x="59" y="669"/>
                    <a:pt x="59" y="669"/>
                  </a:cubicBezTo>
                  <a:cubicBezTo>
                    <a:pt x="54" y="610"/>
                    <a:pt x="54" y="610"/>
                    <a:pt x="54" y="610"/>
                  </a:cubicBezTo>
                  <a:cubicBezTo>
                    <a:pt x="48" y="551"/>
                    <a:pt x="48" y="551"/>
                    <a:pt x="48" y="551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33" y="374"/>
                    <a:pt x="33" y="374"/>
                    <a:pt x="33" y="374"/>
                  </a:cubicBezTo>
                  <a:cubicBezTo>
                    <a:pt x="31" y="334"/>
                    <a:pt x="27" y="297"/>
                    <a:pt x="25" y="257"/>
                  </a:cubicBezTo>
                  <a:cubicBezTo>
                    <a:pt x="16" y="179"/>
                    <a:pt x="8" y="99"/>
                    <a:pt x="0" y="2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60" y="86"/>
                    <a:pt x="168" y="164"/>
                    <a:pt x="176" y="244"/>
                  </a:cubicBezTo>
                  <a:cubicBezTo>
                    <a:pt x="185" y="322"/>
                    <a:pt x="191" y="402"/>
                    <a:pt x="197" y="480"/>
                  </a:cubicBezTo>
                  <a:cubicBezTo>
                    <a:pt x="206" y="559"/>
                    <a:pt x="212" y="637"/>
                    <a:pt x="218" y="717"/>
                  </a:cubicBezTo>
                  <a:lnTo>
                    <a:pt x="235" y="948"/>
                  </a:lnTo>
                  <a:moveTo>
                    <a:pt x="235" y="948"/>
                  </a:moveTo>
                  <a:lnTo>
                    <a:pt x="235" y="948"/>
                  </a:lnTo>
                  <a:cubicBezTo>
                    <a:pt x="208" y="711"/>
                    <a:pt x="208" y="711"/>
                    <a:pt x="208" y="711"/>
                  </a:cubicBezTo>
                  <a:cubicBezTo>
                    <a:pt x="199" y="631"/>
                    <a:pt x="189" y="553"/>
                    <a:pt x="183" y="475"/>
                  </a:cubicBezTo>
                  <a:cubicBezTo>
                    <a:pt x="174" y="398"/>
                    <a:pt x="166" y="320"/>
                    <a:pt x="160" y="242"/>
                  </a:cubicBezTo>
                  <a:cubicBezTo>
                    <a:pt x="151" y="164"/>
                    <a:pt x="145" y="86"/>
                    <a:pt x="138" y="9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4" y="99"/>
                    <a:pt x="21" y="177"/>
                    <a:pt x="29" y="257"/>
                  </a:cubicBezTo>
                  <a:cubicBezTo>
                    <a:pt x="33" y="294"/>
                    <a:pt x="37" y="334"/>
                    <a:pt x="42" y="374"/>
                  </a:cubicBezTo>
                  <a:cubicBezTo>
                    <a:pt x="54" y="490"/>
                    <a:pt x="54" y="490"/>
                    <a:pt x="54" y="490"/>
                  </a:cubicBezTo>
                  <a:cubicBezTo>
                    <a:pt x="63" y="549"/>
                    <a:pt x="63" y="549"/>
                    <a:pt x="63" y="549"/>
                  </a:cubicBezTo>
                  <a:cubicBezTo>
                    <a:pt x="67" y="608"/>
                    <a:pt x="67" y="608"/>
                    <a:pt x="67" y="608"/>
                  </a:cubicBezTo>
                  <a:cubicBezTo>
                    <a:pt x="73" y="667"/>
                    <a:pt x="73" y="667"/>
                    <a:pt x="73" y="667"/>
                  </a:cubicBezTo>
                  <a:cubicBezTo>
                    <a:pt x="80" y="726"/>
                    <a:pt x="80" y="726"/>
                    <a:pt x="80" y="726"/>
                  </a:cubicBezTo>
                  <a:cubicBezTo>
                    <a:pt x="90" y="843"/>
                    <a:pt x="90" y="843"/>
                    <a:pt x="90" y="843"/>
                  </a:cubicBezTo>
                  <a:cubicBezTo>
                    <a:pt x="98" y="961"/>
                    <a:pt x="98" y="961"/>
                    <a:pt x="98" y="961"/>
                  </a:cubicBezTo>
                  <a:cubicBezTo>
                    <a:pt x="94" y="957"/>
                    <a:pt x="94" y="957"/>
                    <a:pt x="94" y="957"/>
                  </a:cubicBezTo>
                  <a:cubicBezTo>
                    <a:pt x="117" y="957"/>
                    <a:pt x="141" y="955"/>
                    <a:pt x="164" y="953"/>
                  </a:cubicBezTo>
                  <a:lnTo>
                    <a:pt x="235" y="94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17"/>
            <p:cNvSpPr/>
            <p:nvPr/>
          </p:nvSpPr>
          <p:spPr>
            <a:xfrm>
              <a:off x="2313716" y="2228882"/>
              <a:ext cx="247783" cy="304241"/>
            </a:xfrm>
            <a:custGeom>
              <a:rect b="b" l="l" r="r" t="t"/>
              <a:pathLst>
                <a:path extrusionOk="0" h="194" w="158">
                  <a:moveTo>
                    <a:pt x="158" y="177"/>
                  </a:moveTo>
                  <a:lnTo>
                    <a:pt x="158" y="177"/>
                  </a:lnTo>
                  <a:cubicBezTo>
                    <a:pt x="137" y="179"/>
                    <a:pt x="114" y="183"/>
                    <a:pt x="91" y="185"/>
                  </a:cubicBezTo>
                  <a:cubicBezTo>
                    <a:pt x="67" y="189"/>
                    <a:pt x="44" y="191"/>
                    <a:pt x="21" y="194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3" y="162"/>
                    <a:pt x="13" y="133"/>
                    <a:pt x="11" y="105"/>
                  </a:cubicBezTo>
                  <a:cubicBezTo>
                    <a:pt x="8" y="76"/>
                    <a:pt x="4" y="48"/>
                    <a:pt x="0" y="1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5" y="13"/>
                    <a:pt x="48" y="11"/>
                    <a:pt x="72" y="8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7" y="34"/>
                    <a:pt x="149" y="63"/>
                    <a:pt x="151" y="91"/>
                  </a:cubicBezTo>
                  <a:cubicBezTo>
                    <a:pt x="155" y="135"/>
                    <a:pt x="155" y="135"/>
                    <a:pt x="155" y="135"/>
                  </a:cubicBezTo>
                  <a:lnTo>
                    <a:pt x="158" y="177"/>
                  </a:lnTo>
                  <a:moveTo>
                    <a:pt x="158" y="175"/>
                  </a:moveTo>
                  <a:lnTo>
                    <a:pt x="158" y="175"/>
                  </a:lnTo>
                  <a:cubicBezTo>
                    <a:pt x="151" y="133"/>
                    <a:pt x="151" y="133"/>
                    <a:pt x="151" y="133"/>
                  </a:cubicBezTo>
                  <a:cubicBezTo>
                    <a:pt x="145" y="91"/>
                    <a:pt x="145" y="91"/>
                    <a:pt x="145" y="91"/>
                  </a:cubicBezTo>
                  <a:cubicBezTo>
                    <a:pt x="141" y="61"/>
                    <a:pt x="139" y="34"/>
                    <a:pt x="135" y="6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48" y="17"/>
                    <a:pt x="25" y="19"/>
                    <a:pt x="2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46"/>
                    <a:pt x="11" y="76"/>
                    <a:pt x="13" y="105"/>
                  </a:cubicBezTo>
                  <a:cubicBezTo>
                    <a:pt x="17" y="133"/>
                    <a:pt x="21" y="162"/>
                    <a:pt x="23" y="189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42" y="183"/>
                    <a:pt x="65" y="183"/>
                    <a:pt x="86" y="181"/>
                  </a:cubicBezTo>
                  <a:cubicBezTo>
                    <a:pt x="109" y="179"/>
                    <a:pt x="132" y="177"/>
                    <a:pt x="158" y="17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4825" lIns="90000" spcFirstLastPara="1" rIns="90000" wrap="square" tIns="248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17"/>
            <p:cNvSpPr/>
            <p:nvPr/>
          </p:nvSpPr>
          <p:spPr>
            <a:xfrm>
              <a:off x="2323126" y="2264951"/>
              <a:ext cx="23524" cy="254057"/>
            </a:xfrm>
            <a:custGeom>
              <a:rect b="b" l="l" r="r" t="t"/>
              <a:pathLst>
                <a:path extrusionOk="0" fill="none" h="162" w="15">
                  <a:moveTo>
                    <a:pt x="0" y="0"/>
                  </a:moveTo>
                  <a:lnTo>
                    <a:pt x="0" y="0"/>
                  </a:lnTo>
                  <a:cubicBezTo>
                    <a:pt x="5" y="55"/>
                    <a:pt x="9" y="110"/>
                    <a:pt x="15" y="16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12600" lIns="90700" spcFirstLastPara="1" rIns="90700" wrap="square" tIns="12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17"/>
            <p:cNvSpPr/>
            <p:nvPr/>
          </p:nvSpPr>
          <p:spPr>
            <a:xfrm>
              <a:off x="2227463" y="1331842"/>
              <a:ext cx="221123" cy="62730"/>
            </a:xfrm>
            <a:custGeom>
              <a:rect b="b" l="l" r="r" t="t"/>
              <a:pathLst>
                <a:path extrusionOk="0" h="40" w="141">
                  <a:moveTo>
                    <a:pt x="141" y="25"/>
                  </a:moveTo>
                  <a:lnTo>
                    <a:pt x="141" y="25"/>
                  </a:lnTo>
                  <a:cubicBezTo>
                    <a:pt x="131" y="28"/>
                    <a:pt x="120" y="28"/>
                    <a:pt x="110" y="30"/>
                  </a:cubicBezTo>
                  <a:cubicBezTo>
                    <a:pt x="97" y="32"/>
                    <a:pt x="87" y="34"/>
                    <a:pt x="74" y="34"/>
                  </a:cubicBezTo>
                  <a:cubicBezTo>
                    <a:pt x="63" y="36"/>
                    <a:pt x="51" y="36"/>
                    <a:pt x="38" y="36"/>
                  </a:cubicBezTo>
                  <a:cubicBezTo>
                    <a:pt x="28" y="38"/>
                    <a:pt x="15" y="38"/>
                    <a:pt x="5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2"/>
                    <a:pt x="0" y="23"/>
                    <a:pt x="0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3" y="9"/>
                    <a:pt x="47" y="7"/>
                    <a:pt x="70" y="4"/>
                  </a:cubicBezTo>
                  <a:cubicBezTo>
                    <a:pt x="80" y="2"/>
                    <a:pt x="93" y="2"/>
                    <a:pt x="103" y="2"/>
                  </a:cubicBezTo>
                  <a:cubicBezTo>
                    <a:pt x="116" y="0"/>
                    <a:pt x="127" y="0"/>
                    <a:pt x="139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9"/>
                    <a:pt x="141" y="17"/>
                    <a:pt x="141" y="25"/>
                  </a:cubicBezTo>
                  <a:moveTo>
                    <a:pt x="141" y="23"/>
                  </a:moveTo>
                  <a:lnTo>
                    <a:pt x="141" y="23"/>
                  </a:lnTo>
                  <a:cubicBezTo>
                    <a:pt x="139" y="15"/>
                    <a:pt x="137" y="9"/>
                    <a:pt x="137" y="2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29" y="7"/>
                    <a:pt x="116" y="9"/>
                    <a:pt x="106" y="9"/>
                  </a:cubicBezTo>
                  <a:cubicBezTo>
                    <a:pt x="93" y="11"/>
                    <a:pt x="82" y="13"/>
                    <a:pt x="72" y="13"/>
                  </a:cubicBezTo>
                  <a:cubicBezTo>
                    <a:pt x="49" y="15"/>
                    <a:pt x="26" y="17"/>
                    <a:pt x="2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23"/>
                    <a:pt x="5" y="30"/>
                    <a:pt x="7" y="38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15" y="36"/>
                    <a:pt x="28" y="34"/>
                    <a:pt x="38" y="32"/>
                  </a:cubicBezTo>
                  <a:cubicBezTo>
                    <a:pt x="49" y="32"/>
                    <a:pt x="59" y="30"/>
                    <a:pt x="72" y="28"/>
                  </a:cubicBezTo>
                  <a:cubicBezTo>
                    <a:pt x="82" y="28"/>
                    <a:pt x="93" y="25"/>
                    <a:pt x="106" y="25"/>
                  </a:cubicBezTo>
                  <a:cubicBezTo>
                    <a:pt x="116" y="25"/>
                    <a:pt x="129" y="23"/>
                    <a:pt x="141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17"/>
            <p:cNvSpPr/>
            <p:nvPr/>
          </p:nvSpPr>
          <p:spPr>
            <a:xfrm>
              <a:off x="427112" y="2818544"/>
              <a:ext cx="307377" cy="310514"/>
            </a:xfrm>
            <a:custGeom>
              <a:rect b="b" l="l" r="r" t="t"/>
              <a:pathLst>
                <a:path extrusionOk="0" h="198" w="196">
                  <a:moveTo>
                    <a:pt x="192" y="196"/>
                  </a:moveTo>
                  <a:lnTo>
                    <a:pt x="192" y="196"/>
                  </a:lnTo>
                  <a:cubicBezTo>
                    <a:pt x="162" y="196"/>
                    <a:pt x="131" y="196"/>
                    <a:pt x="99" y="198"/>
                  </a:cubicBezTo>
                  <a:cubicBezTo>
                    <a:pt x="51" y="198"/>
                    <a:pt x="51" y="198"/>
                    <a:pt x="51" y="198"/>
                  </a:cubicBezTo>
                  <a:cubicBezTo>
                    <a:pt x="36" y="198"/>
                    <a:pt x="19" y="198"/>
                    <a:pt x="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3" y="131"/>
                    <a:pt x="3" y="99"/>
                  </a:cubicBezTo>
                  <a:cubicBezTo>
                    <a:pt x="3" y="85"/>
                    <a:pt x="3" y="68"/>
                    <a:pt x="3" y="51"/>
                  </a:cubicBezTo>
                  <a:cubicBezTo>
                    <a:pt x="3" y="36"/>
                    <a:pt x="3" y="19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6" y="0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2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36"/>
                    <a:pt x="196" y="68"/>
                    <a:pt x="196" y="101"/>
                  </a:cubicBezTo>
                  <a:lnTo>
                    <a:pt x="192" y="196"/>
                  </a:lnTo>
                  <a:moveTo>
                    <a:pt x="192" y="194"/>
                  </a:moveTo>
                  <a:lnTo>
                    <a:pt x="192" y="194"/>
                  </a:lnTo>
                  <a:cubicBezTo>
                    <a:pt x="190" y="97"/>
                    <a:pt x="190" y="97"/>
                    <a:pt x="190" y="97"/>
                  </a:cubicBezTo>
                  <a:cubicBezTo>
                    <a:pt x="190" y="66"/>
                    <a:pt x="187" y="36"/>
                    <a:pt x="187" y="5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77" y="9"/>
                    <a:pt x="160" y="9"/>
                    <a:pt x="145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65" y="7"/>
                    <a:pt x="36" y="7"/>
                    <a:pt x="5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19"/>
                    <a:pt x="5" y="36"/>
                    <a:pt x="5" y="51"/>
                  </a:cubicBezTo>
                  <a:cubicBezTo>
                    <a:pt x="5" y="68"/>
                    <a:pt x="5" y="85"/>
                    <a:pt x="5" y="99"/>
                  </a:cubicBezTo>
                  <a:cubicBezTo>
                    <a:pt x="5" y="131"/>
                    <a:pt x="7" y="162"/>
                    <a:pt x="7" y="194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19" y="192"/>
                    <a:pt x="34" y="192"/>
                    <a:pt x="51" y="192"/>
                  </a:cubicBezTo>
                  <a:cubicBezTo>
                    <a:pt x="97" y="192"/>
                    <a:pt x="97" y="192"/>
                    <a:pt x="97" y="192"/>
                  </a:cubicBezTo>
                  <a:cubicBezTo>
                    <a:pt x="129" y="192"/>
                    <a:pt x="160" y="194"/>
                    <a:pt x="192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17"/>
            <p:cNvSpPr/>
            <p:nvPr/>
          </p:nvSpPr>
          <p:spPr>
            <a:xfrm>
              <a:off x="474160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8" y="23"/>
                    <a:pt x="8" y="46"/>
                    <a:pt x="8" y="71"/>
                  </a:cubicBezTo>
                  <a:cubicBezTo>
                    <a:pt x="8" y="94"/>
                    <a:pt x="8" y="120"/>
                    <a:pt x="4" y="143"/>
                  </a:cubicBezTo>
                  <a:cubicBezTo>
                    <a:pt x="2" y="120"/>
                    <a:pt x="0" y="94"/>
                    <a:pt x="0" y="71"/>
                  </a:cubicBezTo>
                  <a:cubicBezTo>
                    <a:pt x="0" y="46"/>
                    <a:pt x="2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17"/>
            <p:cNvSpPr/>
            <p:nvPr/>
          </p:nvSpPr>
          <p:spPr>
            <a:xfrm>
              <a:off x="503956" y="2826386"/>
              <a:ext cx="12546" cy="147416"/>
            </a:xfrm>
            <a:custGeom>
              <a:rect b="b" l="l" r="r" t="t"/>
              <a:pathLst>
                <a:path extrusionOk="0" h="94" w="8">
                  <a:moveTo>
                    <a:pt x="4" y="0"/>
                  </a:moveTo>
                  <a:lnTo>
                    <a:pt x="4" y="0"/>
                  </a:lnTo>
                  <a:cubicBezTo>
                    <a:pt x="6" y="14"/>
                    <a:pt x="8" y="31"/>
                    <a:pt x="8" y="46"/>
                  </a:cubicBezTo>
                  <a:cubicBezTo>
                    <a:pt x="8" y="63"/>
                    <a:pt x="6" y="80"/>
                    <a:pt x="4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17"/>
            <p:cNvSpPr/>
            <p:nvPr/>
          </p:nvSpPr>
          <p:spPr>
            <a:xfrm>
              <a:off x="641962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4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17"/>
            <p:cNvSpPr/>
            <p:nvPr/>
          </p:nvSpPr>
          <p:spPr>
            <a:xfrm>
              <a:off x="566686" y="2954982"/>
              <a:ext cx="12546" cy="120755"/>
            </a:xfrm>
            <a:custGeom>
              <a:rect b="b" l="l" r="r" t="t"/>
              <a:pathLst>
                <a:path extrusionOk="0" h="77" w="8">
                  <a:moveTo>
                    <a:pt x="4" y="0"/>
                  </a:moveTo>
                  <a:lnTo>
                    <a:pt x="4" y="0"/>
                  </a:lnTo>
                  <a:cubicBezTo>
                    <a:pt x="8" y="12"/>
                    <a:pt x="8" y="27"/>
                    <a:pt x="8" y="40"/>
                  </a:cubicBezTo>
                  <a:cubicBezTo>
                    <a:pt x="8" y="52"/>
                    <a:pt x="8" y="65"/>
                    <a:pt x="4" y="77"/>
                  </a:cubicBezTo>
                  <a:cubicBezTo>
                    <a:pt x="2" y="65"/>
                    <a:pt x="0" y="52"/>
                    <a:pt x="0" y="40"/>
                  </a:cubicBezTo>
                  <a:cubicBezTo>
                    <a:pt x="0" y="27"/>
                    <a:pt x="2" y="12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17"/>
            <p:cNvSpPr/>
            <p:nvPr/>
          </p:nvSpPr>
          <p:spPr>
            <a:xfrm>
              <a:off x="7989212" y="28185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17"/>
            <p:cNvSpPr/>
            <p:nvPr/>
          </p:nvSpPr>
          <p:spPr>
            <a:xfrm>
              <a:off x="8064488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17"/>
            <p:cNvSpPr/>
            <p:nvPr/>
          </p:nvSpPr>
          <p:spPr>
            <a:xfrm>
              <a:off x="8094285" y="28263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17"/>
            <p:cNvSpPr/>
            <p:nvPr/>
          </p:nvSpPr>
          <p:spPr>
            <a:xfrm>
              <a:off x="8232291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17"/>
            <p:cNvSpPr/>
            <p:nvPr/>
          </p:nvSpPr>
          <p:spPr>
            <a:xfrm>
              <a:off x="8169561" y="28781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17"/>
            <p:cNvSpPr/>
            <p:nvPr/>
          </p:nvSpPr>
          <p:spPr>
            <a:xfrm>
              <a:off x="5253" y="2671129"/>
              <a:ext cx="8705356" cy="164667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17"/>
            <p:cNvSpPr/>
            <p:nvPr/>
          </p:nvSpPr>
          <p:spPr>
            <a:xfrm>
              <a:off x="11526" y="2719744"/>
              <a:ext cx="1800351" cy="10978"/>
            </a:xfrm>
            <a:custGeom>
              <a:rect b="b" l="l" r="r" t="t"/>
              <a:pathLst>
                <a:path extrusionOk="0" h="7" w="1148">
                  <a:moveTo>
                    <a:pt x="0" y="2"/>
                  </a:moveTo>
                  <a:lnTo>
                    <a:pt x="0" y="2"/>
                  </a:lnTo>
                  <a:cubicBezTo>
                    <a:pt x="97" y="0"/>
                    <a:pt x="192" y="0"/>
                    <a:pt x="288" y="0"/>
                  </a:cubicBezTo>
                  <a:cubicBezTo>
                    <a:pt x="337" y="0"/>
                    <a:pt x="383" y="2"/>
                    <a:pt x="431" y="2"/>
                  </a:cubicBezTo>
                  <a:cubicBezTo>
                    <a:pt x="480" y="2"/>
                    <a:pt x="526" y="2"/>
                    <a:pt x="575" y="2"/>
                  </a:cubicBezTo>
                  <a:cubicBezTo>
                    <a:pt x="671" y="0"/>
                    <a:pt x="766" y="0"/>
                    <a:pt x="863" y="0"/>
                  </a:cubicBezTo>
                  <a:cubicBezTo>
                    <a:pt x="909" y="0"/>
                    <a:pt x="957" y="0"/>
                    <a:pt x="1005" y="0"/>
                  </a:cubicBezTo>
                  <a:cubicBezTo>
                    <a:pt x="1054" y="2"/>
                    <a:pt x="1100" y="2"/>
                    <a:pt x="1148" y="2"/>
                  </a:cubicBezTo>
                  <a:cubicBezTo>
                    <a:pt x="1148" y="5"/>
                    <a:pt x="1148" y="5"/>
                    <a:pt x="1148" y="5"/>
                  </a:cubicBezTo>
                  <a:cubicBezTo>
                    <a:pt x="1100" y="5"/>
                    <a:pt x="1054" y="5"/>
                    <a:pt x="1005" y="7"/>
                  </a:cubicBezTo>
                  <a:cubicBezTo>
                    <a:pt x="957" y="7"/>
                    <a:pt x="909" y="7"/>
                    <a:pt x="863" y="7"/>
                  </a:cubicBezTo>
                  <a:cubicBezTo>
                    <a:pt x="766" y="7"/>
                    <a:pt x="671" y="7"/>
                    <a:pt x="575" y="5"/>
                  </a:cubicBezTo>
                  <a:cubicBezTo>
                    <a:pt x="526" y="5"/>
                    <a:pt x="480" y="5"/>
                    <a:pt x="431" y="5"/>
                  </a:cubicBezTo>
                  <a:cubicBezTo>
                    <a:pt x="383" y="5"/>
                    <a:pt x="337" y="7"/>
                    <a:pt x="288" y="7"/>
                  </a:cubicBezTo>
                  <a:cubicBezTo>
                    <a:pt x="192" y="7"/>
                    <a:pt x="97" y="7"/>
                    <a:pt x="0" y="5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17"/>
            <p:cNvSpPr/>
            <p:nvPr/>
          </p:nvSpPr>
          <p:spPr>
            <a:xfrm>
              <a:off x="6903983" y="27495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17"/>
            <p:cNvSpPr/>
            <p:nvPr/>
          </p:nvSpPr>
          <p:spPr>
            <a:xfrm>
              <a:off x="671759" y="2746405"/>
              <a:ext cx="953496" cy="10978"/>
            </a:xfrm>
            <a:custGeom>
              <a:rect b="b" l="l" r="r" t="t"/>
              <a:pathLst>
                <a:path extrusionOk="0" h="7" w="608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4" y="2"/>
                  </a:cubicBezTo>
                  <a:cubicBezTo>
                    <a:pt x="179" y="2"/>
                    <a:pt x="204" y="2"/>
                    <a:pt x="229" y="2"/>
                  </a:cubicBezTo>
                  <a:cubicBezTo>
                    <a:pt x="254" y="4"/>
                    <a:pt x="280" y="2"/>
                    <a:pt x="305" y="2"/>
                  </a:cubicBezTo>
                  <a:cubicBezTo>
                    <a:pt x="355" y="2"/>
                    <a:pt x="406" y="0"/>
                    <a:pt x="456" y="0"/>
                  </a:cubicBezTo>
                  <a:cubicBezTo>
                    <a:pt x="507" y="0"/>
                    <a:pt x="557" y="2"/>
                    <a:pt x="608" y="4"/>
                  </a:cubicBezTo>
                  <a:lnTo>
                    <a:pt x="608" y="4"/>
                  </a:lnTo>
                  <a:cubicBezTo>
                    <a:pt x="557" y="6"/>
                    <a:pt x="507" y="6"/>
                    <a:pt x="456" y="6"/>
                  </a:cubicBezTo>
                  <a:cubicBezTo>
                    <a:pt x="406" y="9"/>
                    <a:pt x="355" y="6"/>
                    <a:pt x="305" y="6"/>
                  </a:cubicBezTo>
                  <a:cubicBezTo>
                    <a:pt x="280" y="6"/>
                    <a:pt x="254" y="4"/>
                    <a:pt x="229" y="4"/>
                  </a:cubicBezTo>
                  <a:cubicBezTo>
                    <a:pt x="204" y="6"/>
                    <a:pt x="179" y="6"/>
                    <a:pt x="154" y="6"/>
                  </a:cubicBezTo>
                  <a:cubicBezTo>
                    <a:pt x="101" y="6"/>
                    <a:pt x="50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17"/>
            <p:cNvSpPr/>
            <p:nvPr/>
          </p:nvSpPr>
          <p:spPr>
            <a:xfrm>
              <a:off x="2702642" y="2769929"/>
              <a:ext cx="953496" cy="12546"/>
            </a:xfrm>
            <a:custGeom>
              <a:rect b="b" l="l" r="r" t="t"/>
              <a:pathLst>
                <a:path extrusionOk="0" h="8" w="608">
                  <a:moveTo>
                    <a:pt x="0" y="4"/>
                  </a:moveTo>
                  <a:lnTo>
                    <a:pt x="0" y="4"/>
                  </a:lnTo>
                  <a:cubicBezTo>
                    <a:pt x="51" y="0"/>
                    <a:pt x="101" y="0"/>
                    <a:pt x="152" y="0"/>
                  </a:cubicBezTo>
                  <a:cubicBezTo>
                    <a:pt x="177" y="2"/>
                    <a:pt x="202" y="2"/>
                    <a:pt x="227" y="2"/>
                  </a:cubicBezTo>
                  <a:cubicBezTo>
                    <a:pt x="252" y="2"/>
                    <a:pt x="278" y="2"/>
                    <a:pt x="303" y="2"/>
                  </a:cubicBezTo>
                  <a:cubicBezTo>
                    <a:pt x="353" y="0"/>
                    <a:pt x="404" y="0"/>
                    <a:pt x="454" y="0"/>
                  </a:cubicBezTo>
                  <a:cubicBezTo>
                    <a:pt x="505" y="0"/>
                    <a:pt x="555" y="2"/>
                    <a:pt x="608" y="4"/>
                  </a:cubicBezTo>
                  <a:lnTo>
                    <a:pt x="608" y="4"/>
                  </a:lnTo>
                  <a:cubicBezTo>
                    <a:pt x="555" y="6"/>
                    <a:pt x="505" y="8"/>
                    <a:pt x="454" y="8"/>
                  </a:cubicBezTo>
                  <a:cubicBezTo>
                    <a:pt x="404" y="8"/>
                    <a:pt x="353" y="8"/>
                    <a:pt x="303" y="6"/>
                  </a:cubicBezTo>
                  <a:cubicBezTo>
                    <a:pt x="278" y="6"/>
                    <a:pt x="252" y="4"/>
                    <a:pt x="227" y="6"/>
                  </a:cubicBezTo>
                  <a:cubicBezTo>
                    <a:pt x="202" y="6"/>
                    <a:pt x="177" y="6"/>
                    <a:pt x="152" y="8"/>
                  </a:cubicBezTo>
                  <a:cubicBezTo>
                    <a:pt x="101" y="8"/>
                    <a:pt x="51" y="8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17"/>
            <p:cNvSpPr/>
            <p:nvPr/>
          </p:nvSpPr>
          <p:spPr>
            <a:xfrm>
              <a:off x="4562587" y="2782475"/>
              <a:ext cx="2590749" cy="14114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17"/>
            <p:cNvSpPr/>
            <p:nvPr/>
          </p:nvSpPr>
          <p:spPr>
            <a:xfrm>
              <a:off x="4473196" y="2760519"/>
              <a:ext cx="468907" cy="12546"/>
            </a:xfrm>
            <a:custGeom>
              <a:rect b="b" l="l" r="r" t="t"/>
              <a:pathLst>
                <a:path extrusionOk="0" h="8" w="299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1" y="2"/>
                    <a:pt x="74" y="2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5" y="0"/>
                    <a:pt x="198" y="0"/>
                    <a:pt x="223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4" y="4"/>
                    <a:pt x="286" y="4"/>
                    <a:pt x="299" y="4"/>
                  </a:cubicBezTo>
                  <a:cubicBezTo>
                    <a:pt x="286" y="6"/>
                    <a:pt x="274" y="6"/>
                    <a:pt x="261" y="6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198" y="8"/>
                    <a:pt x="175" y="8"/>
                    <a:pt x="149" y="8"/>
                  </a:cubicBezTo>
                  <a:cubicBezTo>
                    <a:pt x="124" y="8"/>
                    <a:pt x="99" y="8"/>
                    <a:pt x="74" y="8"/>
                  </a:cubicBezTo>
                  <a:cubicBezTo>
                    <a:pt x="51" y="6"/>
                    <a:pt x="25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17"/>
            <p:cNvSpPr/>
            <p:nvPr/>
          </p:nvSpPr>
          <p:spPr>
            <a:xfrm>
              <a:off x="1766397" y="2782475"/>
              <a:ext cx="266603" cy="14114"/>
            </a:xfrm>
            <a:custGeom>
              <a:rect b="b" l="l" r="r" t="t"/>
              <a:pathLst>
                <a:path extrusionOk="0" h="9" w="170">
                  <a:moveTo>
                    <a:pt x="0" y="4"/>
                  </a:moveTo>
                  <a:lnTo>
                    <a:pt x="0" y="4"/>
                  </a:lnTo>
                  <a:cubicBezTo>
                    <a:pt x="15" y="2"/>
                    <a:pt x="29" y="0"/>
                    <a:pt x="42" y="2"/>
                  </a:cubicBezTo>
                  <a:cubicBezTo>
                    <a:pt x="50" y="2"/>
                    <a:pt x="57" y="2"/>
                    <a:pt x="65" y="4"/>
                  </a:cubicBezTo>
                  <a:cubicBezTo>
                    <a:pt x="72" y="4"/>
                    <a:pt x="78" y="2"/>
                    <a:pt x="86" y="2"/>
                  </a:cubicBezTo>
                  <a:cubicBezTo>
                    <a:pt x="101" y="0"/>
                    <a:pt x="114" y="0"/>
                    <a:pt x="128" y="0"/>
                  </a:cubicBezTo>
                  <a:cubicBezTo>
                    <a:pt x="143" y="0"/>
                    <a:pt x="158" y="2"/>
                    <a:pt x="170" y="4"/>
                  </a:cubicBezTo>
                  <a:lnTo>
                    <a:pt x="170" y="4"/>
                  </a:lnTo>
                  <a:cubicBezTo>
                    <a:pt x="158" y="9"/>
                    <a:pt x="143" y="9"/>
                    <a:pt x="128" y="9"/>
                  </a:cubicBezTo>
                  <a:cubicBezTo>
                    <a:pt x="114" y="9"/>
                    <a:pt x="101" y="9"/>
                    <a:pt x="86" y="7"/>
                  </a:cubicBezTo>
                  <a:cubicBezTo>
                    <a:pt x="78" y="7"/>
                    <a:pt x="72" y="7"/>
                    <a:pt x="65" y="7"/>
                  </a:cubicBezTo>
                  <a:cubicBezTo>
                    <a:pt x="57" y="7"/>
                    <a:pt x="50" y="9"/>
                    <a:pt x="42" y="9"/>
                  </a:cubicBezTo>
                  <a:cubicBezTo>
                    <a:pt x="29" y="9"/>
                    <a:pt x="15" y="9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17"/>
            <p:cNvSpPr/>
            <p:nvPr/>
          </p:nvSpPr>
          <p:spPr>
            <a:xfrm>
              <a:off x="510229" y="1573352"/>
              <a:ext cx="3136" cy="243079"/>
            </a:xfrm>
            <a:custGeom>
              <a:rect b="b" l="l" r="r" t="t"/>
              <a:pathLst>
                <a:path extrusionOk="0" h="15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5"/>
                  </a:cubicBezTo>
                  <a:cubicBezTo>
                    <a:pt x="2" y="40"/>
                    <a:pt x="2" y="58"/>
                    <a:pt x="2" y="77"/>
                  </a:cubicBezTo>
                  <a:cubicBezTo>
                    <a:pt x="2" y="96"/>
                    <a:pt x="0" y="115"/>
                    <a:pt x="0" y="130"/>
                  </a:cubicBezTo>
                  <a:cubicBezTo>
                    <a:pt x="0" y="145"/>
                    <a:pt x="0" y="155"/>
                    <a:pt x="0" y="155"/>
                  </a:cubicBezTo>
                  <a:cubicBezTo>
                    <a:pt x="0" y="155"/>
                    <a:pt x="0" y="145"/>
                    <a:pt x="0" y="130"/>
                  </a:cubicBezTo>
                  <a:cubicBezTo>
                    <a:pt x="0" y="115"/>
                    <a:pt x="0" y="96"/>
                    <a:pt x="0" y="77"/>
                  </a:cubicBezTo>
                  <a:cubicBezTo>
                    <a:pt x="0" y="58"/>
                    <a:pt x="0" y="40"/>
                    <a:pt x="0" y="25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17"/>
            <p:cNvSpPr/>
            <p:nvPr/>
          </p:nvSpPr>
          <p:spPr>
            <a:xfrm>
              <a:off x="489842" y="1636082"/>
              <a:ext cx="3136" cy="65867"/>
            </a:xfrm>
            <a:custGeom>
              <a:rect b="b" l="l" r="r" t="t"/>
              <a:pathLst>
                <a:path extrusionOk="0" h="42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6"/>
                  </a:cubicBezTo>
                  <a:cubicBezTo>
                    <a:pt x="2" y="10"/>
                    <a:pt x="2" y="14"/>
                    <a:pt x="2" y="21"/>
                  </a:cubicBezTo>
                  <a:cubicBezTo>
                    <a:pt x="2" y="25"/>
                    <a:pt x="2" y="31"/>
                    <a:pt x="2" y="35"/>
                  </a:cubicBezTo>
                  <a:cubicBezTo>
                    <a:pt x="2" y="37"/>
                    <a:pt x="2" y="42"/>
                    <a:pt x="2" y="42"/>
                  </a:cubicBezTo>
                  <a:cubicBezTo>
                    <a:pt x="2" y="42"/>
                    <a:pt x="2" y="37"/>
                    <a:pt x="2" y="35"/>
                  </a:cubicBezTo>
                  <a:cubicBezTo>
                    <a:pt x="0" y="31"/>
                    <a:pt x="0" y="25"/>
                    <a:pt x="0" y="21"/>
                  </a:cubicBezTo>
                  <a:cubicBezTo>
                    <a:pt x="0" y="14"/>
                    <a:pt x="0" y="10"/>
                    <a:pt x="0" y="6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17"/>
            <p:cNvSpPr/>
            <p:nvPr/>
          </p:nvSpPr>
          <p:spPr>
            <a:xfrm>
              <a:off x="97780" y="1890139"/>
              <a:ext cx="3137" cy="75276"/>
            </a:xfrm>
            <a:custGeom>
              <a:rect b="b" l="l" r="r" t="t"/>
              <a:pathLst>
                <a:path extrusionOk="0" h="48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8"/>
                  </a:cubicBezTo>
                  <a:cubicBezTo>
                    <a:pt x="2" y="12"/>
                    <a:pt x="2" y="18"/>
                    <a:pt x="2" y="23"/>
                  </a:cubicBezTo>
                  <a:cubicBezTo>
                    <a:pt x="2" y="29"/>
                    <a:pt x="2" y="35"/>
                    <a:pt x="2" y="40"/>
                  </a:cubicBezTo>
                  <a:cubicBezTo>
                    <a:pt x="0" y="46"/>
                    <a:pt x="0" y="48"/>
                    <a:pt x="0" y="48"/>
                  </a:cubicBezTo>
                  <a:cubicBezTo>
                    <a:pt x="0" y="48"/>
                    <a:pt x="0" y="46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8"/>
                    <a:pt x="0" y="12"/>
                    <a:pt x="0" y="8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17"/>
            <p:cNvSpPr/>
            <p:nvPr/>
          </p:nvSpPr>
          <p:spPr>
            <a:xfrm>
              <a:off x="115030" y="1882298"/>
              <a:ext cx="3137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19"/>
                    <a:pt x="2" y="23"/>
                    <a:pt x="0" y="28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0" y="32"/>
                    <a:pt x="0" y="30"/>
                    <a:pt x="0" y="28"/>
                  </a:cubicBezTo>
                  <a:cubicBezTo>
                    <a:pt x="0" y="23"/>
                    <a:pt x="0" y="19"/>
                    <a:pt x="0" y="17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17"/>
            <p:cNvSpPr/>
            <p:nvPr/>
          </p:nvSpPr>
          <p:spPr>
            <a:xfrm>
              <a:off x="351836" y="2575465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0" y="50"/>
                    <a:pt x="0" y="57"/>
                  </a:cubicBezTo>
                  <a:cubicBezTo>
                    <a:pt x="0" y="63"/>
                    <a:pt x="0" y="67"/>
                    <a:pt x="0" y="67"/>
                  </a:cubicBezTo>
                  <a:cubicBezTo>
                    <a:pt x="0" y="67"/>
                    <a:pt x="0" y="63"/>
                    <a:pt x="0" y="57"/>
                  </a:cubicBezTo>
                  <a:cubicBezTo>
                    <a:pt x="0" y="50"/>
                    <a:pt x="0" y="42"/>
                    <a:pt x="0" y="33"/>
                  </a:cubicBezTo>
                  <a:cubicBezTo>
                    <a:pt x="0" y="25"/>
                    <a:pt x="0" y="17"/>
                    <a:pt x="0" y="10"/>
                  </a:cubicBezTo>
                  <a:cubicBezTo>
                    <a:pt x="0" y="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17"/>
            <p:cNvSpPr/>
            <p:nvPr/>
          </p:nvSpPr>
          <p:spPr>
            <a:xfrm>
              <a:off x="836425" y="2159879"/>
              <a:ext cx="6273" cy="277581"/>
            </a:xfrm>
            <a:custGeom>
              <a:rect b="b" l="l" r="r" t="t"/>
              <a:pathLst>
                <a:path extrusionOk="0" h="177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7"/>
                  </a:cubicBezTo>
                  <a:cubicBezTo>
                    <a:pt x="2" y="44"/>
                    <a:pt x="2" y="65"/>
                    <a:pt x="4" y="88"/>
                  </a:cubicBezTo>
                  <a:cubicBezTo>
                    <a:pt x="4" y="111"/>
                    <a:pt x="2" y="132"/>
                    <a:pt x="2" y="149"/>
                  </a:cubicBezTo>
                  <a:cubicBezTo>
                    <a:pt x="2" y="166"/>
                    <a:pt x="2" y="177"/>
                    <a:pt x="2" y="177"/>
                  </a:cubicBezTo>
                  <a:cubicBezTo>
                    <a:pt x="2" y="177"/>
                    <a:pt x="2" y="166"/>
                    <a:pt x="2" y="149"/>
                  </a:cubicBezTo>
                  <a:cubicBezTo>
                    <a:pt x="2" y="132"/>
                    <a:pt x="2" y="111"/>
                    <a:pt x="2" y="88"/>
                  </a:cubicBezTo>
                  <a:cubicBezTo>
                    <a:pt x="2" y="65"/>
                    <a:pt x="0" y="44"/>
                    <a:pt x="0" y="27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17"/>
            <p:cNvSpPr/>
            <p:nvPr/>
          </p:nvSpPr>
          <p:spPr>
            <a:xfrm>
              <a:off x="812902" y="2178698"/>
              <a:ext cx="3136" cy="56457"/>
            </a:xfrm>
            <a:custGeom>
              <a:rect b="b" l="l" r="r" t="t"/>
              <a:pathLst>
                <a:path extrusionOk="0" h="3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3"/>
                    <a:pt x="2" y="7"/>
                  </a:cubicBezTo>
                  <a:cubicBezTo>
                    <a:pt x="2" y="9"/>
                    <a:pt x="2" y="15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2" y="34"/>
                    <a:pt x="2" y="36"/>
                    <a:pt x="2" y="36"/>
                  </a:cubicBezTo>
                  <a:cubicBezTo>
                    <a:pt x="2" y="36"/>
                    <a:pt x="0" y="34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5"/>
                    <a:pt x="0" y="9"/>
                    <a:pt x="0" y="7"/>
                  </a:cubicBezTo>
                  <a:cubicBezTo>
                    <a:pt x="0" y="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17"/>
            <p:cNvSpPr/>
            <p:nvPr/>
          </p:nvSpPr>
          <p:spPr>
            <a:xfrm>
              <a:off x="794083" y="804909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2" y="50"/>
                    <a:pt x="2" y="57"/>
                  </a:cubicBezTo>
                  <a:cubicBezTo>
                    <a:pt x="2" y="63"/>
                    <a:pt x="2" y="67"/>
                    <a:pt x="2" y="67"/>
                  </a:cubicBezTo>
                  <a:cubicBezTo>
                    <a:pt x="2" y="67"/>
                    <a:pt x="2" y="63"/>
                    <a:pt x="2" y="57"/>
                  </a:cubicBezTo>
                  <a:cubicBezTo>
                    <a:pt x="2" y="50"/>
                    <a:pt x="0" y="42"/>
                    <a:pt x="0" y="33"/>
                  </a:cubicBezTo>
                  <a:cubicBezTo>
                    <a:pt x="0" y="25"/>
                    <a:pt x="2" y="17"/>
                    <a:pt x="2" y="10"/>
                  </a:cubicBezTo>
                  <a:cubicBezTo>
                    <a:pt x="2" y="4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17"/>
            <p:cNvSpPr/>
            <p:nvPr/>
          </p:nvSpPr>
          <p:spPr>
            <a:xfrm>
              <a:off x="809765" y="870776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0"/>
                    <a:pt x="2" y="12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3"/>
                    <a:pt x="2" y="25"/>
                    <a:pt x="2" y="25"/>
                  </a:cubicBezTo>
                  <a:cubicBezTo>
                    <a:pt x="2" y="25"/>
                    <a:pt x="2" y="23"/>
                    <a:pt x="2" y="21"/>
                  </a:cubicBezTo>
                  <a:cubicBezTo>
                    <a:pt x="0" y="19"/>
                    <a:pt x="0" y="17"/>
                    <a:pt x="0" y="12"/>
                  </a:cubicBezTo>
                  <a:cubicBezTo>
                    <a:pt x="0" y="10"/>
                    <a:pt x="0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17"/>
            <p:cNvSpPr/>
            <p:nvPr/>
          </p:nvSpPr>
          <p:spPr>
            <a:xfrm>
              <a:off x="1360221" y="2258678"/>
              <a:ext cx="4705" cy="59594"/>
            </a:xfrm>
            <a:custGeom>
              <a:rect b="b" l="l" r="r" t="t"/>
              <a:pathLst>
                <a:path extrusionOk="0" h="3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3" y="8"/>
                    <a:pt x="3" y="15"/>
                    <a:pt x="3" y="19"/>
                  </a:cubicBezTo>
                  <a:cubicBezTo>
                    <a:pt x="3" y="23"/>
                    <a:pt x="3" y="27"/>
                    <a:pt x="0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5"/>
                    <a:pt x="0" y="8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17"/>
            <p:cNvSpPr/>
            <p:nvPr/>
          </p:nvSpPr>
          <p:spPr>
            <a:xfrm>
              <a:off x="1377471" y="2235155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7"/>
                    <a:pt x="2" y="11"/>
                    <a:pt x="2" y="13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3"/>
                  </a:lnTo>
                  <a:cubicBezTo>
                    <a:pt x="0" y="19"/>
                    <a:pt x="0" y="17"/>
                    <a:pt x="0" y="13"/>
                  </a:cubicBezTo>
                  <a:cubicBezTo>
                    <a:pt x="0" y="11"/>
                    <a:pt x="0" y="7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17"/>
            <p:cNvSpPr/>
            <p:nvPr/>
          </p:nvSpPr>
          <p:spPr>
            <a:xfrm>
              <a:off x="1139097" y="1669016"/>
              <a:ext cx="4705" cy="72140"/>
            </a:xfrm>
            <a:custGeom>
              <a:rect b="b" l="l" r="r" t="t"/>
              <a:pathLst>
                <a:path extrusionOk="0" h="46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0" y="10"/>
                    <a:pt x="3" y="16"/>
                    <a:pt x="3" y="23"/>
                  </a:cubicBezTo>
                  <a:cubicBezTo>
                    <a:pt x="3" y="29"/>
                    <a:pt x="0" y="35"/>
                    <a:pt x="0" y="40"/>
                  </a:cubicBezTo>
                  <a:cubicBezTo>
                    <a:pt x="0" y="44"/>
                    <a:pt x="0" y="46"/>
                    <a:pt x="0" y="46"/>
                  </a:cubicBezTo>
                  <a:cubicBezTo>
                    <a:pt x="0" y="46"/>
                    <a:pt x="0" y="44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6"/>
                    <a:pt x="0" y="10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17"/>
            <p:cNvSpPr/>
            <p:nvPr/>
          </p:nvSpPr>
          <p:spPr>
            <a:xfrm>
              <a:off x="1007364" y="1242451"/>
              <a:ext cx="3136" cy="59594"/>
            </a:xfrm>
            <a:custGeom>
              <a:rect b="b" l="l" r="r" t="t"/>
              <a:pathLst>
                <a:path extrusionOk="0" h="38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5"/>
                  </a:cubicBezTo>
                  <a:cubicBezTo>
                    <a:pt x="2" y="9"/>
                    <a:pt x="2" y="13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17"/>
            <p:cNvSpPr/>
            <p:nvPr/>
          </p:nvSpPr>
          <p:spPr>
            <a:xfrm>
              <a:off x="1021479" y="1253429"/>
              <a:ext cx="3136" cy="21956"/>
            </a:xfrm>
            <a:custGeom>
              <a:rect b="b" l="l" r="r" t="t"/>
              <a:pathLst>
                <a:path extrusionOk="0" h="14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4"/>
                    <a:pt x="2" y="6"/>
                    <a:pt x="2" y="8"/>
                  </a:cubicBezTo>
                  <a:cubicBezTo>
                    <a:pt x="2" y="10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12"/>
                  </a:ln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4"/>
                    <a:pt x="0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17"/>
            <p:cNvSpPr/>
            <p:nvPr/>
          </p:nvSpPr>
          <p:spPr>
            <a:xfrm>
              <a:off x="2080047" y="2139491"/>
              <a:ext cx="3137" cy="119187"/>
            </a:xfrm>
            <a:custGeom>
              <a:rect b="b" l="l" r="r" t="t"/>
              <a:pathLst>
                <a:path extrusionOk="0" h="7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7"/>
                    <a:pt x="2" y="13"/>
                  </a:cubicBezTo>
                  <a:cubicBezTo>
                    <a:pt x="2" y="19"/>
                    <a:pt x="2" y="30"/>
                    <a:pt x="2" y="38"/>
                  </a:cubicBezTo>
                  <a:cubicBezTo>
                    <a:pt x="2" y="49"/>
                    <a:pt x="2" y="57"/>
                    <a:pt x="2" y="63"/>
                  </a:cubicBezTo>
                  <a:cubicBezTo>
                    <a:pt x="0" y="72"/>
                    <a:pt x="0" y="76"/>
                    <a:pt x="0" y="76"/>
                  </a:cubicBezTo>
                  <a:cubicBezTo>
                    <a:pt x="0" y="76"/>
                    <a:pt x="0" y="72"/>
                    <a:pt x="0" y="63"/>
                  </a:cubicBezTo>
                  <a:cubicBezTo>
                    <a:pt x="0" y="57"/>
                    <a:pt x="0" y="49"/>
                    <a:pt x="0" y="38"/>
                  </a:cubicBezTo>
                  <a:cubicBezTo>
                    <a:pt x="0" y="30"/>
                    <a:pt x="2" y="19"/>
                    <a:pt x="2" y="13"/>
                  </a:cubicBezTo>
                  <a:cubicBezTo>
                    <a:pt x="2" y="7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17"/>
            <p:cNvSpPr/>
            <p:nvPr/>
          </p:nvSpPr>
          <p:spPr>
            <a:xfrm>
              <a:off x="2095730" y="2133218"/>
              <a:ext cx="3137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1"/>
                    <a:pt x="2" y="13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5"/>
                    <a:pt x="2" y="25"/>
                    <a:pt x="2" y="25"/>
                  </a:cubicBezTo>
                  <a:lnTo>
                    <a:pt x="2" y="21"/>
                  </a:lnTo>
                  <a:cubicBezTo>
                    <a:pt x="2" y="19"/>
                    <a:pt x="0" y="17"/>
                    <a:pt x="0" y="13"/>
                  </a:cubicBezTo>
                  <a:cubicBezTo>
                    <a:pt x="0" y="11"/>
                    <a:pt x="2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17"/>
            <p:cNvSpPr/>
            <p:nvPr/>
          </p:nvSpPr>
          <p:spPr>
            <a:xfrm>
              <a:off x="1658188" y="2274361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5"/>
                    <a:pt x="2" y="22"/>
                    <a:pt x="2" y="30"/>
                  </a:cubicBezTo>
                  <a:cubicBezTo>
                    <a:pt x="2" y="36"/>
                    <a:pt x="2" y="45"/>
                    <a:pt x="2" y="51"/>
                  </a:cubicBezTo>
                  <a:cubicBezTo>
                    <a:pt x="2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6"/>
                    <a:pt x="0" y="30"/>
                  </a:cubicBezTo>
                  <a:cubicBezTo>
                    <a:pt x="0" y="22"/>
                    <a:pt x="0" y="15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17"/>
            <p:cNvSpPr/>
            <p:nvPr/>
          </p:nvSpPr>
          <p:spPr>
            <a:xfrm>
              <a:off x="1587617" y="1091899"/>
              <a:ext cx="3136" cy="161530"/>
            </a:xfrm>
            <a:custGeom>
              <a:rect b="b" l="l" r="r" t="t"/>
              <a:pathLst>
                <a:path extrusionOk="0" h="103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2" y="17"/>
                  </a:cubicBezTo>
                  <a:cubicBezTo>
                    <a:pt x="2" y="25"/>
                    <a:pt x="2" y="40"/>
                    <a:pt x="2" y="52"/>
                  </a:cubicBezTo>
                  <a:cubicBezTo>
                    <a:pt x="2" y="65"/>
                    <a:pt x="2" y="77"/>
                    <a:pt x="2" y="88"/>
                  </a:cubicBezTo>
                  <a:cubicBezTo>
                    <a:pt x="0" y="96"/>
                    <a:pt x="0" y="103"/>
                    <a:pt x="0" y="103"/>
                  </a:cubicBezTo>
                  <a:cubicBezTo>
                    <a:pt x="0" y="103"/>
                    <a:pt x="0" y="96"/>
                    <a:pt x="0" y="88"/>
                  </a:cubicBezTo>
                  <a:cubicBezTo>
                    <a:pt x="0" y="77"/>
                    <a:pt x="0" y="65"/>
                    <a:pt x="0" y="52"/>
                  </a:cubicBezTo>
                  <a:cubicBezTo>
                    <a:pt x="0" y="40"/>
                    <a:pt x="0" y="25"/>
                    <a:pt x="0" y="17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17"/>
            <p:cNvSpPr/>
            <p:nvPr/>
          </p:nvSpPr>
          <p:spPr>
            <a:xfrm>
              <a:off x="1604868" y="1146788"/>
              <a:ext cx="3136" cy="40775"/>
            </a:xfrm>
            <a:custGeom>
              <a:rect b="b" l="l" r="r" t="t"/>
              <a:pathLst>
                <a:path extrusionOk="0" h="26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2" y="9"/>
                    <a:pt x="2" y="13"/>
                  </a:cubicBezTo>
                  <a:cubicBezTo>
                    <a:pt x="2" y="15"/>
                    <a:pt x="0" y="19"/>
                    <a:pt x="0" y="21"/>
                  </a:cubicBezTo>
                  <a:cubicBezTo>
                    <a:pt x="0" y="24"/>
                    <a:pt x="0" y="26"/>
                    <a:pt x="0" y="26"/>
                  </a:cubicBezTo>
                  <a:cubicBezTo>
                    <a:pt x="0" y="26"/>
                    <a:pt x="0" y="24"/>
                    <a:pt x="0" y="21"/>
                  </a:cubicBezTo>
                  <a:cubicBezTo>
                    <a:pt x="0" y="19"/>
                    <a:pt x="0" y="15"/>
                    <a:pt x="0" y="13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bg>
      <p:bgPr>
        <a:solidFill>
          <a:schemeClr val="dk1"/>
        </a:solidFill>
      </p:bgPr>
    </p:bg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6" name="Google Shape;606;p1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607" name="Google Shape;607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608" name="Google Shape;608;p18"/>
          <p:cNvGrpSpPr/>
          <p:nvPr/>
        </p:nvGrpSpPr>
        <p:grpSpPr>
          <a:xfrm>
            <a:off x="7766988" y="3925313"/>
            <a:ext cx="1175174" cy="1017140"/>
            <a:chOff x="-498149" y="884163"/>
            <a:chExt cx="1175174" cy="1017140"/>
          </a:xfrm>
        </p:grpSpPr>
        <p:sp>
          <p:nvSpPr>
            <p:cNvPr id="609" name="Google Shape;609;p18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18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18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18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18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18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18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18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18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18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18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18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18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18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18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18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18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18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18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18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18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18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1" name="Google Shape;631;p18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632" name="Google Shape;632;p18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18"/>
            <p:cNvSpPr/>
            <p:nvPr/>
          </p:nvSpPr>
          <p:spPr>
            <a:xfrm rot="-5400000">
              <a:off x="-1842849" y="2543177"/>
              <a:ext cx="44198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1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18"/>
            <p:cNvSpPr/>
            <p:nvPr/>
          </p:nvSpPr>
          <p:spPr>
            <a:xfrm rot="-5400000">
              <a:off x="7400536" y="1716012"/>
              <a:ext cx="2765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bg>
      <p:bgPr>
        <a:solidFill>
          <a:schemeClr val="dk1"/>
        </a:solidFill>
      </p:bgPr>
    </p:bg>
    <p:spTree>
      <p:nvGrpSpPr>
        <p:cNvPr id="636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7" name="Google Shape;637;p1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638" name="Google Shape;638;p19"/>
          <p:cNvSpPr txBox="1"/>
          <p:nvPr>
            <p:ph type="title"/>
          </p:nvPr>
        </p:nvSpPr>
        <p:spPr>
          <a:xfrm>
            <a:off x="5148475" y="1213963"/>
            <a:ext cx="3282300" cy="156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639" name="Google Shape;639;p19"/>
          <p:cNvSpPr txBox="1"/>
          <p:nvPr>
            <p:ph idx="1" type="subTitle"/>
          </p:nvPr>
        </p:nvSpPr>
        <p:spPr>
          <a:xfrm>
            <a:off x="5148475" y="2776938"/>
            <a:ext cx="3282300" cy="11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0" name="Google Shape;640;p19"/>
          <p:cNvSpPr/>
          <p:nvPr>
            <p:ph idx="2" type="pic"/>
          </p:nvPr>
        </p:nvSpPr>
        <p:spPr>
          <a:xfrm>
            <a:off x="713225" y="1293601"/>
            <a:ext cx="3884100" cy="25563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41" name="Google Shape;641;p1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42" name="Google Shape;642;p19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19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1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19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bg>
      <p:bgPr>
        <a:solidFill>
          <a:schemeClr val="dk1"/>
        </a:solidFill>
      </p:bgPr>
    </p:bg>
    <p:spTree>
      <p:nvGrpSpPr>
        <p:cNvPr id="646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7" name="Google Shape;647;p2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648" name="Google Shape;648;p20"/>
          <p:cNvSpPr txBox="1"/>
          <p:nvPr>
            <p:ph type="title"/>
          </p:nvPr>
        </p:nvSpPr>
        <p:spPr>
          <a:xfrm>
            <a:off x="4799600" y="1835650"/>
            <a:ext cx="36315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649" name="Google Shape;649;p20"/>
          <p:cNvSpPr txBox="1"/>
          <p:nvPr>
            <p:ph idx="1" type="subTitle"/>
          </p:nvPr>
        </p:nvSpPr>
        <p:spPr>
          <a:xfrm>
            <a:off x="4799600" y="2368250"/>
            <a:ext cx="36315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50" name="Google Shape;650;p2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51" name="Google Shape;651;p20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0"/>
            <p:cNvSpPr/>
            <p:nvPr/>
          </p:nvSpPr>
          <p:spPr>
            <a:xfrm rot="-5400000">
              <a:off x="-1826063" y="2526388"/>
              <a:ext cx="43863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0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bg>
      <p:bgPr>
        <a:solidFill>
          <a:schemeClr val="dk1"/>
        </a:solidFill>
      </p:bgPr>
    </p:bg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6" name="Google Shape;656;p2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657" name="Google Shape;657;p21"/>
          <p:cNvSpPr txBox="1"/>
          <p:nvPr>
            <p:ph type="title"/>
          </p:nvPr>
        </p:nvSpPr>
        <p:spPr>
          <a:xfrm>
            <a:off x="713225" y="1835650"/>
            <a:ext cx="36312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658" name="Google Shape;658;p21"/>
          <p:cNvSpPr txBox="1"/>
          <p:nvPr>
            <p:ph idx="1" type="subTitle"/>
          </p:nvPr>
        </p:nvSpPr>
        <p:spPr>
          <a:xfrm>
            <a:off x="713403" y="2368250"/>
            <a:ext cx="36312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59" name="Google Shape;659;p21"/>
          <p:cNvGrpSpPr/>
          <p:nvPr/>
        </p:nvGrpSpPr>
        <p:grpSpPr>
          <a:xfrm>
            <a:off x="350950" y="342300"/>
            <a:ext cx="8448500" cy="4460451"/>
            <a:chOff x="350950" y="342300"/>
            <a:chExt cx="8448500" cy="4460451"/>
          </a:xfrm>
        </p:grpSpPr>
        <p:sp>
          <p:nvSpPr>
            <p:cNvPr id="660" name="Google Shape;660;p21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21"/>
            <p:cNvSpPr/>
            <p:nvPr/>
          </p:nvSpPr>
          <p:spPr>
            <a:xfrm rot="-5400000">
              <a:off x="-1859601" y="2559925"/>
              <a:ext cx="4453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2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21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bg>
      <p:bgPr>
        <a:solidFill>
          <a:schemeClr val="dk1"/>
        </a:solidFill>
      </p:bgPr>
    </p:bg>
    <p:spTree>
      <p:nvGrpSpPr>
        <p:cNvPr id="664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" name="Google Shape;665;p2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666" name="Google Shape;666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667" name="Google Shape;667;p22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8" name="Google Shape;668;p22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9" name="Google Shape;669;p22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670" name="Google Shape;670;p22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671" name="Google Shape;671;p2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72" name="Google Shape;672;p22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22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2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2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6" name="Google Shape;676;p22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677" name="Google Shape;677;p22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22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22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22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22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22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22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22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22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22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22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2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22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22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22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22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22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22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22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22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22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22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22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22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22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22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22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22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22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22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22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22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22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22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22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22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22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22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22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22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22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22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22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22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22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22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22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2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22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22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22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22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22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22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22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22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22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22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22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22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22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22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22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22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22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22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22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22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22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22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22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22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22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22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22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22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22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22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22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22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22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22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22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22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22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22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22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22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22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22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22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22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22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22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22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22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22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22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22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2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2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2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2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2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2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2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2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2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2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2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2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2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2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2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2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2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2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2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2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2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2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2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2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2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834" name="Shape 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5" name="Google Shape;835;p2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836" name="Google Shape;836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837" name="Google Shape;837;p23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38" name="Google Shape;838;p23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839" name="Google Shape;839;p2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840" name="Google Shape;840;p23"/>
            <p:cNvSpPr/>
            <p:nvPr/>
          </p:nvSpPr>
          <p:spPr>
            <a:xfrm>
              <a:off x="1208650" y="4764550"/>
              <a:ext cx="7490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3"/>
            <p:cNvSpPr/>
            <p:nvPr/>
          </p:nvSpPr>
          <p:spPr>
            <a:xfrm rot="-5400000">
              <a:off x="-1257776" y="1958100"/>
              <a:ext cx="32497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4" name="Google Shape;844;p23"/>
          <p:cNvGrpSpPr/>
          <p:nvPr/>
        </p:nvGrpSpPr>
        <p:grpSpPr>
          <a:xfrm>
            <a:off x="-631915" y="4022366"/>
            <a:ext cx="1488946" cy="955802"/>
            <a:chOff x="-1053822" y="5316830"/>
            <a:chExt cx="1773822" cy="1138537"/>
          </a:xfrm>
        </p:grpSpPr>
        <p:sp>
          <p:nvSpPr>
            <p:cNvPr id="845" name="Google Shape;845;p23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3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3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3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3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3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3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3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3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3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3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3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3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3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3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3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3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3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3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3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3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3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3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3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3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3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23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23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3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23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23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3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3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3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3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3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3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3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3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3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23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23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3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23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23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23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23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3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TITLE_AND_BODY_1">
    <p:bg>
      <p:bgPr>
        <a:solidFill>
          <a:schemeClr val="dk1"/>
        </a:solidFill>
      </p:bgPr>
    </p:bg>
    <p:spTree>
      <p:nvGrpSpPr>
        <p:cNvPr id="893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4" name="Google Shape;894;p2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895" name="Google Shape;895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896" name="Google Shape;896;p24"/>
          <p:cNvSpPr txBox="1"/>
          <p:nvPr>
            <p:ph idx="1" type="body"/>
          </p:nvPr>
        </p:nvSpPr>
        <p:spPr>
          <a:xfrm>
            <a:off x="7200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897" name="Google Shape;897;p24"/>
          <p:cNvSpPr txBox="1"/>
          <p:nvPr>
            <p:ph idx="2" type="body"/>
          </p:nvPr>
        </p:nvSpPr>
        <p:spPr>
          <a:xfrm>
            <a:off x="46371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898" name="Google Shape;898;p2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899" name="Google Shape;899;p24"/>
            <p:cNvSpPr/>
            <p:nvPr/>
          </p:nvSpPr>
          <p:spPr>
            <a:xfrm>
              <a:off x="383224" y="4764550"/>
              <a:ext cx="69646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24"/>
            <p:cNvSpPr/>
            <p:nvPr/>
          </p:nvSpPr>
          <p:spPr>
            <a:xfrm rot="-5400000">
              <a:off x="-1846800" y="2547126"/>
              <a:ext cx="44277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24"/>
            <p:cNvSpPr/>
            <p:nvPr/>
          </p:nvSpPr>
          <p:spPr>
            <a:xfrm rot="-5400000">
              <a:off x="7257113" y="1859439"/>
              <a:ext cx="30523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3" name="Google Shape;903;p24"/>
          <p:cNvGrpSpPr/>
          <p:nvPr/>
        </p:nvGrpSpPr>
        <p:grpSpPr>
          <a:xfrm>
            <a:off x="8477575" y="3806678"/>
            <a:ext cx="2259229" cy="966847"/>
            <a:chOff x="9821900" y="2863078"/>
            <a:chExt cx="2259229" cy="966847"/>
          </a:xfrm>
        </p:grpSpPr>
        <p:sp>
          <p:nvSpPr>
            <p:cNvPr id="904" name="Google Shape;904;p24"/>
            <p:cNvSpPr/>
            <p:nvPr/>
          </p:nvSpPr>
          <p:spPr>
            <a:xfrm>
              <a:off x="9965291" y="3565756"/>
              <a:ext cx="261529" cy="264170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10028692" y="3571039"/>
              <a:ext cx="11888" cy="18888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10053788" y="3571039"/>
              <a:ext cx="6604" cy="12812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10171344" y="3571039"/>
              <a:ext cx="10567" cy="166427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10118510" y="3615948"/>
              <a:ext cx="10567" cy="16906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9821900" y="3442925"/>
              <a:ext cx="2259229" cy="1373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10559507" y="3508959"/>
              <a:ext cx="1512376" cy="9246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9878123" y="3536700"/>
              <a:ext cx="891403" cy="1187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9878132" y="3235558"/>
              <a:ext cx="1264056" cy="20737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10881980" y="3246125"/>
              <a:ext cx="161144" cy="196807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10887263" y="3420477"/>
              <a:ext cx="143973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9915116" y="3047997"/>
              <a:ext cx="1262735" cy="208694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10916322" y="3054602"/>
              <a:ext cx="162465" cy="199448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9890019" y="2863078"/>
              <a:ext cx="1262735" cy="207373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10892547" y="2868362"/>
              <a:ext cx="161144" cy="199448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10809333" y="300440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10792162" y="2989880"/>
              <a:ext cx="33021" cy="2642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10311372" y="3190649"/>
              <a:ext cx="64722" cy="2642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9953420" y="329895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9965308" y="3287071"/>
              <a:ext cx="18492" cy="3963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bg>
      <p:bgPr>
        <a:solidFill>
          <a:schemeClr val="dk1"/>
        </a:solidFill>
      </p:bgPr>
    </p:bg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5" name="Google Shape;925;p2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926" name="Google Shape;926;p2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927" name="Google Shape;927;p25"/>
          <p:cNvSpPr txBox="1"/>
          <p:nvPr>
            <p:ph idx="1" type="subTitle"/>
          </p:nvPr>
        </p:nvSpPr>
        <p:spPr>
          <a:xfrm>
            <a:off x="1223853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8" name="Google Shape;928;p25"/>
          <p:cNvSpPr txBox="1"/>
          <p:nvPr>
            <p:ph idx="2" type="subTitle"/>
          </p:nvPr>
        </p:nvSpPr>
        <p:spPr>
          <a:xfrm>
            <a:off x="3633761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9" name="Google Shape;929;p25"/>
          <p:cNvSpPr txBox="1"/>
          <p:nvPr>
            <p:ph idx="3" type="subTitle"/>
          </p:nvPr>
        </p:nvSpPr>
        <p:spPr>
          <a:xfrm>
            <a:off x="6043647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30" name="Google Shape;930;p25"/>
          <p:cNvSpPr txBox="1"/>
          <p:nvPr>
            <p:ph idx="4" type="subTitle"/>
          </p:nvPr>
        </p:nvSpPr>
        <p:spPr>
          <a:xfrm>
            <a:off x="1223853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31" name="Google Shape;931;p25"/>
          <p:cNvSpPr txBox="1"/>
          <p:nvPr>
            <p:ph idx="5" type="subTitle"/>
          </p:nvPr>
        </p:nvSpPr>
        <p:spPr>
          <a:xfrm>
            <a:off x="3633761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32" name="Google Shape;932;p25"/>
          <p:cNvSpPr txBox="1"/>
          <p:nvPr>
            <p:ph idx="6" type="subTitle"/>
          </p:nvPr>
        </p:nvSpPr>
        <p:spPr>
          <a:xfrm>
            <a:off x="6043647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933" name="Google Shape;933;p2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934" name="Google Shape;934;p25"/>
            <p:cNvSpPr/>
            <p:nvPr/>
          </p:nvSpPr>
          <p:spPr>
            <a:xfrm>
              <a:off x="444975" y="4764550"/>
              <a:ext cx="73846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25"/>
            <p:cNvSpPr/>
            <p:nvPr/>
          </p:nvSpPr>
          <p:spPr>
            <a:xfrm rot="-5400000">
              <a:off x="-1832726" y="2533050"/>
              <a:ext cx="43996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2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25"/>
            <p:cNvSpPr/>
            <p:nvPr/>
          </p:nvSpPr>
          <p:spPr>
            <a:xfrm rot="-5400000">
              <a:off x="7238725" y="1877825"/>
              <a:ext cx="30891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8" name="Google Shape;938;p25"/>
          <p:cNvGrpSpPr/>
          <p:nvPr/>
        </p:nvGrpSpPr>
        <p:grpSpPr>
          <a:xfrm flipH="1">
            <a:off x="8278560" y="4022366"/>
            <a:ext cx="1488946" cy="955802"/>
            <a:chOff x="-1053822" y="5316830"/>
            <a:chExt cx="1773822" cy="1138537"/>
          </a:xfrm>
        </p:grpSpPr>
        <p:sp>
          <p:nvSpPr>
            <p:cNvPr id="939" name="Google Shape;939;p25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25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25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25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25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25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25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25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25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25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25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25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25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25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25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25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25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25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25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25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25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25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25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25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25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25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25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25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25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5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25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25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5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5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5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5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5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5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5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5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5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25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25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5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25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25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25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25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bg>
      <p:bgPr>
        <a:solidFill>
          <a:schemeClr val="dk1"/>
        </a:solidFill>
      </p:bgPr>
    </p:bg>
    <p:spTree>
      <p:nvGrpSpPr>
        <p:cNvPr id="987" name="Shape 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8" name="Google Shape;988;p2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989" name="Google Shape;989;p2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990" name="Google Shape;990;p26"/>
          <p:cNvSpPr txBox="1"/>
          <p:nvPr>
            <p:ph idx="1" type="subTitle"/>
          </p:nvPr>
        </p:nvSpPr>
        <p:spPr>
          <a:xfrm>
            <a:off x="2279380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91" name="Google Shape;991;p26"/>
          <p:cNvSpPr txBox="1"/>
          <p:nvPr>
            <p:ph idx="2" type="subTitle"/>
          </p:nvPr>
        </p:nvSpPr>
        <p:spPr>
          <a:xfrm>
            <a:off x="5783581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92" name="Google Shape;992;p26"/>
          <p:cNvSpPr txBox="1"/>
          <p:nvPr>
            <p:ph idx="3" type="subTitle"/>
          </p:nvPr>
        </p:nvSpPr>
        <p:spPr>
          <a:xfrm>
            <a:off x="2279380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93" name="Google Shape;993;p26"/>
          <p:cNvSpPr txBox="1"/>
          <p:nvPr>
            <p:ph idx="4" type="subTitle"/>
          </p:nvPr>
        </p:nvSpPr>
        <p:spPr>
          <a:xfrm>
            <a:off x="5783581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94" name="Google Shape;994;p26"/>
          <p:cNvSpPr txBox="1"/>
          <p:nvPr>
            <p:ph idx="5" type="subTitle"/>
          </p:nvPr>
        </p:nvSpPr>
        <p:spPr>
          <a:xfrm>
            <a:off x="2279380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95" name="Google Shape;995;p26"/>
          <p:cNvSpPr txBox="1"/>
          <p:nvPr>
            <p:ph idx="6" type="subTitle"/>
          </p:nvPr>
        </p:nvSpPr>
        <p:spPr>
          <a:xfrm>
            <a:off x="2279380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96" name="Google Shape;996;p26"/>
          <p:cNvSpPr txBox="1"/>
          <p:nvPr>
            <p:ph idx="7" type="subTitle"/>
          </p:nvPr>
        </p:nvSpPr>
        <p:spPr>
          <a:xfrm>
            <a:off x="5783579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97" name="Google Shape;997;p26"/>
          <p:cNvSpPr txBox="1"/>
          <p:nvPr>
            <p:ph idx="8" type="subTitle"/>
          </p:nvPr>
        </p:nvSpPr>
        <p:spPr>
          <a:xfrm>
            <a:off x="5783579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998" name="Google Shape;998;p26"/>
          <p:cNvGrpSpPr/>
          <p:nvPr/>
        </p:nvGrpSpPr>
        <p:grpSpPr>
          <a:xfrm>
            <a:off x="-498149" y="3741653"/>
            <a:ext cx="1175174" cy="1017149"/>
            <a:chOff x="-498149" y="884153"/>
            <a:chExt cx="1175174" cy="1017149"/>
          </a:xfrm>
        </p:grpSpPr>
        <p:sp>
          <p:nvSpPr>
            <p:cNvPr id="999" name="Google Shape;999;p26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6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6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6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6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6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6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6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6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6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6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6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6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6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6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6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6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6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6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6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6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6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6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6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6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4" name="Google Shape;1024;p2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025" name="Google Shape;1025;p26"/>
            <p:cNvSpPr/>
            <p:nvPr/>
          </p:nvSpPr>
          <p:spPr>
            <a:xfrm>
              <a:off x="1048125" y="4764550"/>
              <a:ext cx="76509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6"/>
            <p:cNvSpPr/>
            <p:nvPr/>
          </p:nvSpPr>
          <p:spPr>
            <a:xfrm rot="-5400000">
              <a:off x="-1065337" y="1765664"/>
              <a:ext cx="28648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bg>
      <p:bgPr>
        <a:solidFill>
          <a:schemeClr val="dk1"/>
        </a:solidFill>
      </p:bgPr>
    </p:bg>
    <p:spTree>
      <p:nvGrpSpPr>
        <p:cNvPr id="1029" name="Shape 1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" name="Google Shape;1030;p2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031" name="Google Shape;1031;p2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032" name="Google Shape;1032;p27"/>
          <p:cNvSpPr txBox="1"/>
          <p:nvPr>
            <p:ph idx="1" type="subTitle"/>
          </p:nvPr>
        </p:nvSpPr>
        <p:spPr>
          <a:xfrm>
            <a:off x="1044753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3" name="Google Shape;1033;p27"/>
          <p:cNvSpPr txBox="1"/>
          <p:nvPr>
            <p:ph idx="2" type="subTitle"/>
          </p:nvPr>
        </p:nvSpPr>
        <p:spPr>
          <a:xfrm>
            <a:off x="3574050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4" name="Google Shape;1034;p27"/>
          <p:cNvSpPr txBox="1"/>
          <p:nvPr>
            <p:ph idx="3" type="subTitle"/>
          </p:nvPr>
        </p:nvSpPr>
        <p:spPr>
          <a:xfrm>
            <a:off x="1044753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5" name="Google Shape;1035;p27"/>
          <p:cNvSpPr txBox="1"/>
          <p:nvPr>
            <p:ph idx="4" type="subTitle"/>
          </p:nvPr>
        </p:nvSpPr>
        <p:spPr>
          <a:xfrm>
            <a:off x="3574050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6" name="Google Shape;1036;p27"/>
          <p:cNvSpPr txBox="1"/>
          <p:nvPr>
            <p:ph idx="5" type="subTitle"/>
          </p:nvPr>
        </p:nvSpPr>
        <p:spPr>
          <a:xfrm>
            <a:off x="6103347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7" name="Google Shape;1037;p27"/>
          <p:cNvSpPr txBox="1"/>
          <p:nvPr>
            <p:ph idx="6" type="subTitle"/>
          </p:nvPr>
        </p:nvSpPr>
        <p:spPr>
          <a:xfrm>
            <a:off x="6103347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8" name="Google Shape;1038;p27"/>
          <p:cNvSpPr txBox="1"/>
          <p:nvPr>
            <p:ph idx="7" type="subTitle"/>
          </p:nvPr>
        </p:nvSpPr>
        <p:spPr>
          <a:xfrm>
            <a:off x="1044753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039" name="Google Shape;1039;p27"/>
          <p:cNvSpPr txBox="1"/>
          <p:nvPr>
            <p:ph idx="8" type="subTitle"/>
          </p:nvPr>
        </p:nvSpPr>
        <p:spPr>
          <a:xfrm>
            <a:off x="3574050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040" name="Google Shape;1040;p27"/>
          <p:cNvSpPr txBox="1"/>
          <p:nvPr>
            <p:ph idx="9" type="subTitle"/>
          </p:nvPr>
        </p:nvSpPr>
        <p:spPr>
          <a:xfrm>
            <a:off x="6103347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041" name="Google Shape;1041;p27"/>
          <p:cNvSpPr txBox="1"/>
          <p:nvPr>
            <p:ph idx="13" type="subTitle"/>
          </p:nvPr>
        </p:nvSpPr>
        <p:spPr>
          <a:xfrm>
            <a:off x="1044753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042" name="Google Shape;1042;p27"/>
          <p:cNvSpPr txBox="1"/>
          <p:nvPr>
            <p:ph idx="14" type="subTitle"/>
          </p:nvPr>
        </p:nvSpPr>
        <p:spPr>
          <a:xfrm>
            <a:off x="3574050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043" name="Google Shape;1043;p27"/>
          <p:cNvSpPr txBox="1"/>
          <p:nvPr>
            <p:ph idx="15" type="subTitle"/>
          </p:nvPr>
        </p:nvSpPr>
        <p:spPr>
          <a:xfrm>
            <a:off x="6103347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1044" name="Google Shape;1044;p27"/>
          <p:cNvGrpSpPr/>
          <p:nvPr/>
        </p:nvGrpSpPr>
        <p:grpSpPr>
          <a:xfrm flipH="1">
            <a:off x="8423974" y="1257907"/>
            <a:ext cx="1248129" cy="860168"/>
            <a:chOff x="-4004220" y="1207709"/>
            <a:chExt cx="3372411" cy="2324149"/>
          </a:xfrm>
        </p:grpSpPr>
        <p:sp>
          <p:nvSpPr>
            <p:cNvPr id="1045" name="Google Shape;1045;p27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7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7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7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7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7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7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27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27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7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7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7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7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7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7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7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7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7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7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7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7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7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7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7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7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7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7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7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7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7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7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7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7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7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7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7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7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7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7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7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7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7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7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7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7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7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7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7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7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27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27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27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27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27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27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27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27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27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27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27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27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27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7" name="Google Shape;1107;p2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108" name="Google Shape;1108;p27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27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2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27"/>
            <p:cNvSpPr/>
            <p:nvPr/>
          </p:nvSpPr>
          <p:spPr>
            <a:xfrm rot="-5400000">
              <a:off x="7628550" y="3602625"/>
              <a:ext cx="2309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bg>
      <p:bgPr>
        <a:solidFill>
          <a:schemeClr val="dk1"/>
        </a:solidFill>
      </p:bgPr>
    </p:bg>
    <p:spTree>
      <p:nvGrpSpPr>
        <p:cNvPr id="1112" name="Shape 1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3" name="Google Shape;1113;p2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114" name="Google Shape;1114;p28"/>
          <p:cNvSpPr txBox="1"/>
          <p:nvPr>
            <p:ph hasCustomPrompt="1" type="title"/>
          </p:nvPr>
        </p:nvSpPr>
        <p:spPr>
          <a:xfrm>
            <a:off x="1970775" y="601338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15" name="Google Shape;1115;p28"/>
          <p:cNvSpPr txBox="1"/>
          <p:nvPr>
            <p:ph idx="1" type="subTitle"/>
          </p:nvPr>
        </p:nvSpPr>
        <p:spPr>
          <a:xfrm>
            <a:off x="1970775" y="129026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16" name="Google Shape;1116;p28"/>
          <p:cNvSpPr txBox="1"/>
          <p:nvPr>
            <p:ph hasCustomPrompt="1" idx="2" type="title"/>
          </p:nvPr>
        </p:nvSpPr>
        <p:spPr>
          <a:xfrm>
            <a:off x="1970775" y="1890512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17" name="Google Shape;1117;p28"/>
          <p:cNvSpPr txBox="1"/>
          <p:nvPr>
            <p:ph idx="3" type="subTitle"/>
          </p:nvPr>
        </p:nvSpPr>
        <p:spPr>
          <a:xfrm>
            <a:off x="1970775" y="2579437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18" name="Google Shape;1118;p28"/>
          <p:cNvSpPr txBox="1"/>
          <p:nvPr>
            <p:ph hasCustomPrompt="1" idx="4" type="title"/>
          </p:nvPr>
        </p:nvSpPr>
        <p:spPr>
          <a:xfrm>
            <a:off x="1970775" y="3179687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19" name="Google Shape;1119;p28"/>
          <p:cNvSpPr txBox="1"/>
          <p:nvPr>
            <p:ph idx="5" type="subTitle"/>
          </p:nvPr>
        </p:nvSpPr>
        <p:spPr>
          <a:xfrm>
            <a:off x="1970775" y="386861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120" name="Google Shape;1120;p2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121" name="Google Shape;1121;p28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28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2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28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bg>
      <p:bgPr>
        <a:solidFill>
          <a:schemeClr val="dk1"/>
        </a:solidFill>
      </p:bgPr>
    </p:bg>
    <p:spTree>
      <p:nvGrpSpPr>
        <p:cNvPr id="1125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" name="Google Shape;1126;p2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127" name="Google Shape;1127;p29"/>
          <p:cNvSpPr txBox="1"/>
          <p:nvPr>
            <p:ph type="title"/>
          </p:nvPr>
        </p:nvSpPr>
        <p:spPr>
          <a:xfrm>
            <a:off x="1638675" y="612180"/>
            <a:ext cx="4151700" cy="91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128" name="Google Shape;1128;p29"/>
          <p:cNvSpPr txBox="1"/>
          <p:nvPr>
            <p:ph idx="1" type="subTitle"/>
          </p:nvPr>
        </p:nvSpPr>
        <p:spPr>
          <a:xfrm>
            <a:off x="1638675" y="1745139"/>
            <a:ext cx="4151700" cy="13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129" name="Google Shape;1129;p29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1130" name="Google Shape;1130;p29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29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2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29"/>
            <p:cNvSpPr/>
            <p:nvPr/>
          </p:nvSpPr>
          <p:spPr>
            <a:xfrm rot="-5400000">
              <a:off x="7567861" y="1548687"/>
              <a:ext cx="24309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4" name="Google Shape;1134;p29"/>
          <p:cNvSpPr txBox="1"/>
          <p:nvPr/>
        </p:nvSpPr>
        <p:spPr>
          <a:xfrm>
            <a:off x="1638675" y="4006102"/>
            <a:ext cx="41517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CREDITS: This presentation template was created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 and includes icons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infographics &amp; images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 u="sng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dk1"/>
        </a:solidFill>
      </p:bgPr>
    </p:bg>
    <p:spTree>
      <p:nvGrpSpPr>
        <p:cNvPr id="1135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6" name="Google Shape;1136;p3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1137" name="Google Shape;1137;p30"/>
          <p:cNvGrpSpPr/>
          <p:nvPr/>
        </p:nvGrpSpPr>
        <p:grpSpPr>
          <a:xfrm>
            <a:off x="444975" y="342300"/>
            <a:ext cx="8354475" cy="2353075"/>
            <a:chOff x="444975" y="342300"/>
            <a:chExt cx="8354475" cy="2353075"/>
          </a:xfrm>
        </p:grpSpPr>
        <p:sp>
          <p:nvSpPr>
            <p:cNvPr id="1138" name="Google Shape;1138;p3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dk1"/>
        </a:solidFill>
      </p:bgPr>
    </p:bg>
    <p:spTree>
      <p:nvGrpSpPr>
        <p:cNvPr id="1140" name="Shape 1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1" name="Google Shape;1141;p3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1142" name="Google Shape;1142;p31"/>
          <p:cNvGrpSpPr/>
          <p:nvPr/>
        </p:nvGrpSpPr>
        <p:grpSpPr>
          <a:xfrm>
            <a:off x="350950" y="349378"/>
            <a:ext cx="2932125" cy="4447447"/>
            <a:chOff x="350950" y="349378"/>
            <a:chExt cx="2932125" cy="4447447"/>
          </a:xfrm>
        </p:grpSpPr>
        <p:sp>
          <p:nvSpPr>
            <p:cNvPr id="1143" name="Google Shape;1143;p31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31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9_1_1">
    <p:bg>
      <p:bgPr>
        <a:solidFill>
          <a:schemeClr val="dk1"/>
        </a:solidFill>
      </p:bgPr>
    </p:bg>
    <p:spTree>
      <p:nvGrpSpPr>
        <p:cNvPr id="1145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6" name="Google Shape;1146;p3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147" name="Google Shape;1147;p32"/>
          <p:cNvSpPr/>
          <p:nvPr/>
        </p:nvSpPr>
        <p:spPr>
          <a:xfrm>
            <a:off x="444975" y="4764550"/>
            <a:ext cx="7985799" cy="32275"/>
          </a:xfrm>
          <a:custGeom>
            <a:rect b="b" l="l" r="r" t="t"/>
            <a:pathLst>
              <a:path extrusionOk="0" h="8" w="1951">
                <a:moveTo>
                  <a:pt x="1951" y="4"/>
                </a:moveTo>
                <a:lnTo>
                  <a:pt x="1951" y="4"/>
                </a:lnTo>
                <a:cubicBezTo>
                  <a:pt x="1787" y="8"/>
                  <a:pt x="1625" y="8"/>
                  <a:pt x="1463" y="8"/>
                </a:cubicBezTo>
                <a:cubicBezTo>
                  <a:pt x="1381" y="6"/>
                  <a:pt x="1299" y="6"/>
                  <a:pt x="1219" y="6"/>
                </a:cubicBezTo>
                <a:cubicBezTo>
                  <a:pt x="1137" y="6"/>
                  <a:pt x="1055" y="6"/>
                  <a:pt x="976" y="6"/>
                </a:cubicBezTo>
                <a:cubicBezTo>
                  <a:pt x="811" y="8"/>
                  <a:pt x="650" y="8"/>
                  <a:pt x="488" y="8"/>
                </a:cubicBezTo>
                <a:cubicBezTo>
                  <a:pt x="406" y="8"/>
                  <a:pt x="324" y="8"/>
                  <a:pt x="244" y="6"/>
                </a:cubicBezTo>
                <a:cubicBezTo>
                  <a:pt x="162" y="6"/>
                  <a:pt x="80" y="6"/>
                  <a:pt x="0" y="4"/>
                </a:cubicBezTo>
                <a:lnTo>
                  <a:pt x="0" y="4"/>
                </a:lnTo>
                <a:cubicBezTo>
                  <a:pt x="80" y="2"/>
                  <a:pt x="162" y="2"/>
                  <a:pt x="244" y="2"/>
                </a:cubicBezTo>
                <a:cubicBezTo>
                  <a:pt x="324" y="0"/>
                  <a:pt x="406" y="0"/>
                  <a:pt x="488" y="0"/>
                </a:cubicBezTo>
                <a:cubicBezTo>
                  <a:pt x="650" y="0"/>
                  <a:pt x="811" y="0"/>
                  <a:pt x="976" y="2"/>
                </a:cubicBezTo>
                <a:cubicBezTo>
                  <a:pt x="1055" y="2"/>
                  <a:pt x="1137" y="4"/>
                  <a:pt x="1219" y="2"/>
                </a:cubicBezTo>
                <a:cubicBezTo>
                  <a:pt x="1299" y="2"/>
                  <a:pt x="1381" y="2"/>
                  <a:pt x="1463" y="2"/>
                </a:cubicBezTo>
                <a:cubicBezTo>
                  <a:pt x="1625" y="0"/>
                  <a:pt x="1787" y="2"/>
                  <a:pt x="1951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1" anchor="ctr" bIns="0" lIns="90000" spcFirstLastPara="1" rIns="9000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800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1151" name="Shape 1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2" name="Google Shape;1152;p3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153" name="Google Shape;1153;p34"/>
          <p:cNvSpPr txBox="1"/>
          <p:nvPr>
            <p:ph type="ctrTitle"/>
          </p:nvPr>
        </p:nvSpPr>
        <p:spPr>
          <a:xfrm>
            <a:off x="1570950" y="1510425"/>
            <a:ext cx="6002100" cy="121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154" name="Google Shape;1154;p34"/>
          <p:cNvSpPr txBox="1"/>
          <p:nvPr>
            <p:ph idx="1" type="subTitle"/>
          </p:nvPr>
        </p:nvSpPr>
        <p:spPr>
          <a:xfrm>
            <a:off x="2590800" y="2806975"/>
            <a:ext cx="3962400" cy="4209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155" name="Google Shape;1155;p34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1156" name="Google Shape;1156;p34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4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160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1" name="Google Shape;1161;p3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162" name="Google Shape;1162;p35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63" name="Google Shape;1163;p35"/>
          <p:cNvSpPr txBox="1"/>
          <p:nvPr>
            <p:ph hasCustomPrompt="1"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3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64" name="Google Shape;1164;p35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165" name="Google Shape;1165;p3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166" name="Google Shape;1166;p35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35"/>
            <p:cNvSpPr/>
            <p:nvPr/>
          </p:nvSpPr>
          <p:spPr>
            <a:xfrm rot="-5400000">
              <a:off x="-1833150" y="2548175"/>
              <a:ext cx="44004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3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35"/>
            <p:cNvSpPr/>
            <p:nvPr/>
          </p:nvSpPr>
          <p:spPr>
            <a:xfrm rot="-5400000">
              <a:off x="7457537" y="3431612"/>
              <a:ext cx="26515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1170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1" name="Google Shape;1171;p3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172" name="Google Shape;1172;p3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173" name="Google Shape;1173;p36"/>
          <p:cNvSpPr txBox="1"/>
          <p:nvPr>
            <p:ph idx="1" type="body"/>
          </p:nvPr>
        </p:nvSpPr>
        <p:spPr>
          <a:xfrm>
            <a:off x="720000" y="1074750"/>
            <a:ext cx="7710900" cy="13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174" name="Google Shape;1174;p36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1175" name="Google Shape;1175;p36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6"/>
            <p:cNvSpPr/>
            <p:nvPr/>
          </p:nvSpPr>
          <p:spPr>
            <a:xfrm rot="-5400000">
              <a:off x="-265463" y="965786"/>
              <a:ext cx="12651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3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3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79" name="Google Shape;1179;p36"/>
          <p:cNvGrpSpPr/>
          <p:nvPr/>
        </p:nvGrpSpPr>
        <p:grpSpPr>
          <a:xfrm>
            <a:off x="-1175150" y="2854154"/>
            <a:ext cx="2259230" cy="2237521"/>
            <a:chOff x="6104069" y="1664684"/>
            <a:chExt cx="2705016" cy="2679025"/>
          </a:xfrm>
        </p:grpSpPr>
        <p:sp>
          <p:nvSpPr>
            <p:cNvPr id="1180" name="Google Shape;1180;p36"/>
            <p:cNvSpPr/>
            <p:nvPr/>
          </p:nvSpPr>
          <p:spPr>
            <a:xfrm>
              <a:off x="6613989" y="1664684"/>
              <a:ext cx="1635250" cy="692687"/>
            </a:xfrm>
            <a:custGeom>
              <a:rect b="b" l="l" r="r" t="t"/>
              <a:pathLst>
                <a:path extrusionOk="0" h="438" w="1034">
                  <a:moveTo>
                    <a:pt x="1028" y="7"/>
                  </a:moveTo>
                  <a:lnTo>
                    <a:pt x="1028" y="7"/>
                  </a:lnTo>
                  <a:cubicBezTo>
                    <a:pt x="1032" y="218"/>
                    <a:pt x="1032" y="218"/>
                    <a:pt x="1032" y="218"/>
                  </a:cubicBezTo>
                  <a:cubicBezTo>
                    <a:pt x="1034" y="325"/>
                    <a:pt x="1034" y="325"/>
                    <a:pt x="1034" y="325"/>
                  </a:cubicBezTo>
                  <a:cubicBezTo>
                    <a:pt x="1034" y="430"/>
                    <a:pt x="1034" y="430"/>
                    <a:pt x="1034" y="430"/>
                  </a:cubicBezTo>
                  <a:cubicBezTo>
                    <a:pt x="1034" y="438"/>
                    <a:pt x="1034" y="438"/>
                    <a:pt x="1034" y="438"/>
                  </a:cubicBezTo>
                  <a:cubicBezTo>
                    <a:pt x="1028" y="438"/>
                    <a:pt x="1028" y="438"/>
                    <a:pt x="1028" y="438"/>
                  </a:cubicBezTo>
                  <a:cubicBezTo>
                    <a:pt x="944" y="438"/>
                    <a:pt x="858" y="438"/>
                    <a:pt x="774" y="438"/>
                  </a:cubicBezTo>
                  <a:cubicBezTo>
                    <a:pt x="732" y="438"/>
                    <a:pt x="687" y="438"/>
                    <a:pt x="645" y="436"/>
                  </a:cubicBezTo>
                  <a:cubicBezTo>
                    <a:pt x="519" y="434"/>
                    <a:pt x="519" y="434"/>
                    <a:pt x="519" y="434"/>
                  </a:cubicBezTo>
                  <a:cubicBezTo>
                    <a:pt x="475" y="434"/>
                    <a:pt x="433" y="434"/>
                    <a:pt x="391" y="434"/>
                  </a:cubicBezTo>
                  <a:cubicBezTo>
                    <a:pt x="349" y="434"/>
                    <a:pt x="307" y="432"/>
                    <a:pt x="263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8" y="436"/>
                    <a:pt x="8" y="436"/>
                    <a:pt x="8" y="436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4" y="430"/>
                    <a:pt x="4" y="430"/>
                    <a:pt x="4" y="430"/>
                  </a:cubicBezTo>
                  <a:cubicBezTo>
                    <a:pt x="4" y="361"/>
                    <a:pt x="2" y="291"/>
                    <a:pt x="2" y="22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5" y="1"/>
                    <a:pt x="179" y="-1"/>
                    <a:pt x="265" y="1"/>
                  </a:cubicBezTo>
                  <a:cubicBezTo>
                    <a:pt x="351" y="1"/>
                    <a:pt x="437" y="1"/>
                    <a:pt x="521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8" y="9"/>
                  </a:moveTo>
                  <a:lnTo>
                    <a:pt x="1028" y="9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31" y="18"/>
                    <a:pt x="347" y="18"/>
                    <a:pt x="263" y="18"/>
                  </a:cubicBezTo>
                  <a:cubicBezTo>
                    <a:pt x="177" y="18"/>
                    <a:pt x="92" y="18"/>
                    <a:pt x="8" y="1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220"/>
                    <a:pt x="15" y="220"/>
                    <a:pt x="15" y="220"/>
                  </a:cubicBezTo>
                  <a:cubicBezTo>
                    <a:pt x="15" y="291"/>
                    <a:pt x="15" y="361"/>
                    <a:pt x="12" y="430"/>
                  </a:cubicBezTo>
                  <a:cubicBezTo>
                    <a:pt x="8" y="426"/>
                    <a:pt x="8" y="426"/>
                    <a:pt x="8" y="426"/>
                  </a:cubicBezTo>
                  <a:cubicBezTo>
                    <a:pt x="137" y="428"/>
                    <a:pt x="137" y="428"/>
                    <a:pt x="137" y="428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307" y="428"/>
                    <a:pt x="349" y="428"/>
                    <a:pt x="391" y="428"/>
                  </a:cubicBezTo>
                  <a:cubicBezTo>
                    <a:pt x="433" y="428"/>
                    <a:pt x="475" y="428"/>
                    <a:pt x="519" y="426"/>
                  </a:cubicBezTo>
                  <a:cubicBezTo>
                    <a:pt x="645" y="426"/>
                    <a:pt x="645" y="426"/>
                    <a:pt x="645" y="426"/>
                  </a:cubicBezTo>
                  <a:cubicBezTo>
                    <a:pt x="687" y="424"/>
                    <a:pt x="732" y="424"/>
                    <a:pt x="774" y="424"/>
                  </a:cubicBezTo>
                  <a:cubicBezTo>
                    <a:pt x="858" y="424"/>
                    <a:pt x="944" y="424"/>
                    <a:pt x="1028" y="424"/>
                  </a:cubicBezTo>
                  <a:cubicBezTo>
                    <a:pt x="1022" y="430"/>
                    <a:pt x="1022" y="430"/>
                    <a:pt x="1022" y="430"/>
                  </a:cubicBezTo>
                  <a:cubicBezTo>
                    <a:pt x="1022" y="327"/>
                    <a:pt x="1022" y="327"/>
                    <a:pt x="1022" y="327"/>
                  </a:cubicBezTo>
                  <a:cubicBezTo>
                    <a:pt x="1024" y="222"/>
                    <a:pt x="1024" y="222"/>
                    <a:pt x="1024" y="222"/>
                  </a:cubicBezTo>
                  <a:lnTo>
                    <a:pt x="1028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36"/>
            <p:cNvSpPr/>
            <p:nvPr/>
          </p:nvSpPr>
          <p:spPr>
            <a:xfrm>
              <a:off x="6949262" y="1675754"/>
              <a:ext cx="50607" cy="675291"/>
            </a:xfrm>
            <a:custGeom>
              <a:rect b="b" l="l" r="r" t="t"/>
              <a:pathLst>
                <a:path extrusionOk="0" h="427" w="32">
                  <a:moveTo>
                    <a:pt x="30" y="2"/>
                  </a:moveTo>
                  <a:lnTo>
                    <a:pt x="30" y="2"/>
                  </a:lnTo>
                  <a:cubicBezTo>
                    <a:pt x="30" y="36"/>
                    <a:pt x="30" y="70"/>
                    <a:pt x="32" y="106"/>
                  </a:cubicBezTo>
                  <a:cubicBezTo>
                    <a:pt x="32" y="141"/>
                    <a:pt x="32" y="175"/>
                    <a:pt x="32" y="211"/>
                  </a:cubicBezTo>
                  <a:cubicBezTo>
                    <a:pt x="32" y="246"/>
                    <a:pt x="30" y="282"/>
                    <a:pt x="30" y="318"/>
                  </a:cubicBezTo>
                  <a:cubicBezTo>
                    <a:pt x="30" y="354"/>
                    <a:pt x="30" y="389"/>
                    <a:pt x="30" y="423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28" y="425"/>
                    <a:pt x="28" y="425"/>
                    <a:pt x="28" y="425"/>
                  </a:cubicBezTo>
                  <a:cubicBezTo>
                    <a:pt x="5" y="425"/>
                    <a:pt x="5" y="425"/>
                    <a:pt x="5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2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2" y="108"/>
                  </a:cubicBezTo>
                  <a:cubicBezTo>
                    <a:pt x="2" y="72"/>
                    <a:pt x="2" y="36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5" y="0"/>
                  </a:lnTo>
                  <a:lnTo>
                    <a:pt x="30" y="2"/>
                  </a:lnTo>
                  <a:moveTo>
                    <a:pt x="28" y="2"/>
                  </a:moveTo>
                  <a:lnTo>
                    <a:pt x="28" y="2"/>
                  </a:ln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6"/>
                    <a:pt x="9" y="72"/>
                    <a:pt x="9" y="108"/>
                  </a:cubicBezTo>
                  <a:cubicBezTo>
                    <a:pt x="9" y="143"/>
                    <a:pt x="9" y="177"/>
                    <a:pt x="9" y="213"/>
                  </a:cubicBezTo>
                  <a:cubicBezTo>
                    <a:pt x="11" y="248"/>
                    <a:pt x="9" y="284"/>
                    <a:pt x="9" y="318"/>
                  </a:cubicBezTo>
                  <a:cubicBezTo>
                    <a:pt x="9" y="354"/>
                    <a:pt x="9" y="389"/>
                    <a:pt x="7" y="423"/>
                  </a:cubicBezTo>
                  <a:cubicBezTo>
                    <a:pt x="5" y="421"/>
                    <a:pt x="5" y="421"/>
                    <a:pt x="5" y="421"/>
                  </a:cubicBezTo>
                  <a:cubicBezTo>
                    <a:pt x="28" y="421"/>
                    <a:pt x="28" y="421"/>
                    <a:pt x="28" y="421"/>
                  </a:cubicBezTo>
                  <a:cubicBezTo>
                    <a:pt x="26" y="423"/>
                    <a:pt x="26" y="423"/>
                    <a:pt x="26" y="423"/>
                  </a:cubicBezTo>
                  <a:cubicBezTo>
                    <a:pt x="28" y="389"/>
                    <a:pt x="28" y="354"/>
                    <a:pt x="28" y="318"/>
                  </a:cubicBezTo>
                  <a:cubicBezTo>
                    <a:pt x="26" y="284"/>
                    <a:pt x="26" y="248"/>
                    <a:pt x="26" y="215"/>
                  </a:cubicBezTo>
                  <a:cubicBezTo>
                    <a:pt x="26" y="179"/>
                    <a:pt x="26" y="143"/>
                    <a:pt x="26" y="110"/>
                  </a:cubicBezTo>
                  <a:cubicBezTo>
                    <a:pt x="26" y="74"/>
                    <a:pt x="28" y="38"/>
                    <a:pt x="28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36"/>
            <p:cNvSpPr/>
            <p:nvPr/>
          </p:nvSpPr>
          <p:spPr>
            <a:xfrm>
              <a:off x="7605577" y="1675754"/>
              <a:ext cx="49026" cy="675291"/>
            </a:xfrm>
            <a:custGeom>
              <a:rect b="b" l="l" r="r" t="t"/>
              <a:pathLst>
                <a:path extrusionOk="0" h="427" w="31">
                  <a:moveTo>
                    <a:pt x="27" y="2"/>
                  </a:moveTo>
                  <a:lnTo>
                    <a:pt x="27" y="2"/>
                  </a:lnTo>
                  <a:cubicBezTo>
                    <a:pt x="29" y="36"/>
                    <a:pt x="29" y="70"/>
                    <a:pt x="29" y="106"/>
                  </a:cubicBezTo>
                  <a:cubicBezTo>
                    <a:pt x="31" y="141"/>
                    <a:pt x="31" y="175"/>
                    <a:pt x="31" y="211"/>
                  </a:cubicBezTo>
                  <a:cubicBezTo>
                    <a:pt x="31" y="246"/>
                    <a:pt x="29" y="282"/>
                    <a:pt x="29" y="318"/>
                  </a:cubicBezTo>
                  <a:cubicBezTo>
                    <a:pt x="29" y="354"/>
                    <a:pt x="29" y="389"/>
                    <a:pt x="29" y="423"/>
                  </a:cubicBezTo>
                  <a:cubicBezTo>
                    <a:pt x="29" y="425"/>
                    <a:pt x="29" y="425"/>
                    <a:pt x="29" y="425"/>
                  </a:cubicBezTo>
                  <a:cubicBezTo>
                    <a:pt x="27" y="425"/>
                    <a:pt x="27" y="425"/>
                    <a:pt x="27" y="425"/>
                  </a:cubicBezTo>
                  <a:cubicBezTo>
                    <a:pt x="4" y="425"/>
                    <a:pt x="4" y="425"/>
                    <a:pt x="4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0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0" y="108"/>
                  </a:cubicBezTo>
                  <a:cubicBezTo>
                    <a:pt x="2" y="72"/>
                    <a:pt x="2" y="36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7" y="2"/>
                  </a:lnTo>
                  <a:moveTo>
                    <a:pt x="27" y="2"/>
                  </a:moveTo>
                  <a:lnTo>
                    <a:pt x="27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6"/>
                    <a:pt x="8" y="72"/>
                    <a:pt x="8" y="108"/>
                  </a:cubicBezTo>
                  <a:cubicBezTo>
                    <a:pt x="8" y="143"/>
                    <a:pt x="8" y="177"/>
                    <a:pt x="8" y="213"/>
                  </a:cubicBezTo>
                  <a:cubicBezTo>
                    <a:pt x="8" y="248"/>
                    <a:pt x="8" y="284"/>
                    <a:pt x="8" y="318"/>
                  </a:cubicBezTo>
                  <a:cubicBezTo>
                    <a:pt x="8" y="354"/>
                    <a:pt x="8" y="389"/>
                    <a:pt x="6" y="423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27" y="421"/>
                    <a:pt x="27" y="421"/>
                    <a:pt x="27" y="421"/>
                  </a:cubicBezTo>
                  <a:cubicBezTo>
                    <a:pt x="25" y="423"/>
                    <a:pt x="25" y="423"/>
                    <a:pt x="25" y="423"/>
                  </a:cubicBezTo>
                  <a:cubicBezTo>
                    <a:pt x="27" y="389"/>
                    <a:pt x="27" y="354"/>
                    <a:pt x="25" y="318"/>
                  </a:cubicBezTo>
                  <a:cubicBezTo>
                    <a:pt x="25" y="284"/>
                    <a:pt x="25" y="248"/>
                    <a:pt x="25" y="215"/>
                  </a:cubicBezTo>
                  <a:cubicBezTo>
                    <a:pt x="23" y="179"/>
                    <a:pt x="25" y="143"/>
                    <a:pt x="25" y="110"/>
                  </a:cubicBezTo>
                  <a:cubicBezTo>
                    <a:pt x="25" y="74"/>
                    <a:pt x="25" y="38"/>
                    <a:pt x="27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36"/>
            <p:cNvSpPr/>
            <p:nvPr/>
          </p:nvSpPr>
          <p:spPr>
            <a:xfrm>
              <a:off x="7754236" y="1759573"/>
              <a:ext cx="379555" cy="501328"/>
            </a:xfrm>
            <a:custGeom>
              <a:rect b="b" l="l" r="r" t="t"/>
              <a:pathLst>
                <a:path extrusionOk="0" h="317" w="240">
                  <a:moveTo>
                    <a:pt x="236" y="4"/>
                  </a:moveTo>
                  <a:lnTo>
                    <a:pt x="236" y="4"/>
                  </a:lnTo>
                  <a:cubicBezTo>
                    <a:pt x="238" y="82"/>
                    <a:pt x="238" y="82"/>
                    <a:pt x="238" y="82"/>
                  </a:cubicBezTo>
                  <a:cubicBezTo>
                    <a:pt x="238" y="107"/>
                    <a:pt x="240" y="132"/>
                    <a:pt x="240" y="158"/>
                  </a:cubicBezTo>
                  <a:cubicBezTo>
                    <a:pt x="240" y="185"/>
                    <a:pt x="240" y="210"/>
                    <a:pt x="240" y="237"/>
                  </a:cubicBezTo>
                  <a:cubicBezTo>
                    <a:pt x="240" y="263"/>
                    <a:pt x="240" y="288"/>
                    <a:pt x="240" y="315"/>
                  </a:cubicBezTo>
                  <a:cubicBezTo>
                    <a:pt x="240" y="317"/>
                    <a:pt x="240" y="317"/>
                    <a:pt x="240" y="317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198" y="317"/>
                    <a:pt x="160" y="315"/>
                    <a:pt x="120" y="315"/>
                  </a:cubicBezTo>
                  <a:cubicBezTo>
                    <a:pt x="82" y="315"/>
                    <a:pt x="42" y="317"/>
                    <a:pt x="4" y="317"/>
                  </a:cubicBezTo>
                  <a:cubicBezTo>
                    <a:pt x="2" y="317"/>
                    <a:pt x="2" y="317"/>
                    <a:pt x="2" y="317"/>
                  </a:cubicBezTo>
                  <a:cubicBezTo>
                    <a:pt x="2" y="315"/>
                    <a:pt x="2" y="315"/>
                    <a:pt x="2" y="315"/>
                  </a:cubicBezTo>
                  <a:cubicBezTo>
                    <a:pt x="2" y="263"/>
                    <a:pt x="0" y="212"/>
                    <a:pt x="0" y="16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4" y="2"/>
                    <a:pt x="63" y="2"/>
                  </a:cubicBezTo>
                  <a:cubicBezTo>
                    <a:pt x="122" y="2"/>
                    <a:pt x="122" y="2"/>
                    <a:pt x="122" y="2"/>
                  </a:cubicBezTo>
                  <a:lnTo>
                    <a:pt x="236" y="4"/>
                  </a:lnTo>
                  <a:moveTo>
                    <a:pt x="236" y="6"/>
                  </a:moveTo>
                  <a:lnTo>
                    <a:pt x="236" y="6"/>
                  </a:lnTo>
                  <a:cubicBezTo>
                    <a:pt x="120" y="8"/>
                    <a:pt x="120" y="8"/>
                    <a:pt x="12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42" y="8"/>
                    <a:pt x="23" y="8"/>
                    <a:pt x="4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212"/>
                    <a:pt x="9" y="263"/>
                    <a:pt x="6" y="315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2" y="313"/>
                    <a:pt x="82" y="313"/>
                    <a:pt x="120" y="313"/>
                  </a:cubicBezTo>
                  <a:cubicBezTo>
                    <a:pt x="160" y="313"/>
                    <a:pt x="198" y="313"/>
                    <a:pt x="236" y="311"/>
                  </a:cubicBezTo>
                  <a:cubicBezTo>
                    <a:pt x="234" y="315"/>
                    <a:pt x="234" y="315"/>
                    <a:pt x="234" y="315"/>
                  </a:cubicBezTo>
                  <a:cubicBezTo>
                    <a:pt x="234" y="290"/>
                    <a:pt x="234" y="263"/>
                    <a:pt x="234" y="237"/>
                  </a:cubicBezTo>
                  <a:cubicBezTo>
                    <a:pt x="231" y="212"/>
                    <a:pt x="234" y="187"/>
                    <a:pt x="234" y="162"/>
                  </a:cubicBezTo>
                  <a:cubicBezTo>
                    <a:pt x="234" y="84"/>
                    <a:pt x="234" y="84"/>
                    <a:pt x="234" y="84"/>
                  </a:cubicBezTo>
                  <a:lnTo>
                    <a:pt x="236" y="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36"/>
            <p:cNvSpPr/>
            <p:nvPr/>
          </p:nvSpPr>
          <p:spPr>
            <a:xfrm>
              <a:off x="7687814" y="1769062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36"/>
            <p:cNvSpPr/>
            <p:nvPr/>
          </p:nvSpPr>
          <p:spPr>
            <a:xfrm>
              <a:off x="7694140" y="1786458"/>
              <a:ext cx="120192" cy="3163"/>
            </a:xfrm>
            <a:custGeom>
              <a:rect b="b" l="l" r="r" t="t"/>
              <a:pathLst>
                <a:path extrusionOk="0" h="2" w="76">
                  <a:moveTo>
                    <a:pt x="0" y="0"/>
                  </a:moveTo>
                  <a:lnTo>
                    <a:pt x="0" y="0"/>
                  </a:lnTo>
                  <a:cubicBezTo>
                    <a:pt x="13" y="0"/>
                    <a:pt x="25" y="0"/>
                    <a:pt x="38" y="0"/>
                  </a:cubicBezTo>
                  <a:cubicBezTo>
                    <a:pt x="51" y="0"/>
                    <a:pt x="63" y="0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36"/>
            <p:cNvSpPr/>
            <p:nvPr/>
          </p:nvSpPr>
          <p:spPr>
            <a:xfrm>
              <a:off x="7830147" y="2211876"/>
              <a:ext cx="93307" cy="3163"/>
            </a:xfrm>
            <a:custGeom>
              <a:rect b="b" l="l" r="r" t="t"/>
              <a:pathLst>
                <a:path extrusionOk="0" h="2" w="5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9" y="0"/>
                    <a:pt x="30" y="0"/>
                  </a:cubicBezTo>
                  <a:cubicBezTo>
                    <a:pt x="38" y="0"/>
                    <a:pt x="49" y="0"/>
                    <a:pt x="59" y="2"/>
                  </a:cubicBezTo>
                  <a:cubicBezTo>
                    <a:pt x="49" y="2"/>
                    <a:pt x="38" y="2"/>
                    <a:pt x="30" y="2"/>
                  </a:cubicBezTo>
                  <a:cubicBezTo>
                    <a:pt x="19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36"/>
            <p:cNvSpPr/>
            <p:nvPr/>
          </p:nvSpPr>
          <p:spPr>
            <a:xfrm>
              <a:off x="6693063" y="2268809"/>
              <a:ext cx="41118" cy="3163"/>
            </a:xfrm>
            <a:custGeom>
              <a:rect b="b" l="l" r="r" t="t"/>
              <a:pathLst>
                <a:path extrusionOk="0" h="2" w="26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  <a:cubicBezTo>
                    <a:pt x="17" y="0"/>
                    <a:pt x="21" y="0"/>
                    <a:pt x="26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5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36"/>
            <p:cNvSpPr/>
            <p:nvPr/>
          </p:nvSpPr>
          <p:spPr>
            <a:xfrm>
              <a:off x="6637711" y="2281461"/>
              <a:ext cx="162892" cy="316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6" y="2"/>
                    <a:pt x="33" y="0"/>
                    <a:pt x="52" y="0"/>
                  </a:cubicBezTo>
                  <a:cubicBezTo>
                    <a:pt x="69" y="0"/>
                    <a:pt x="86" y="2"/>
                    <a:pt x="103" y="2"/>
                  </a:cubicBezTo>
                  <a:cubicBezTo>
                    <a:pt x="86" y="2"/>
                    <a:pt x="69" y="2"/>
                    <a:pt x="52" y="2"/>
                  </a:cubicBezTo>
                  <a:cubicBezTo>
                    <a:pt x="33" y="2"/>
                    <a:pt x="1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36"/>
            <p:cNvSpPr/>
            <p:nvPr/>
          </p:nvSpPr>
          <p:spPr>
            <a:xfrm>
              <a:off x="6677248" y="2332068"/>
              <a:ext cx="1511895" cy="248292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36"/>
            <p:cNvSpPr/>
            <p:nvPr/>
          </p:nvSpPr>
          <p:spPr>
            <a:xfrm>
              <a:off x="7877592" y="2338394"/>
              <a:ext cx="192941" cy="238803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36"/>
            <p:cNvSpPr/>
            <p:nvPr/>
          </p:nvSpPr>
          <p:spPr>
            <a:xfrm>
              <a:off x="7757399" y="2483890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36"/>
            <p:cNvSpPr/>
            <p:nvPr/>
          </p:nvSpPr>
          <p:spPr>
            <a:xfrm>
              <a:off x="7777958" y="250128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6"/>
            <p:cNvSpPr/>
            <p:nvPr/>
          </p:nvSpPr>
          <p:spPr>
            <a:xfrm>
              <a:off x="6707296" y="2553475"/>
              <a:ext cx="1511895" cy="249873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6"/>
            <p:cNvSpPr/>
            <p:nvPr/>
          </p:nvSpPr>
          <p:spPr>
            <a:xfrm>
              <a:off x="7906058" y="2561382"/>
              <a:ext cx="194522" cy="238803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6"/>
            <p:cNvSpPr/>
            <p:nvPr/>
          </p:nvSpPr>
          <p:spPr>
            <a:xfrm>
              <a:off x="7181740" y="2724275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6"/>
            <p:cNvSpPr/>
            <p:nvPr/>
          </p:nvSpPr>
          <p:spPr>
            <a:xfrm>
              <a:off x="6663014" y="2778045"/>
              <a:ext cx="1513476" cy="248292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6"/>
            <p:cNvSpPr/>
            <p:nvPr/>
          </p:nvSpPr>
          <p:spPr>
            <a:xfrm>
              <a:off x="7864940" y="2790697"/>
              <a:ext cx="192941" cy="235640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6"/>
            <p:cNvSpPr/>
            <p:nvPr/>
          </p:nvSpPr>
          <p:spPr>
            <a:xfrm>
              <a:off x="6767392" y="2839723"/>
              <a:ext cx="22141" cy="4744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6"/>
            <p:cNvSpPr/>
            <p:nvPr/>
          </p:nvSpPr>
          <p:spPr>
            <a:xfrm>
              <a:off x="6753159" y="285395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6"/>
            <p:cNvSpPr/>
            <p:nvPr/>
          </p:nvSpPr>
          <p:spPr>
            <a:xfrm>
              <a:off x="7871266" y="2999452"/>
              <a:ext cx="172381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6"/>
            <p:cNvSpPr/>
            <p:nvPr/>
          </p:nvSpPr>
          <p:spPr>
            <a:xfrm>
              <a:off x="6397326" y="3001033"/>
              <a:ext cx="1918335" cy="314714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6"/>
            <p:cNvSpPr/>
            <p:nvPr/>
          </p:nvSpPr>
          <p:spPr>
            <a:xfrm>
              <a:off x="657761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6"/>
            <p:cNvSpPr/>
            <p:nvPr/>
          </p:nvSpPr>
          <p:spPr>
            <a:xfrm>
              <a:off x="671678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6"/>
            <p:cNvSpPr/>
            <p:nvPr/>
          </p:nvSpPr>
          <p:spPr>
            <a:xfrm>
              <a:off x="7950340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6"/>
            <p:cNvSpPr/>
            <p:nvPr/>
          </p:nvSpPr>
          <p:spPr>
            <a:xfrm>
              <a:off x="8094255" y="3008941"/>
              <a:ext cx="58515" cy="300481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6"/>
            <p:cNvSpPr/>
            <p:nvPr/>
          </p:nvSpPr>
          <p:spPr>
            <a:xfrm>
              <a:off x="7784284" y="3059548"/>
              <a:ext cx="279922" cy="3163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6"/>
            <p:cNvSpPr/>
            <p:nvPr/>
          </p:nvSpPr>
          <p:spPr>
            <a:xfrm>
              <a:off x="7804844" y="3083270"/>
              <a:ext cx="55352" cy="3163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6"/>
            <p:cNvSpPr/>
            <p:nvPr/>
          </p:nvSpPr>
          <p:spPr>
            <a:xfrm>
              <a:off x="6484307" y="3086433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6"/>
            <p:cNvSpPr/>
            <p:nvPr/>
          </p:nvSpPr>
          <p:spPr>
            <a:xfrm>
              <a:off x="6417885" y="3102248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6"/>
            <p:cNvSpPr/>
            <p:nvPr/>
          </p:nvSpPr>
          <p:spPr>
            <a:xfrm>
              <a:off x="6903400" y="3116481"/>
              <a:ext cx="295737" cy="8540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6"/>
            <p:cNvSpPr/>
            <p:nvPr/>
          </p:nvSpPr>
          <p:spPr>
            <a:xfrm>
              <a:off x="6574452" y="3290444"/>
              <a:ext cx="1635250" cy="604124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6"/>
            <p:cNvSpPr/>
            <p:nvPr/>
          </p:nvSpPr>
          <p:spPr>
            <a:xfrm>
              <a:off x="7581855" y="3306259"/>
              <a:ext cx="438070" cy="581984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6"/>
            <p:cNvSpPr/>
            <p:nvPr/>
          </p:nvSpPr>
          <p:spPr>
            <a:xfrm>
              <a:off x="7588181" y="3323655"/>
              <a:ext cx="425418" cy="4744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6"/>
            <p:cNvSpPr/>
            <p:nvPr/>
          </p:nvSpPr>
          <p:spPr>
            <a:xfrm>
              <a:off x="7086851" y="3379007"/>
              <a:ext cx="241966" cy="3163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6"/>
            <p:cNvSpPr/>
            <p:nvPr/>
          </p:nvSpPr>
          <p:spPr>
            <a:xfrm>
              <a:off x="7148529" y="3394822"/>
              <a:ext cx="66422" cy="4744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6"/>
            <p:cNvSpPr/>
            <p:nvPr/>
          </p:nvSpPr>
          <p:spPr>
            <a:xfrm>
              <a:off x="677371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6"/>
            <p:cNvSpPr/>
            <p:nvPr/>
          </p:nvSpPr>
          <p:spPr>
            <a:xfrm>
              <a:off x="691288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6"/>
            <p:cNvSpPr/>
            <p:nvPr/>
          </p:nvSpPr>
          <p:spPr>
            <a:xfrm>
              <a:off x="6843303" y="3454918"/>
              <a:ext cx="39537" cy="27992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6"/>
            <p:cNvSpPr/>
            <p:nvPr/>
          </p:nvSpPr>
          <p:spPr>
            <a:xfrm>
              <a:off x="8097418" y="3538736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6"/>
            <p:cNvSpPr/>
            <p:nvPr/>
          </p:nvSpPr>
          <p:spPr>
            <a:xfrm>
              <a:off x="7398403" y="3777540"/>
              <a:ext cx="50607" cy="316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6"/>
            <p:cNvSpPr/>
            <p:nvPr/>
          </p:nvSpPr>
          <p:spPr>
            <a:xfrm>
              <a:off x="7404729" y="3791773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6"/>
            <p:cNvSpPr/>
            <p:nvPr/>
          </p:nvSpPr>
          <p:spPr>
            <a:xfrm>
              <a:off x="6104069" y="3880346"/>
              <a:ext cx="2705016" cy="16445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6"/>
            <p:cNvSpPr/>
            <p:nvPr/>
          </p:nvSpPr>
          <p:spPr>
            <a:xfrm>
              <a:off x="6987218" y="3959410"/>
              <a:ext cx="1810795" cy="11070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6"/>
            <p:cNvSpPr/>
            <p:nvPr/>
          </p:nvSpPr>
          <p:spPr>
            <a:xfrm>
              <a:off x="6171385" y="3992624"/>
              <a:ext cx="1067291" cy="14218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6"/>
            <p:cNvSpPr/>
            <p:nvPr/>
          </p:nvSpPr>
          <p:spPr>
            <a:xfrm>
              <a:off x="8080021" y="4027413"/>
              <a:ext cx="313133" cy="316296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6"/>
            <p:cNvSpPr/>
            <p:nvPr/>
          </p:nvSpPr>
          <p:spPr>
            <a:xfrm>
              <a:off x="8155932" y="4033739"/>
              <a:ext cx="14233" cy="226151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6"/>
            <p:cNvSpPr/>
            <p:nvPr/>
          </p:nvSpPr>
          <p:spPr>
            <a:xfrm>
              <a:off x="8185980" y="4033739"/>
              <a:ext cx="7907" cy="153403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6"/>
            <p:cNvSpPr/>
            <p:nvPr/>
          </p:nvSpPr>
          <p:spPr>
            <a:xfrm>
              <a:off x="8326732" y="4033739"/>
              <a:ext cx="12652" cy="199266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6"/>
            <p:cNvSpPr/>
            <p:nvPr/>
          </p:nvSpPr>
          <p:spPr>
            <a:xfrm>
              <a:off x="8263473" y="4087509"/>
              <a:ext cx="12652" cy="20242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dk1"/>
        </a:solidFill>
      </p:bgPr>
    </p:bg>
    <p:spTree>
      <p:nvGrpSpPr>
        <p:cNvPr id="1230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3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232" name="Google Shape;1232;p3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233" name="Google Shape;1233;p37"/>
          <p:cNvSpPr txBox="1"/>
          <p:nvPr>
            <p:ph idx="1" type="subTitle"/>
          </p:nvPr>
        </p:nvSpPr>
        <p:spPr>
          <a:xfrm>
            <a:off x="4840462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34" name="Google Shape;1234;p37"/>
          <p:cNvSpPr txBox="1"/>
          <p:nvPr>
            <p:ph idx="2" type="subTitle"/>
          </p:nvPr>
        </p:nvSpPr>
        <p:spPr>
          <a:xfrm>
            <a:off x="1797938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35" name="Google Shape;1235;p37"/>
          <p:cNvSpPr txBox="1"/>
          <p:nvPr>
            <p:ph idx="3" type="subTitle"/>
          </p:nvPr>
        </p:nvSpPr>
        <p:spPr>
          <a:xfrm>
            <a:off x="484045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236" name="Google Shape;1236;p37"/>
          <p:cNvSpPr txBox="1"/>
          <p:nvPr>
            <p:ph idx="4" type="subTitle"/>
          </p:nvPr>
        </p:nvSpPr>
        <p:spPr>
          <a:xfrm>
            <a:off x="179793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1237" name="Google Shape;1237;p3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238" name="Google Shape;1238;p37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7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dk1"/>
        </a:solidFill>
      </p:bgPr>
    </p:bg>
    <p:spTree>
      <p:nvGrpSpPr>
        <p:cNvPr id="1242" name="Shape 1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3" name="Google Shape;1243;p3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244" name="Google Shape;1244;p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245" name="Google Shape;1245;p3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246" name="Google Shape;1246;p38"/>
            <p:cNvSpPr/>
            <p:nvPr/>
          </p:nvSpPr>
          <p:spPr>
            <a:xfrm>
              <a:off x="376850" y="4764550"/>
              <a:ext cx="83221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8"/>
            <p:cNvSpPr/>
            <p:nvPr/>
          </p:nvSpPr>
          <p:spPr>
            <a:xfrm rot="-5400000">
              <a:off x="-970750" y="3410575"/>
              <a:ext cx="2675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3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3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50" name="Google Shape;1250;p38"/>
          <p:cNvGrpSpPr/>
          <p:nvPr/>
        </p:nvGrpSpPr>
        <p:grpSpPr>
          <a:xfrm>
            <a:off x="-498149" y="884153"/>
            <a:ext cx="1175174" cy="1017149"/>
            <a:chOff x="-498149" y="884153"/>
            <a:chExt cx="1175174" cy="1017149"/>
          </a:xfrm>
        </p:grpSpPr>
        <p:sp>
          <p:nvSpPr>
            <p:cNvPr id="1251" name="Google Shape;1251;p38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38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38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38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38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38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38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38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38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38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38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38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38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38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38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38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38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38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38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38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38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38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38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38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38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1276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7" name="Google Shape;1277;p3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278" name="Google Shape;1278;p39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279" name="Google Shape;1279;p3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280" name="Google Shape;1280;p39"/>
            <p:cNvSpPr/>
            <p:nvPr/>
          </p:nvSpPr>
          <p:spPr>
            <a:xfrm>
              <a:off x="383225" y="4764550"/>
              <a:ext cx="7358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9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9"/>
            <p:cNvSpPr/>
            <p:nvPr/>
          </p:nvSpPr>
          <p:spPr>
            <a:xfrm rot="-5400000">
              <a:off x="7228639" y="1887914"/>
              <a:ext cx="31093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4" name="Google Shape;1284;p39"/>
          <p:cNvGrpSpPr/>
          <p:nvPr/>
        </p:nvGrpSpPr>
        <p:grpSpPr>
          <a:xfrm>
            <a:off x="8178156" y="3958298"/>
            <a:ext cx="2091543" cy="992656"/>
            <a:chOff x="6907899" y="758528"/>
            <a:chExt cx="2456304" cy="1165637"/>
          </a:xfrm>
        </p:grpSpPr>
        <p:sp>
          <p:nvSpPr>
            <p:cNvPr id="1285" name="Google Shape;1285;p39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9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9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9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9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9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9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9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9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9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9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9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9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9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9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9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9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9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9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9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9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9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9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9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9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9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9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9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9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9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9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39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39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39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19" name="Google Shape;1319;p39"/>
          <p:cNvSpPr txBox="1"/>
          <p:nvPr>
            <p:ph idx="1" type="body"/>
          </p:nvPr>
        </p:nvSpPr>
        <p:spPr>
          <a:xfrm>
            <a:off x="1823100" y="1780400"/>
            <a:ext cx="5497800" cy="21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dk1"/>
        </a:solidFill>
      </p:bgPr>
    </p:bg>
    <p:spTree>
      <p:nvGrpSpPr>
        <p:cNvPr id="1320" name="Shape 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1" name="Google Shape;1321;p4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322" name="Google Shape;1322;p40"/>
          <p:cNvSpPr txBox="1"/>
          <p:nvPr>
            <p:ph type="title"/>
          </p:nvPr>
        </p:nvSpPr>
        <p:spPr>
          <a:xfrm>
            <a:off x="2417400" y="1583150"/>
            <a:ext cx="4309200" cy="16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323" name="Google Shape;1323;p4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324" name="Google Shape;1324;p40"/>
            <p:cNvSpPr/>
            <p:nvPr/>
          </p:nvSpPr>
          <p:spPr>
            <a:xfrm>
              <a:off x="1842475" y="4764550"/>
              <a:ext cx="68565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40"/>
            <p:cNvSpPr/>
            <p:nvPr/>
          </p:nvSpPr>
          <p:spPr>
            <a:xfrm rot="-5400000">
              <a:off x="-730674" y="1431001"/>
              <a:ext cx="21955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4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40"/>
            <p:cNvSpPr/>
            <p:nvPr/>
          </p:nvSpPr>
          <p:spPr>
            <a:xfrm rot="-5400000">
              <a:off x="6574912" y="2541638"/>
              <a:ext cx="4416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1328" name="Shape 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9" name="Google Shape;1329;p4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330" name="Google Shape;1330;p41"/>
          <p:cNvSpPr txBox="1"/>
          <p:nvPr>
            <p:ph type="title"/>
          </p:nvPr>
        </p:nvSpPr>
        <p:spPr>
          <a:xfrm>
            <a:off x="2699250" y="1409524"/>
            <a:ext cx="3745500" cy="11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331" name="Google Shape;1331;p41"/>
          <p:cNvSpPr txBox="1"/>
          <p:nvPr>
            <p:ph idx="1" type="subTitle"/>
          </p:nvPr>
        </p:nvSpPr>
        <p:spPr>
          <a:xfrm>
            <a:off x="2203725" y="2660500"/>
            <a:ext cx="4736400" cy="7077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332" name="Google Shape;1332;p4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333" name="Google Shape;1333;p41"/>
            <p:cNvSpPr/>
            <p:nvPr/>
          </p:nvSpPr>
          <p:spPr>
            <a:xfrm>
              <a:off x="4303226" y="4764550"/>
              <a:ext cx="43957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41"/>
            <p:cNvSpPr/>
            <p:nvPr/>
          </p:nvSpPr>
          <p:spPr>
            <a:xfrm rot="-5400000">
              <a:off x="-1093963" y="1794288"/>
              <a:ext cx="2922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4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41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337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Google Shape;1338;p42"/>
          <p:cNvSpPr/>
          <p:nvPr>
            <p:ph idx="2" type="pic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1339" name="Google Shape;1339;p42"/>
          <p:cNvSpPr txBox="1"/>
          <p:nvPr>
            <p:ph type="title"/>
          </p:nvPr>
        </p:nvSpPr>
        <p:spPr>
          <a:xfrm>
            <a:off x="720000" y="1026725"/>
            <a:ext cx="3399300" cy="8637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dk1"/>
        </a:solidFill>
      </p:bgPr>
    </p:bg>
    <p:spTree>
      <p:nvGrpSpPr>
        <p:cNvPr id="1340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1" name="Google Shape;1341;p4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342" name="Google Shape;1342;p43"/>
          <p:cNvSpPr txBox="1"/>
          <p:nvPr>
            <p:ph hasCustomPrompt="1" type="title"/>
          </p:nvPr>
        </p:nvSpPr>
        <p:spPr>
          <a:xfrm>
            <a:off x="2175100" y="1883700"/>
            <a:ext cx="4793700" cy="87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343" name="Google Shape;1343;p43"/>
          <p:cNvSpPr txBox="1"/>
          <p:nvPr>
            <p:ph idx="1" type="subTitle"/>
          </p:nvPr>
        </p:nvSpPr>
        <p:spPr>
          <a:xfrm>
            <a:off x="2175100" y="2762703"/>
            <a:ext cx="4793700" cy="4971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1344" name="Google Shape;1344;p4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345" name="Google Shape;1345;p43"/>
            <p:cNvSpPr/>
            <p:nvPr/>
          </p:nvSpPr>
          <p:spPr>
            <a:xfrm>
              <a:off x="6031276" y="4764550"/>
              <a:ext cx="26677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43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4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4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1349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1350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" name="Google Shape;1351;p4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352" name="Google Shape;1352;p4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353" name="Google Shape;1353;p45"/>
          <p:cNvSpPr txBox="1"/>
          <p:nvPr>
            <p:ph idx="1" type="subTitle"/>
          </p:nvPr>
        </p:nvSpPr>
        <p:spPr>
          <a:xfrm>
            <a:off x="719976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54" name="Google Shape;1354;p45"/>
          <p:cNvSpPr txBox="1"/>
          <p:nvPr>
            <p:ph idx="2" type="subTitle"/>
          </p:nvPr>
        </p:nvSpPr>
        <p:spPr>
          <a:xfrm>
            <a:off x="3419247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55" name="Google Shape;1355;p45"/>
          <p:cNvSpPr txBox="1"/>
          <p:nvPr>
            <p:ph idx="3" type="subTitle"/>
          </p:nvPr>
        </p:nvSpPr>
        <p:spPr>
          <a:xfrm>
            <a:off x="719976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56" name="Google Shape;1356;p45"/>
          <p:cNvSpPr txBox="1"/>
          <p:nvPr>
            <p:ph idx="4" type="subTitle"/>
          </p:nvPr>
        </p:nvSpPr>
        <p:spPr>
          <a:xfrm>
            <a:off x="3419247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57" name="Google Shape;1357;p45"/>
          <p:cNvSpPr txBox="1"/>
          <p:nvPr>
            <p:ph idx="5" type="subTitle"/>
          </p:nvPr>
        </p:nvSpPr>
        <p:spPr>
          <a:xfrm>
            <a:off x="6118524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58" name="Google Shape;1358;p45"/>
          <p:cNvSpPr txBox="1"/>
          <p:nvPr>
            <p:ph idx="6" type="subTitle"/>
          </p:nvPr>
        </p:nvSpPr>
        <p:spPr>
          <a:xfrm>
            <a:off x="6118524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59" name="Google Shape;1359;p45"/>
          <p:cNvSpPr txBox="1"/>
          <p:nvPr>
            <p:ph hasCustomPrompt="1" idx="7" type="title"/>
          </p:nvPr>
        </p:nvSpPr>
        <p:spPr>
          <a:xfrm>
            <a:off x="1532675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60" name="Google Shape;1360;p45"/>
          <p:cNvSpPr txBox="1"/>
          <p:nvPr>
            <p:ph hasCustomPrompt="1" idx="8" type="title"/>
          </p:nvPr>
        </p:nvSpPr>
        <p:spPr>
          <a:xfrm>
            <a:off x="1532675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61" name="Google Shape;1361;p45"/>
          <p:cNvSpPr txBox="1"/>
          <p:nvPr>
            <p:ph hasCustomPrompt="1" idx="9" type="title"/>
          </p:nvPr>
        </p:nvSpPr>
        <p:spPr>
          <a:xfrm>
            <a:off x="4231950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62" name="Google Shape;1362;p45"/>
          <p:cNvSpPr txBox="1"/>
          <p:nvPr>
            <p:ph hasCustomPrompt="1" idx="13" type="title"/>
          </p:nvPr>
        </p:nvSpPr>
        <p:spPr>
          <a:xfrm>
            <a:off x="4231950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63" name="Google Shape;1363;p45"/>
          <p:cNvSpPr txBox="1"/>
          <p:nvPr>
            <p:ph hasCustomPrompt="1" idx="14" type="title"/>
          </p:nvPr>
        </p:nvSpPr>
        <p:spPr>
          <a:xfrm>
            <a:off x="6931162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64" name="Google Shape;1364;p45"/>
          <p:cNvSpPr txBox="1"/>
          <p:nvPr>
            <p:ph hasCustomPrompt="1" idx="15" type="title"/>
          </p:nvPr>
        </p:nvSpPr>
        <p:spPr>
          <a:xfrm>
            <a:off x="6931162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65" name="Google Shape;1365;p45"/>
          <p:cNvSpPr txBox="1"/>
          <p:nvPr>
            <p:ph idx="16" type="subTitle"/>
          </p:nvPr>
        </p:nvSpPr>
        <p:spPr>
          <a:xfrm>
            <a:off x="719976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1366" name="Google Shape;1366;p45"/>
          <p:cNvSpPr txBox="1"/>
          <p:nvPr>
            <p:ph idx="17" type="subTitle"/>
          </p:nvPr>
        </p:nvSpPr>
        <p:spPr>
          <a:xfrm>
            <a:off x="3419247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1367" name="Google Shape;1367;p45"/>
          <p:cNvSpPr txBox="1"/>
          <p:nvPr>
            <p:ph idx="18" type="subTitle"/>
          </p:nvPr>
        </p:nvSpPr>
        <p:spPr>
          <a:xfrm>
            <a:off x="6118524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1368" name="Google Shape;1368;p45"/>
          <p:cNvSpPr txBox="1"/>
          <p:nvPr>
            <p:ph idx="19" type="subTitle"/>
          </p:nvPr>
        </p:nvSpPr>
        <p:spPr>
          <a:xfrm>
            <a:off x="719976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1369" name="Google Shape;1369;p45"/>
          <p:cNvSpPr txBox="1"/>
          <p:nvPr>
            <p:ph idx="20" type="subTitle"/>
          </p:nvPr>
        </p:nvSpPr>
        <p:spPr>
          <a:xfrm>
            <a:off x="3419247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1370" name="Google Shape;1370;p45"/>
          <p:cNvSpPr txBox="1"/>
          <p:nvPr>
            <p:ph idx="21" type="subTitle"/>
          </p:nvPr>
        </p:nvSpPr>
        <p:spPr>
          <a:xfrm>
            <a:off x="6118524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grpSp>
        <p:nvGrpSpPr>
          <p:cNvPr id="1371" name="Google Shape;1371;p4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372" name="Google Shape;1372;p45"/>
            <p:cNvSpPr/>
            <p:nvPr/>
          </p:nvSpPr>
          <p:spPr>
            <a:xfrm flipH="1">
              <a:off x="451376" y="4764550"/>
              <a:ext cx="74373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45"/>
            <p:cNvSpPr/>
            <p:nvPr/>
          </p:nvSpPr>
          <p:spPr>
            <a:xfrm flipH="1" rot="5400000">
              <a:off x="7246512" y="1870038"/>
              <a:ext cx="30736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45"/>
            <p:cNvSpPr/>
            <p:nvPr/>
          </p:nvSpPr>
          <p:spPr>
            <a:xfrm flipH="1">
              <a:off x="451373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45"/>
            <p:cNvSpPr/>
            <p:nvPr/>
          </p:nvSpPr>
          <p:spPr>
            <a:xfrm flipH="1" rot="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6" name="Google Shape;1376;p45"/>
          <p:cNvGrpSpPr/>
          <p:nvPr/>
        </p:nvGrpSpPr>
        <p:grpSpPr>
          <a:xfrm flipH="1">
            <a:off x="8166884" y="3722371"/>
            <a:ext cx="2277007" cy="1194421"/>
            <a:chOff x="2924575" y="1948482"/>
            <a:chExt cx="3830121" cy="2009118"/>
          </a:xfrm>
        </p:grpSpPr>
        <p:sp>
          <p:nvSpPr>
            <p:cNvPr id="1377" name="Google Shape;1377;p45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45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45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45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45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45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45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45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45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45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45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45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45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45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45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45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45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45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45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45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45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45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45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45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45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45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45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45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45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45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45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45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45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45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45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45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45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45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45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45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45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45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45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45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45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45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45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45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45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45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45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45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45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45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45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45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45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45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45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45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45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45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45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45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45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45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45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45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45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45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45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45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45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45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45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45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45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45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45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45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45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45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45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45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45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45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45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45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45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45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45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45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45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45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45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45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45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45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45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45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45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45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45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45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45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45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45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45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45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45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45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45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45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45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45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45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45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45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45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45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45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45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45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45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45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45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45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45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45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45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45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45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45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45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45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45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45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45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45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45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45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45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45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45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45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45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45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45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45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45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45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45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45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45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45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45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45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bg>
      <p:bgPr>
        <a:solidFill>
          <a:schemeClr val="dk1"/>
        </a:solidFill>
      </p:bgPr>
    </p:bg>
    <p:spTree>
      <p:nvGrpSpPr>
        <p:cNvPr id="1534" name="Shape 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5" name="Google Shape;1535;p4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536" name="Google Shape;1536;p46"/>
          <p:cNvSpPr txBox="1"/>
          <p:nvPr>
            <p:ph type="title"/>
          </p:nvPr>
        </p:nvSpPr>
        <p:spPr>
          <a:xfrm>
            <a:off x="713225" y="3488039"/>
            <a:ext cx="5867700" cy="5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537" name="Google Shape;1537;p46"/>
          <p:cNvSpPr txBox="1"/>
          <p:nvPr>
            <p:ph idx="1" type="subTitle"/>
          </p:nvPr>
        </p:nvSpPr>
        <p:spPr>
          <a:xfrm>
            <a:off x="713225" y="984245"/>
            <a:ext cx="5867700" cy="227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1538" name="Google Shape;1538;p4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539" name="Google Shape;1539;p46"/>
            <p:cNvSpPr/>
            <p:nvPr/>
          </p:nvSpPr>
          <p:spPr>
            <a:xfrm>
              <a:off x="383225" y="4764550"/>
              <a:ext cx="68850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46"/>
            <p:cNvSpPr/>
            <p:nvPr/>
          </p:nvSpPr>
          <p:spPr>
            <a:xfrm rot="-5400000">
              <a:off x="-1846824" y="2547152"/>
              <a:ext cx="44278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4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46"/>
            <p:cNvSpPr/>
            <p:nvPr/>
          </p:nvSpPr>
          <p:spPr>
            <a:xfrm rot="-5400000">
              <a:off x="7760050" y="1356500"/>
              <a:ext cx="2046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bg>
      <p:bgPr>
        <a:solidFill>
          <a:schemeClr val="dk1"/>
        </a:solidFill>
      </p:bgPr>
    </p:bg>
    <p:spTree>
      <p:nvGrpSpPr>
        <p:cNvPr id="1543" name="Shape 1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4" name="Google Shape;1544;p4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545" name="Google Shape;1545;p4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546" name="Google Shape;1546;p4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547" name="Google Shape;1547;p47"/>
            <p:cNvSpPr/>
            <p:nvPr/>
          </p:nvSpPr>
          <p:spPr>
            <a:xfrm>
              <a:off x="1205275" y="4764550"/>
              <a:ext cx="74937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47"/>
            <p:cNvSpPr/>
            <p:nvPr/>
          </p:nvSpPr>
          <p:spPr>
            <a:xfrm rot="-5400000">
              <a:off x="-1355899" y="2056227"/>
              <a:ext cx="34459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4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4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1" name="Google Shape;1551;p47"/>
          <p:cNvGrpSpPr/>
          <p:nvPr/>
        </p:nvGrpSpPr>
        <p:grpSpPr>
          <a:xfrm flipH="1">
            <a:off x="-389122" y="4063632"/>
            <a:ext cx="1248129" cy="860168"/>
            <a:chOff x="-4004220" y="1207709"/>
            <a:chExt cx="3372411" cy="2324149"/>
          </a:xfrm>
        </p:grpSpPr>
        <p:sp>
          <p:nvSpPr>
            <p:cNvPr id="1552" name="Google Shape;1552;p47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47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47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47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47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47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47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47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47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47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47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47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47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47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47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47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47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47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47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47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47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47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47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47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47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47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47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47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47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47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47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47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47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47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47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47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47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47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47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47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47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47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47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47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47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47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47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47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47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47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47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47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47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47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47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47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47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47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47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47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47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47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bg>
      <p:bgPr>
        <a:solidFill>
          <a:schemeClr val="dk1"/>
        </a:solidFill>
      </p:bgPr>
    </p:bg>
    <p:spTree>
      <p:nvGrpSpPr>
        <p:cNvPr id="1614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5" name="Google Shape;1615;p4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616" name="Google Shape;1616;p4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617" name="Google Shape;1617;p4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618" name="Google Shape;1618;p48"/>
            <p:cNvSpPr/>
            <p:nvPr/>
          </p:nvSpPr>
          <p:spPr>
            <a:xfrm>
              <a:off x="383225" y="4764550"/>
              <a:ext cx="71641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48"/>
            <p:cNvSpPr/>
            <p:nvPr/>
          </p:nvSpPr>
          <p:spPr>
            <a:xfrm rot="-5400000">
              <a:off x="-1835250" y="2535576"/>
              <a:ext cx="4404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4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48"/>
            <p:cNvSpPr/>
            <p:nvPr/>
          </p:nvSpPr>
          <p:spPr>
            <a:xfrm rot="-5400000">
              <a:off x="7289388" y="1827163"/>
              <a:ext cx="29878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2" name="Google Shape;1622;p48"/>
          <p:cNvGrpSpPr/>
          <p:nvPr/>
        </p:nvGrpSpPr>
        <p:grpSpPr>
          <a:xfrm flipH="1">
            <a:off x="8336654" y="3930705"/>
            <a:ext cx="1488946" cy="1030148"/>
            <a:chOff x="-1053822" y="5316830"/>
            <a:chExt cx="1773822" cy="1227097"/>
          </a:xfrm>
        </p:grpSpPr>
        <p:sp>
          <p:nvSpPr>
            <p:cNvPr id="1623" name="Google Shape;1623;p48"/>
            <p:cNvSpPr/>
            <p:nvPr/>
          </p:nvSpPr>
          <p:spPr>
            <a:xfrm flipH="1">
              <a:off x="349979" y="6284041"/>
              <a:ext cx="169615" cy="259887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48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48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48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48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48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48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48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48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48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48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48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48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48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48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48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48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48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48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48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48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48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48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48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48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48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48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48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48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48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48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48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48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48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48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48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48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48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48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48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48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48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48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48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48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48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48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48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bg>
      <p:bgPr>
        <a:solidFill>
          <a:schemeClr val="dk1"/>
        </a:solidFill>
      </p:bgPr>
    </p:bg>
    <p:spTree>
      <p:nvGrpSpPr>
        <p:cNvPr id="1671" name="Shape 1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2" name="Google Shape;1672;p4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673" name="Google Shape;1673;p4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674" name="Google Shape;1674;p4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675" name="Google Shape;1675;p49"/>
            <p:cNvSpPr/>
            <p:nvPr/>
          </p:nvSpPr>
          <p:spPr>
            <a:xfrm>
              <a:off x="3795300" y="4764550"/>
              <a:ext cx="49037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49"/>
            <p:cNvSpPr/>
            <p:nvPr/>
          </p:nvSpPr>
          <p:spPr>
            <a:xfrm rot="-5400000">
              <a:off x="-1308063" y="2008388"/>
              <a:ext cx="33503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4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49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9" name="Google Shape;1679;p49"/>
          <p:cNvGrpSpPr/>
          <p:nvPr/>
        </p:nvGrpSpPr>
        <p:grpSpPr>
          <a:xfrm>
            <a:off x="-199726" y="4160228"/>
            <a:ext cx="2986142" cy="802866"/>
            <a:chOff x="2116" y="787658"/>
            <a:chExt cx="8708492" cy="2341400"/>
          </a:xfrm>
        </p:grpSpPr>
        <p:sp>
          <p:nvSpPr>
            <p:cNvPr id="1680" name="Google Shape;1680;p49"/>
            <p:cNvSpPr/>
            <p:nvPr/>
          </p:nvSpPr>
          <p:spPr>
            <a:xfrm>
              <a:off x="2116" y="1074648"/>
              <a:ext cx="599072" cy="1623141"/>
            </a:xfrm>
            <a:custGeom>
              <a:rect b="b" l="l" r="r" t="t"/>
              <a:pathLst>
                <a:path extrusionOk="0" h="1035" w="382">
                  <a:moveTo>
                    <a:pt x="374" y="1028"/>
                  </a:moveTo>
                  <a:lnTo>
                    <a:pt x="374" y="1028"/>
                  </a:lnTo>
                  <a:cubicBezTo>
                    <a:pt x="191" y="1032"/>
                    <a:pt x="191" y="1032"/>
                    <a:pt x="191" y="1032"/>
                  </a:cubicBezTo>
                  <a:cubicBezTo>
                    <a:pt x="130" y="1032"/>
                    <a:pt x="69" y="1035"/>
                    <a:pt x="6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00"/>
                    <a:pt x="0" y="900"/>
                    <a:pt x="0" y="900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0" y="688"/>
                    <a:pt x="2" y="604"/>
                    <a:pt x="2" y="517"/>
                  </a:cubicBezTo>
                  <a:cubicBezTo>
                    <a:pt x="4" y="433"/>
                    <a:pt x="4" y="347"/>
                    <a:pt x="4" y="263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9"/>
                    <a:pt x="381" y="9"/>
                    <a:pt x="381" y="9"/>
                  </a:cubicBezTo>
                  <a:cubicBezTo>
                    <a:pt x="381" y="93"/>
                    <a:pt x="383" y="179"/>
                    <a:pt x="381" y="265"/>
                  </a:cubicBezTo>
                  <a:cubicBezTo>
                    <a:pt x="381" y="349"/>
                    <a:pt x="381" y="435"/>
                    <a:pt x="381" y="522"/>
                  </a:cubicBezTo>
                  <a:cubicBezTo>
                    <a:pt x="376" y="776"/>
                    <a:pt x="376" y="776"/>
                    <a:pt x="376" y="776"/>
                  </a:cubicBezTo>
                  <a:lnTo>
                    <a:pt x="374" y="1028"/>
                  </a:lnTo>
                  <a:moveTo>
                    <a:pt x="372" y="1026"/>
                  </a:moveTo>
                  <a:lnTo>
                    <a:pt x="372" y="1026"/>
                  </a:lnTo>
                  <a:cubicBezTo>
                    <a:pt x="368" y="770"/>
                    <a:pt x="368" y="770"/>
                    <a:pt x="368" y="770"/>
                  </a:cubicBezTo>
                  <a:cubicBezTo>
                    <a:pt x="366" y="515"/>
                    <a:pt x="366" y="515"/>
                    <a:pt x="366" y="515"/>
                  </a:cubicBezTo>
                  <a:cubicBezTo>
                    <a:pt x="364" y="429"/>
                    <a:pt x="364" y="345"/>
                    <a:pt x="364" y="261"/>
                  </a:cubicBezTo>
                  <a:cubicBezTo>
                    <a:pt x="364" y="177"/>
                    <a:pt x="364" y="93"/>
                    <a:pt x="364" y="9"/>
                  </a:cubicBezTo>
                  <a:cubicBezTo>
                    <a:pt x="372" y="17"/>
                    <a:pt x="372" y="17"/>
                    <a:pt x="372" y="1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47"/>
                    <a:pt x="11" y="433"/>
                    <a:pt x="13" y="517"/>
                  </a:cubicBezTo>
                  <a:cubicBezTo>
                    <a:pt x="13" y="604"/>
                    <a:pt x="15" y="688"/>
                    <a:pt x="15" y="772"/>
                  </a:cubicBezTo>
                  <a:cubicBezTo>
                    <a:pt x="15" y="837"/>
                    <a:pt x="15" y="837"/>
                    <a:pt x="15" y="837"/>
                  </a:cubicBezTo>
                  <a:cubicBezTo>
                    <a:pt x="15" y="900"/>
                    <a:pt x="15" y="900"/>
                    <a:pt x="15" y="900"/>
                  </a:cubicBezTo>
                  <a:cubicBezTo>
                    <a:pt x="13" y="1028"/>
                    <a:pt x="13" y="1028"/>
                    <a:pt x="13" y="1028"/>
                  </a:cubicBezTo>
                  <a:cubicBezTo>
                    <a:pt x="6" y="1020"/>
                    <a:pt x="6" y="1020"/>
                    <a:pt x="6" y="1020"/>
                  </a:cubicBezTo>
                  <a:cubicBezTo>
                    <a:pt x="67" y="1020"/>
                    <a:pt x="128" y="1022"/>
                    <a:pt x="189" y="1024"/>
                  </a:cubicBezTo>
                  <a:lnTo>
                    <a:pt x="372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49"/>
            <p:cNvSpPr/>
            <p:nvPr/>
          </p:nvSpPr>
          <p:spPr>
            <a:xfrm>
              <a:off x="8389" y="2073625"/>
              <a:ext cx="577116" cy="437542"/>
            </a:xfrm>
            <a:custGeom>
              <a:rect b="b" l="l" r="r" t="t"/>
              <a:pathLst>
                <a:path extrusionOk="0" h="279" w="368">
                  <a:moveTo>
                    <a:pt x="364" y="276"/>
                  </a:moveTo>
                  <a:lnTo>
                    <a:pt x="364" y="276"/>
                  </a:lnTo>
                  <a:cubicBezTo>
                    <a:pt x="276" y="278"/>
                    <a:pt x="276" y="278"/>
                    <a:pt x="276" y="278"/>
                  </a:cubicBezTo>
                  <a:cubicBezTo>
                    <a:pt x="185" y="278"/>
                    <a:pt x="185" y="278"/>
                    <a:pt x="185" y="278"/>
                  </a:cubicBezTo>
                  <a:cubicBezTo>
                    <a:pt x="154" y="278"/>
                    <a:pt x="124" y="280"/>
                    <a:pt x="95" y="278"/>
                  </a:cubicBezTo>
                  <a:cubicBezTo>
                    <a:pt x="63" y="278"/>
                    <a:pt x="34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2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3" y="2"/>
                    <a:pt x="124" y="0"/>
                    <a:pt x="183" y="0"/>
                  </a:cubicBezTo>
                  <a:cubicBezTo>
                    <a:pt x="274" y="0"/>
                    <a:pt x="274" y="0"/>
                    <a:pt x="274" y="0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8" y="4"/>
                    <a:pt x="368" y="4"/>
                    <a:pt x="368" y="4"/>
                  </a:cubicBezTo>
                  <a:cubicBezTo>
                    <a:pt x="368" y="27"/>
                    <a:pt x="368" y="51"/>
                    <a:pt x="368" y="74"/>
                  </a:cubicBezTo>
                  <a:cubicBezTo>
                    <a:pt x="366" y="141"/>
                    <a:pt x="366" y="141"/>
                    <a:pt x="366" y="141"/>
                  </a:cubicBezTo>
                  <a:cubicBezTo>
                    <a:pt x="366" y="208"/>
                    <a:pt x="366" y="208"/>
                    <a:pt x="366" y="208"/>
                  </a:cubicBezTo>
                  <a:lnTo>
                    <a:pt x="364" y="276"/>
                  </a:lnTo>
                  <a:moveTo>
                    <a:pt x="364" y="276"/>
                  </a:moveTo>
                  <a:lnTo>
                    <a:pt x="364" y="276"/>
                  </a:lnTo>
                  <a:cubicBezTo>
                    <a:pt x="362" y="206"/>
                    <a:pt x="362" y="206"/>
                    <a:pt x="362" y="206"/>
                  </a:cubicBezTo>
                  <a:cubicBezTo>
                    <a:pt x="362" y="139"/>
                    <a:pt x="362" y="139"/>
                    <a:pt x="362" y="139"/>
                  </a:cubicBezTo>
                  <a:cubicBezTo>
                    <a:pt x="362" y="72"/>
                    <a:pt x="362" y="72"/>
                    <a:pt x="362" y="72"/>
                  </a:cubicBezTo>
                  <a:cubicBezTo>
                    <a:pt x="360" y="49"/>
                    <a:pt x="360" y="27"/>
                    <a:pt x="360" y="4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24" y="9"/>
                    <a:pt x="63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7" y="276"/>
                  </a:cubicBezTo>
                  <a:cubicBezTo>
                    <a:pt x="2" y="272"/>
                    <a:pt x="2" y="272"/>
                    <a:pt x="2" y="272"/>
                  </a:cubicBezTo>
                  <a:cubicBezTo>
                    <a:pt x="34" y="272"/>
                    <a:pt x="63" y="272"/>
                    <a:pt x="93" y="272"/>
                  </a:cubicBezTo>
                  <a:cubicBezTo>
                    <a:pt x="122" y="272"/>
                    <a:pt x="152" y="272"/>
                    <a:pt x="183" y="272"/>
                  </a:cubicBezTo>
                  <a:cubicBezTo>
                    <a:pt x="274" y="274"/>
                    <a:pt x="274" y="274"/>
                    <a:pt x="274" y="274"/>
                  </a:cubicBezTo>
                  <a:lnTo>
                    <a:pt x="364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49"/>
            <p:cNvSpPr/>
            <p:nvPr/>
          </p:nvSpPr>
          <p:spPr>
            <a:xfrm>
              <a:off x="133849" y="1411822"/>
              <a:ext cx="329333" cy="39206"/>
            </a:xfrm>
            <a:custGeom>
              <a:rect b="b" l="l" r="r" t="t"/>
              <a:pathLst>
                <a:path extrusionOk="0" h="25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7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2"/>
                    <a:pt x="210" y="2"/>
                  </a:cubicBezTo>
                  <a:lnTo>
                    <a:pt x="210" y="2"/>
                  </a:lnTo>
                  <a:cubicBezTo>
                    <a:pt x="210" y="4"/>
                    <a:pt x="210" y="4"/>
                    <a:pt x="210" y="4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4"/>
                    <a:pt x="208" y="4"/>
                    <a:pt x="208" y="4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175" y="8"/>
                    <a:pt x="141" y="8"/>
                    <a:pt x="105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21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49"/>
            <p:cNvSpPr/>
            <p:nvPr/>
          </p:nvSpPr>
          <p:spPr>
            <a:xfrm>
              <a:off x="160510" y="13428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0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8" y="0"/>
                  </a:cubicBezTo>
                  <a:cubicBezTo>
                    <a:pt x="118" y="0"/>
                    <a:pt x="145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5" y="8"/>
                    <a:pt x="118" y="8"/>
                    <a:pt x="88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59" y="18"/>
                    <a:pt x="74" y="18"/>
                    <a:pt x="88" y="18"/>
                  </a:cubicBezTo>
                  <a:cubicBezTo>
                    <a:pt x="101" y="18"/>
                    <a:pt x="116" y="18"/>
                    <a:pt x="130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49"/>
            <p:cNvSpPr/>
            <p:nvPr/>
          </p:nvSpPr>
          <p:spPr>
            <a:xfrm>
              <a:off x="133849" y="1272248"/>
              <a:ext cx="329333" cy="40775"/>
            </a:xfrm>
            <a:custGeom>
              <a:rect b="b" l="l" r="r" t="t"/>
              <a:pathLst>
                <a:path extrusionOk="0" h="26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3"/>
                    <a:pt x="160" y="26"/>
                  </a:cubicBezTo>
                  <a:cubicBezTo>
                    <a:pt x="143" y="26"/>
                    <a:pt x="124" y="26"/>
                    <a:pt x="107" y="26"/>
                  </a:cubicBezTo>
                  <a:cubicBezTo>
                    <a:pt x="91" y="26"/>
                    <a:pt x="72" y="26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0"/>
                    <a:pt x="210" y="2"/>
                  </a:cubicBezTo>
                  <a:lnTo>
                    <a:pt x="210" y="2"/>
                  </a:lnTo>
                  <a:cubicBezTo>
                    <a:pt x="210" y="5"/>
                    <a:pt x="210" y="5"/>
                    <a:pt x="210" y="5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5"/>
                    <a:pt x="208" y="5"/>
                    <a:pt x="208" y="5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175" y="9"/>
                    <a:pt x="141" y="9"/>
                    <a:pt x="105" y="9"/>
                  </a:cubicBezTo>
                  <a:cubicBezTo>
                    <a:pt x="89" y="9"/>
                    <a:pt x="72" y="9"/>
                    <a:pt x="55" y="9"/>
                  </a:cubicBezTo>
                  <a:cubicBezTo>
                    <a:pt x="38" y="9"/>
                    <a:pt x="19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19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49"/>
            <p:cNvSpPr/>
            <p:nvPr/>
          </p:nvSpPr>
          <p:spPr>
            <a:xfrm>
              <a:off x="863086" y="1193835"/>
              <a:ext cx="244647" cy="1499249"/>
            </a:xfrm>
            <a:custGeom>
              <a:rect b="b" l="l" r="r" t="t"/>
              <a:pathLst>
                <a:path extrusionOk="0" h="956" w="156">
                  <a:moveTo>
                    <a:pt x="149" y="952"/>
                  </a:moveTo>
                  <a:lnTo>
                    <a:pt x="149" y="952"/>
                  </a:lnTo>
                  <a:cubicBezTo>
                    <a:pt x="78" y="954"/>
                    <a:pt x="78" y="954"/>
                    <a:pt x="78" y="954"/>
                  </a:cubicBezTo>
                  <a:cubicBezTo>
                    <a:pt x="55" y="954"/>
                    <a:pt x="32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5" y="244"/>
                  </a:cubicBezTo>
                  <a:cubicBezTo>
                    <a:pt x="158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39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3" y="479"/>
                    <a:pt x="13" y="479"/>
                    <a:pt x="13" y="479"/>
                  </a:cubicBezTo>
                  <a:cubicBezTo>
                    <a:pt x="15" y="538"/>
                    <a:pt x="15" y="538"/>
                    <a:pt x="15" y="538"/>
                  </a:cubicBezTo>
                  <a:cubicBezTo>
                    <a:pt x="15" y="597"/>
                    <a:pt x="15" y="597"/>
                    <a:pt x="15" y="597"/>
                  </a:cubicBezTo>
                  <a:cubicBezTo>
                    <a:pt x="15" y="656"/>
                    <a:pt x="15" y="656"/>
                    <a:pt x="15" y="656"/>
                  </a:cubicBezTo>
                  <a:cubicBezTo>
                    <a:pt x="15" y="715"/>
                    <a:pt x="15" y="715"/>
                    <a:pt x="15" y="715"/>
                  </a:cubicBezTo>
                  <a:cubicBezTo>
                    <a:pt x="13" y="833"/>
                    <a:pt x="13" y="833"/>
                    <a:pt x="13" y="833"/>
                  </a:cubicBezTo>
                  <a:cubicBezTo>
                    <a:pt x="13" y="952"/>
                    <a:pt x="13" y="952"/>
                    <a:pt x="13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6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49"/>
            <p:cNvSpPr/>
            <p:nvPr/>
          </p:nvSpPr>
          <p:spPr>
            <a:xfrm>
              <a:off x="863086" y="2381002"/>
              <a:ext cx="233669" cy="194463"/>
            </a:xfrm>
            <a:custGeom>
              <a:rect b="b" l="l" r="r" t="t"/>
              <a:pathLst>
                <a:path extrusionOk="0" h="124" w="149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5" y="2"/>
                    <a:pt x="38" y="2"/>
                  </a:cubicBezTo>
                  <a:cubicBezTo>
                    <a:pt x="50" y="2"/>
                    <a:pt x="61" y="2"/>
                    <a:pt x="73" y="2"/>
                  </a:cubicBezTo>
                  <a:cubicBezTo>
                    <a:pt x="99" y="0"/>
                    <a:pt x="122" y="0"/>
                    <a:pt x="147" y="2"/>
                  </a:cubicBezTo>
                  <a:cubicBezTo>
                    <a:pt x="149" y="2"/>
                    <a:pt x="149" y="2"/>
                    <a:pt x="149" y="2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0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0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5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6" y="8"/>
                  </a:cubicBezTo>
                  <a:cubicBezTo>
                    <a:pt x="65" y="8"/>
                    <a:pt x="52" y="6"/>
                    <a:pt x="40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49"/>
            <p:cNvSpPr/>
            <p:nvPr/>
          </p:nvSpPr>
          <p:spPr>
            <a:xfrm>
              <a:off x="889746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49"/>
            <p:cNvSpPr/>
            <p:nvPr/>
          </p:nvSpPr>
          <p:spPr>
            <a:xfrm>
              <a:off x="896019" y="2387275"/>
              <a:ext cx="0" cy="174076"/>
            </a:xfrm>
            <a:custGeom>
              <a:rect b="b" l="l" r="r" t="t"/>
              <a:pathLst>
                <a:path extrusionOk="0" fill="none" h="111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6"/>
                    <a:pt x="0" y="11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49"/>
            <p:cNvSpPr/>
            <p:nvPr/>
          </p:nvSpPr>
          <p:spPr>
            <a:xfrm>
              <a:off x="1081072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49"/>
            <p:cNvSpPr/>
            <p:nvPr/>
          </p:nvSpPr>
          <p:spPr>
            <a:xfrm>
              <a:off x="1084209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41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2" y="833"/>
                    <a:pt x="12" y="833"/>
                    <a:pt x="12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5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49"/>
            <p:cNvSpPr/>
            <p:nvPr/>
          </p:nvSpPr>
          <p:spPr>
            <a:xfrm>
              <a:off x="1087345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49"/>
            <p:cNvSpPr/>
            <p:nvPr/>
          </p:nvSpPr>
          <p:spPr>
            <a:xfrm>
              <a:off x="1110869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49"/>
            <p:cNvSpPr/>
            <p:nvPr/>
          </p:nvSpPr>
          <p:spPr>
            <a:xfrm>
              <a:off x="1305332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8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0" y="553"/>
                    <a:pt x="140" y="475"/>
                  </a:cubicBezTo>
                  <a:cubicBezTo>
                    <a:pt x="140" y="397"/>
                    <a:pt x="138" y="319"/>
                    <a:pt x="140" y="240"/>
                  </a:cubicBezTo>
                  <a:cubicBezTo>
                    <a:pt x="140" y="162"/>
                    <a:pt x="140" y="84"/>
                    <a:pt x="140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833"/>
                    <a:pt x="14" y="833"/>
                    <a:pt x="14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8" y="946"/>
                    <a:pt x="8" y="946"/>
                    <a:pt x="8" y="946"/>
                  </a:cubicBezTo>
                  <a:cubicBezTo>
                    <a:pt x="29" y="948"/>
                    <a:pt x="52" y="948"/>
                    <a:pt x="78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49"/>
            <p:cNvSpPr/>
            <p:nvPr/>
          </p:nvSpPr>
          <p:spPr>
            <a:xfrm>
              <a:off x="1308468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4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2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8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7" y="61"/>
                  </a:cubicBezTo>
                  <a:cubicBezTo>
                    <a:pt x="147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49"/>
            <p:cNvSpPr/>
            <p:nvPr/>
          </p:nvSpPr>
          <p:spPr>
            <a:xfrm>
              <a:off x="1330424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49"/>
            <p:cNvSpPr/>
            <p:nvPr/>
          </p:nvSpPr>
          <p:spPr>
            <a:xfrm>
              <a:off x="1521750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49"/>
            <p:cNvSpPr/>
            <p:nvPr/>
          </p:nvSpPr>
          <p:spPr>
            <a:xfrm>
              <a:off x="576096" y="787658"/>
              <a:ext cx="312082" cy="1905427"/>
            </a:xfrm>
            <a:custGeom>
              <a:rect b="b" l="l" r="r" t="t"/>
              <a:pathLst>
                <a:path extrusionOk="0" h="1215" w="199">
                  <a:moveTo>
                    <a:pt x="191" y="1211"/>
                  </a:moveTo>
                  <a:lnTo>
                    <a:pt x="191" y="1211"/>
                  </a:lnTo>
                  <a:cubicBezTo>
                    <a:pt x="99" y="1213"/>
                    <a:pt x="99" y="1213"/>
                    <a:pt x="99" y="1213"/>
                  </a:cubicBezTo>
                  <a:cubicBezTo>
                    <a:pt x="69" y="1213"/>
                    <a:pt x="38" y="1215"/>
                    <a:pt x="6" y="1215"/>
                  </a:cubicBezTo>
                  <a:cubicBezTo>
                    <a:pt x="2" y="1215"/>
                    <a:pt x="2" y="1215"/>
                    <a:pt x="2" y="1215"/>
                  </a:cubicBezTo>
                  <a:cubicBezTo>
                    <a:pt x="2" y="1211"/>
                    <a:pt x="2" y="1211"/>
                    <a:pt x="2" y="1211"/>
                  </a:cubicBezTo>
                  <a:cubicBezTo>
                    <a:pt x="0" y="1060"/>
                    <a:pt x="0" y="1060"/>
                    <a:pt x="0" y="1060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835"/>
                    <a:pt x="0" y="835"/>
                    <a:pt x="0" y="835"/>
                  </a:cubicBezTo>
                  <a:cubicBezTo>
                    <a:pt x="0" y="759"/>
                    <a:pt x="0" y="759"/>
                    <a:pt x="0" y="759"/>
                  </a:cubicBezTo>
                  <a:cubicBezTo>
                    <a:pt x="0" y="684"/>
                    <a:pt x="0" y="684"/>
                    <a:pt x="0" y="684"/>
                  </a:cubicBezTo>
                  <a:cubicBezTo>
                    <a:pt x="2" y="608"/>
                    <a:pt x="2" y="608"/>
                    <a:pt x="2" y="608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4" y="408"/>
                    <a:pt x="4" y="358"/>
                    <a:pt x="4" y="307"/>
                  </a:cubicBezTo>
                  <a:cubicBezTo>
                    <a:pt x="4" y="208"/>
                    <a:pt x="4" y="108"/>
                    <a:pt x="2" y="7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8" y="108"/>
                    <a:pt x="198" y="208"/>
                    <a:pt x="198" y="309"/>
                  </a:cubicBezTo>
                  <a:cubicBezTo>
                    <a:pt x="200" y="410"/>
                    <a:pt x="198" y="511"/>
                    <a:pt x="198" y="612"/>
                  </a:cubicBezTo>
                  <a:cubicBezTo>
                    <a:pt x="198" y="713"/>
                    <a:pt x="196" y="814"/>
                    <a:pt x="196" y="913"/>
                  </a:cubicBezTo>
                  <a:lnTo>
                    <a:pt x="191" y="1211"/>
                  </a:lnTo>
                  <a:moveTo>
                    <a:pt x="189" y="1209"/>
                  </a:moveTo>
                  <a:lnTo>
                    <a:pt x="189" y="1209"/>
                  </a:lnTo>
                  <a:cubicBezTo>
                    <a:pt x="185" y="906"/>
                    <a:pt x="185" y="906"/>
                    <a:pt x="185" y="906"/>
                  </a:cubicBezTo>
                  <a:cubicBezTo>
                    <a:pt x="185" y="806"/>
                    <a:pt x="183" y="705"/>
                    <a:pt x="183" y="606"/>
                  </a:cubicBezTo>
                  <a:cubicBezTo>
                    <a:pt x="183" y="505"/>
                    <a:pt x="181" y="406"/>
                    <a:pt x="181" y="307"/>
                  </a:cubicBezTo>
                  <a:cubicBezTo>
                    <a:pt x="183" y="206"/>
                    <a:pt x="183" y="108"/>
                    <a:pt x="183" y="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108"/>
                    <a:pt x="10" y="208"/>
                    <a:pt x="10" y="307"/>
                  </a:cubicBezTo>
                  <a:cubicBezTo>
                    <a:pt x="10" y="358"/>
                    <a:pt x="10" y="408"/>
                    <a:pt x="10" y="459"/>
                  </a:cubicBezTo>
                  <a:cubicBezTo>
                    <a:pt x="13" y="608"/>
                    <a:pt x="13" y="608"/>
                    <a:pt x="13" y="608"/>
                  </a:cubicBezTo>
                  <a:cubicBezTo>
                    <a:pt x="15" y="684"/>
                    <a:pt x="15" y="684"/>
                    <a:pt x="15" y="684"/>
                  </a:cubicBezTo>
                  <a:cubicBezTo>
                    <a:pt x="15" y="759"/>
                    <a:pt x="15" y="759"/>
                    <a:pt x="15" y="759"/>
                  </a:cubicBezTo>
                  <a:cubicBezTo>
                    <a:pt x="15" y="835"/>
                    <a:pt x="15" y="835"/>
                    <a:pt x="15" y="835"/>
                  </a:cubicBezTo>
                  <a:cubicBezTo>
                    <a:pt x="15" y="911"/>
                    <a:pt x="15" y="911"/>
                    <a:pt x="15" y="911"/>
                  </a:cubicBezTo>
                  <a:cubicBezTo>
                    <a:pt x="13" y="1060"/>
                    <a:pt x="13" y="1060"/>
                    <a:pt x="13" y="1060"/>
                  </a:cubicBezTo>
                  <a:cubicBezTo>
                    <a:pt x="10" y="1211"/>
                    <a:pt x="10" y="1211"/>
                    <a:pt x="10" y="1211"/>
                  </a:cubicBezTo>
                  <a:cubicBezTo>
                    <a:pt x="6" y="1205"/>
                    <a:pt x="6" y="1205"/>
                    <a:pt x="6" y="1205"/>
                  </a:cubicBezTo>
                  <a:cubicBezTo>
                    <a:pt x="38" y="1207"/>
                    <a:pt x="67" y="1207"/>
                    <a:pt x="97" y="1207"/>
                  </a:cubicBezTo>
                  <a:lnTo>
                    <a:pt x="189" y="120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49"/>
            <p:cNvSpPr/>
            <p:nvPr/>
          </p:nvSpPr>
          <p:spPr>
            <a:xfrm>
              <a:off x="582369" y="969575"/>
              <a:ext cx="296399" cy="59594"/>
            </a:xfrm>
            <a:custGeom>
              <a:rect b="b" l="l" r="r" t="t"/>
              <a:pathLst>
                <a:path extrusionOk="0" h="38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6"/>
                    <a:pt x="158" y="38"/>
                    <a:pt x="141" y="38"/>
                  </a:cubicBezTo>
                  <a:cubicBezTo>
                    <a:pt x="126" y="38"/>
                    <a:pt x="112" y="38"/>
                    <a:pt x="97" y="38"/>
                  </a:cubicBezTo>
                  <a:cubicBezTo>
                    <a:pt x="80" y="38"/>
                    <a:pt x="65" y="38"/>
                    <a:pt x="48" y="38"/>
                  </a:cubicBezTo>
                  <a:cubicBezTo>
                    <a:pt x="34" y="36"/>
                    <a:pt x="19" y="36"/>
                    <a:pt x="2" y="36"/>
                  </a:cubicBezTo>
                  <a:lnTo>
                    <a:pt x="2" y="36"/>
                  </a:lnTo>
                  <a:lnTo>
                    <a:pt x="2" y="36"/>
                  </a:ln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3"/>
                    <a:pt x="183" y="15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2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49"/>
            <p:cNvSpPr/>
            <p:nvPr/>
          </p:nvSpPr>
          <p:spPr>
            <a:xfrm>
              <a:off x="582369" y="110758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5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49"/>
            <p:cNvSpPr/>
            <p:nvPr/>
          </p:nvSpPr>
          <p:spPr>
            <a:xfrm>
              <a:off x="582369" y="2330818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6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6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6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6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49"/>
            <p:cNvSpPr/>
            <p:nvPr/>
          </p:nvSpPr>
          <p:spPr>
            <a:xfrm>
              <a:off x="582369" y="247039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5"/>
                  </a:moveTo>
                  <a:lnTo>
                    <a:pt x="187" y="35"/>
                  </a:lnTo>
                  <a:cubicBezTo>
                    <a:pt x="173" y="37"/>
                    <a:pt x="158" y="37"/>
                    <a:pt x="141" y="37"/>
                  </a:cubicBezTo>
                  <a:cubicBezTo>
                    <a:pt x="126" y="40"/>
                    <a:pt x="112" y="40"/>
                    <a:pt x="97" y="40"/>
                  </a:cubicBezTo>
                  <a:cubicBezTo>
                    <a:pt x="80" y="40"/>
                    <a:pt x="65" y="37"/>
                    <a:pt x="48" y="37"/>
                  </a:cubicBezTo>
                  <a:cubicBezTo>
                    <a:pt x="34" y="37"/>
                    <a:pt x="19" y="37"/>
                    <a:pt x="2" y="37"/>
                  </a:cubicBezTo>
                  <a:lnTo>
                    <a:pt x="2" y="37"/>
                  </a:lnTo>
                  <a:cubicBezTo>
                    <a:pt x="2" y="35"/>
                    <a:pt x="2" y="35"/>
                    <a:pt x="2" y="35"/>
                  </a:cubicBezTo>
                  <a:cubicBezTo>
                    <a:pt x="2" y="25"/>
                    <a:pt x="0" y="1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2"/>
                    <a:pt x="63" y="0"/>
                    <a:pt x="95" y="0"/>
                  </a:cubicBezTo>
                  <a:cubicBezTo>
                    <a:pt x="124" y="0"/>
                    <a:pt x="156" y="2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6"/>
                    <a:pt x="187" y="27"/>
                    <a:pt x="187" y="35"/>
                  </a:cubicBezTo>
                  <a:moveTo>
                    <a:pt x="185" y="35"/>
                  </a:moveTo>
                  <a:lnTo>
                    <a:pt x="185" y="35"/>
                  </a:lnTo>
                  <a:cubicBezTo>
                    <a:pt x="185" y="25"/>
                    <a:pt x="183" y="14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4"/>
                    <a:pt x="4" y="25"/>
                    <a:pt x="4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9" y="35"/>
                    <a:pt x="34" y="33"/>
                    <a:pt x="48" y="33"/>
                  </a:cubicBezTo>
                  <a:cubicBezTo>
                    <a:pt x="63" y="33"/>
                    <a:pt x="78" y="31"/>
                    <a:pt x="93" y="31"/>
                  </a:cubicBezTo>
                  <a:cubicBezTo>
                    <a:pt x="107" y="31"/>
                    <a:pt x="122" y="33"/>
                    <a:pt x="139" y="33"/>
                  </a:cubicBezTo>
                  <a:cubicBezTo>
                    <a:pt x="154" y="33"/>
                    <a:pt x="171" y="33"/>
                    <a:pt x="185" y="3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49"/>
            <p:cNvSpPr/>
            <p:nvPr/>
          </p:nvSpPr>
          <p:spPr>
            <a:xfrm>
              <a:off x="687442" y="1289499"/>
              <a:ext cx="84685" cy="293263"/>
            </a:xfrm>
            <a:custGeom>
              <a:rect b="b" l="l" r="r" t="t"/>
              <a:pathLst>
                <a:path extrusionOk="0" h="187" w="54">
                  <a:moveTo>
                    <a:pt x="53" y="185"/>
                  </a:moveTo>
                  <a:lnTo>
                    <a:pt x="53" y="185"/>
                  </a:lnTo>
                  <a:cubicBezTo>
                    <a:pt x="36" y="187"/>
                    <a:pt x="19" y="187"/>
                    <a:pt x="3" y="187"/>
                  </a:cubicBezTo>
                  <a:lnTo>
                    <a:pt x="3" y="187"/>
                  </a:lnTo>
                  <a:cubicBezTo>
                    <a:pt x="3" y="185"/>
                    <a:pt x="3" y="185"/>
                    <a:pt x="3" y="18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24"/>
                    <a:pt x="0" y="109"/>
                    <a:pt x="3" y="95"/>
                  </a:cubicBezTo>
                  <a:cubicBezTo>
                    <a:pt x="3" y="80"/>
                    <a:pt x="3" y="63"/>
                    <a:pt x="3" y="48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3" y="2"/>
                  </a:lnTo>
                  <a:lnTo>
                    <a:pt x="3" y="2"/>
                  </a:lnTo>
                  <a:cubicBezTo>
                    <a:pt x="51" y="0"/>
                    <a:pt x="51" y="0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34"/>
                    <a:pt x="55" y="65"/>
                    <a:pt x="53" y="95"/>
                  </a:cubicBezTo>
                  <a:cubicBezTo>
                    <a:pt x="53" y="126"/>
                    <a:pt x="53" y="156"/>
                    <a:pt x="53" y="185"/>
                  </a:cubicBezTo>
                  <a:moveTo>
                    <a:pt x="51" y="185"/>
                  </a:moveTo>
                  <a:lnTo>
                    <a:pt x="51" y="185"/>
                  </a:lnTo>
                  <a:cubicBezTo>
                    <a:pt x="51" y="92"/>
                    <a:pt x="51" y="92"/>
                    <a:pt x="51" y="92"/>
                  </a:cubicBezTo>
                  <a:cubicBezTo>
                    <a:pt x="49" y="63"/>
                    <a:pt x="49" y="34"/>
                    <a:pt x="51" y="2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63"/>
                    <a:pt x="5" y="80"/>
                    <a:pt x="5" y="95"/>
                  </a:cubicBezTo>
                  <a:cubicBezTo>
                    <a:pt x="5" y="109"/>
                    <a:pt x="5" y="124"/>
                    <a:pt x="5" y="141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19" y="185"/>
                    <a:pt x="34" y="185"/>
                    <a:pt x="51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49"/>
            <p:cNvSpPr/>
            <p:nvPr/>
          </p:nvSpPr>
          <p:spPr>
            <a:xfrm>
              <a:off x="1524887" y="1074648"/>
              <a:ext cx="688462" cy="1623141"/>
            </a:xfrm>
            <a:custGeom>
              <a:rect b="b" l="l" r="r" t="t"/>
              <a:pathLst>
                <a:path extrusionOk="0" h="1035" w="439">
                  <a:moveTo>
                    <a:pt x="429" y="1028"/>
                  </a:moveTo>
                  <a:lnTo>
                    <a:pt x="429" y="1028"/>
                  </a:lnTo>
                  <a:cubicBezTo>
                    <a:pt x="221" y="1032"/>
                    <a:pt x="221" y="1032"/>
                    <a:pt x="221" y="1032"/>
                  </a:cubicBezTo>
                  <a:cubicBezTo>
                    <a:pt x="114" y="1032"/>
                    <a:pt x="114" y="1032"/>
                    <a:pt x="114" y="1032"/>
                  </a:cubicBezTo>
                  <a:cubicBezTo>
                    <a:pt x="9" y="1035"/>
                    <a:pt x="9" y="1035"/>
                    <a:pt x="9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42"/>
                    <a:pt x="0" y="858"/>
                    <a:pt x="0" y="772"/>
                  </a:cubicBezTo>
                  <a:cubicBezTo>
                    <a:pt x="0" y="730"/>
                    <a:pt x="0" y="688"/>
                    <a:pt x="3" y="646"/>
                  </a:cubicBezTo>
                  <a:cubicBezTo>
                    <a:pt x="5" y="517"/>
                    <a:pt x="5" y="517"/>
                    <a:pt x="5" y="517"/>
                  </a:cubicBezTo>
                  <a:cubicBezTo>
                    <a:pt x="5" y="475"/>
                    <a:pt x="5" y="433"/>
                    <a:pt x="5" y="391"/>
                  </a:cubicBezTo>
                  <a:cubicBezTo>
                    <a:pt x="5" y="347"/>
                    <a:pt x="5" y="305"/>
                    <a:pt x="5" y="263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8" y="2"/>
                    <a:pt x="148" y="2"/>
                    <a:pt x="219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93"/>
                    <a:pt x="440" y="179"/>
                    <a:pt x="438" y="265"/>
                  </a:cubicBezTo>
                  <a:cubicBezTo>
                    <a:pt x="438" y="349"/>
                    <a:pt x="438" y="435"/>
                    <a:pt x="438" y="522"/>
                  </a:cubicBezTo>
                  <a:cubicBezTo>
                    <a:pt x="434" y="776"/>
                    <a:pt x="434" y="776"/>
                    <a:pt x="434" y="776"/>
                  </a:cubicBezTo>
                  <a:lnTo>
                    <a:pt x="429" y="1028"/>
                  </a:lnTo>
                  <a:moveTo>
                    <a:pt x="429" y="1026"/>
                  </a:moveTo>
                  <a:lnTo>
                    <a:pt x="429" y="1026"/>
                  </a:lnTo>
                  <a:cubicBezTo>
                    <a:pt x="425" y="770"/>
                    <a:pt x="425" y="770"/>
                    <a:pt x="425" y="770"/>
                  </a:cubicBezTo>
                  <a:cubicBezTo>
                    <a:pt x="423" y="515"/>
                    <a:pt x="423" y="515"/>
                    <a:pt x="423" y="515"/>
                  </a:cubicBezTo>
                  <a:cubicBezTo>
                    <a:pt x="421" y="429"/>
                    <a:pt x="421" y="345"/>
                    <a:pt x="421" y="261"/>
                  </a:cubicBezTo>
                  <a:cubicBezTo>
                    <a:pt x="421" y="177"/>
                    <a:pt x="421" y="93"/>
                    <a:pt x="421" y="9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219" y="15"/>
                    <a:pt x="219" y="15"/>
                    <a:pt x="219" y="15"/>
                  </a:cubicBezTo>
                  <a:cubicBezTo>
                    <a:pt x="148" y="15"/>
                    <a:pt x="78" y="13"/>
                    <a:pt x="9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05"/>
                    <a:pt x="11" y="347"/>
                    <a:pt x="11" y="391"/>
                  </a:cubicBezTo>
                  <a:cubicBezTo>
                    <a:pt x="11" y="433"/>
                    <a:pt x="11" y="475"/>
                    <a:pt x="13" y="517"/>
                  </a:cubicBezTo>
                  <a:cubicBezTo>
                    <a:pt x="13" y="646"/>
                    <a:pt x="13" y="646"/>
                    <a:pt x="13" y="646"/>
                  </a:cubicBezTo>
                  <a:cubicBezTo>
                    <a:pt x="15" y="688"/>
                    <a:pt x="15" y="730"/>
                    <a:pt x="15" y="772"/>
                  </a:cubicBezTo>
                  <a:cubicBezTo>
                    <a:pt x="15" y="858"/>
                    <a:pt x="15" y="942"/>
                    <a:pt x="15" y="1028"/>
                  </a:cubicBezTo>
                  <a:cubicBezTo>
                    <a:pt x="9" y="1020"/>
                    <a:pt x="9" y="1020"/>
                    <a:pt x="9" y="1020"/>
                  </a:cubicBezTo>
                  <a:cubicBezTo>
                    <a:pt x="112" y="1022"/>
                    <a:pt x="112" y="1022"/>
                    <a:pt x="112" y="1022"/>
                  </a:cubicBezTo>
                  <a:cubicBezTo>
                    <a:pt x="217" y="1022"/>
                    <a:pt x="217" y="1022"/>
                    <a:pt x="217" y="1022"/>
                  </a:cubicBezTo>
                  <a:lnTo>
                    <a:pt x="429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49"/>
            <p:cNvSpPr/>
            <p:nvPr/>
          </p:nvSpPr>
          <p:spPr>
            <a:xfrm>
              <a:off x="1620550" y="2205358"/>
              <a:ext cx="498703" cy="376381"/>
            </a:xfrm>
            <a:custGeom>
              <a:rect b="b" l="l" r="r" t="t"/>
              <a:pathLst>
                <a:path extrusionOk="0" h="240" w="318">
                  <a:moveTo>
                    <a:pt x="314" y="236"/>
                  </a:moveTo>
                  <a:lnTo>
                    <a:pt x="314" y="236"/>
                  </a:lnTo>
                  <a:cubicBezTo>
                    <a:pt x="236" y="238"/>
                    <a:pt x="236" y="238"/>
                    <a:pt x="236" y="238"/>
                  </a:cubicBezTo>
                  <a:cubicBezTo>
                    <a:pt x="211" y="238"/>
                    <a:pt x="186" y="238"/>
                    <a:pt x="158" y="238"/>
                  </a:cubicBezTo>
                  <a:cubicBezTo>
                    <a:pt x="133" y="238"/>
                    <a:pt x="108" y="240"/>
                    <a:pt x="80" y="240"/>
                  </a:cubicBezTo>
                  <a:cubicBezTo>
                    <a:pt x="55" y="240"/>
                    <a:pt x="30" y="238"/>
                    <a:pt x="3" y="238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196"/>
                    <a:pt x="3" y="158"/>
                    <a:pt x="3" y="120"/>
                  </a:cubicBezTo>
                  <a:cubicBezTo>
                    <a:pt x="3" y="80"/>
                    <a:pt x="0" y="42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5" y="0"/>
                    <a:pt x="106" y="0"/>
                    <a:pt x="158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23"/>
                    <a:pt x="316" y="42"/>
                    <a:pt x="316" y="63"/>
                  </a:cubicBezTo>
                  <a:cubicBezTo>
                    <a:pt x="316" y="120"/>
                    <a:pt x="316" y="120"/>
                    <a:pt x="316" y="120"/>
                  </a:cubicBezTo>
                  <a:lnTo>
                    <a:pt x="314" y="236"/>
                  </a:lnTo>
                  <a:moveTo>
                    <a:pt x="312" y="236"/>
                  </a:moveTo>
                  <a:lnTo>
                    <a:pt x="312" y="236"/>
                  </a:lnTo>
                  <a:cubicBezTo>
                    <a:pt x="309" y="118"/>
                    <a:pt x="309" y="118"/>
                    <a:pt x="309" y="118"/>
                  </a:cubicBezTo>
                  <a:cubicBezTo>
                    <a:pt x="309" y="61"/>
                    <a:pt x="309" y="61"/>
                    <a:pt x="309" y="61"/>
                  </a:cubicBezTo>
                  <a:cubicBezTo>
                    <a:pt x="309" y="42"/>
                    <a:pt x="309" y="23"/>
                    <a:pt x="309" y="5"/>
                  </a:cubicBezTo>
                  <a:cubicBezTo>
                    <a:pt x="314" y="9"/>
                    <a:pt x="314" y="9"/>
                    <a:pt x="314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06" y="7"/>
                    <a:pt x="55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2"/>
                    <a:pt x="5" y="80"/>
                    <a:pt x="5" y="120"/>
                  </a:cubicBezTo>
                  <a:cubicBezTo>
                    <a:pt x="5" y="158"/>
                    <a:pt x="5" y="196"/>
                    <a:pt x="7" y="236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28" y="232"/>
                    <a:pt x="55" y="232"/>
                    <a:pt x="80" y="232"/>
                  </a:cubicBezTo>
                  <a:cubicBezTo>
                    <a:pt x="106" y="232"/>
                    <a:pt x="131" y="232"/>
                    <a:pt x="156" y="232"/>
                  </a:cubicBezTo>
                  <a:cubicBezTo>
                    <a:pt x="234" y="234"/>
                    <a:pt x="234" y="234"/>
                    <a:pt x="234" y="234"/>
                  </a:cubicBezTo>
                  <a:lnTo>
                    <a:pt x="312" y="23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49"/>
            <p:cNvSpPr/>
            <p:nvPr/>
          </p:nvSpPr>
          <p:spPr>
            <a:xfrm>
              <a:off x="1532728" y="1408686"/>
              <a:ext cx="668075" cy="48616"/>
            </a:xfrm>
            <a:custGeom>
              <a:rect b="b" l="l" r="r" t="t"/>
              <a:pathLst>
                <a:path extrusionOk="0" h="31" w="426">
                  <a:moveTo>
                    <a:pt x="424" y="27"/>
                  </a:moveTo>
                  <a:lnTo>
                    <a:pt x="424" y="27"/>
                  </a:lnTo>
                  <a:cubicBezTo>
                    <a:pt x="391" y="29"/>
                    <a:pt x="357" y="29"/>
                    <a:pt x="321" y="29"/>
                  </a:cubicBezTo>
                  <a:cubicBezTo>
                    <a:pt x="286" y="29"/>
                    <a:pt x="250" y="31"/>
                    <a:pt x="216" y="31"/>
                  </a:cubicBezTo>
                  <a:cubicBezTo>
                    <a:pt x="181" y="29"/>
                    <a:pt x="145" y="29"/>
                    <a:pt x="109" y="29"/>
                  </a:cubicBezTo>
                  <a:cubicBezTo>
                    <a:pt x="73" y="27"/>
                    <a:pt x="37" y="29"/>
                    <a:pt x="4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7" y="0"/>
                    <a:pt x="73" y="0"/>
                    <a:pt x="109" y="0"/>
                  </a:cubicBezTo>
                  <a:cubicBezTo>
                    <a:pt x="143" y="0"/>
                    <a:pt x="178" y="0"/>
                    <a:pt x="214" y="0"/>
                  </a:cubicBezTo>
                  <a:cubicBezTo>
                    <a:pt x="250" y="0"/>
                    <a:pt x="284" y="0"/>
                    <a:pt x="319" y="0"/>
                  </a:cubicBezTo>
                  <a:cubicBezTo>
                    <a:pt x="355" y="0"/>
                    <a:pt x="389" y="2"/>
                    <a:pt x="424" y="2"/>
                  </a:cubicBezTo>
                  <a:cubicBezTo>
                    <a:pt x="426" y="2"/>
                    <a:pt x="426" y="2"/>
                    <a:pt x="426" y="2"/>
                  </a:cubicBezTo>
                  <a:cubicBezTo>
                    <a:pt x="426" y="4"/>
                    <a:pt x="426" y="4"/>
                    <a:pt x="426" y="4"/>
                  </a:cubicBezTo>
                  <a:lnTo>
                    <a:pt x="424" y="27"/>
                  </a:lnTo>
                  <a:moveTo>
                    <a:pt x="424" y="27"/>
                  </a:moveTo>
                  <a:lnTo>
                    <a:pt x="424" y="27"/>
                  </a:lnTo>
                  <a:cubicBezTo>
                    <a:pt x="424" y="4"/>
                    <a:pt x="424" y="4"/>
                    <a:pt x="424" y="4"/>
                  </a:cubicBezTo>
                  <a:lnTo>
                    <a:pt x="424" y="4"/>
                  </a:lnTo>
                  <a:cubicBezTo>
                    <a:pt x="389" y="6"/>
                    <a:pt x="355" y="6"/>
                    <a:pt x="319" y="8"/>
                  </a:cubicBezTo>
                  <a:cubicBezTo>
                    <a:pt x="284" y="8"/>
                    <a:pt x="250" y="8"/>
                    <a:pt x="214" y="8"/>
                  </a:cubicBezTo>
                  <a:cubicBezTo>
                    <a:pt x="178" y="8"/>
                    <a:pt x="143" y="8"/>
                    <a:pt x="109" y="8"/>
                  </a:cubicBezTo>
                  <a:cubicBezTo>
                    <a:pt x="73" y="8"/>
                    <a:pt x="37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37" y="25"/>
                    <a:pt x="73" y="25"/>
                    <a:pt x="109" y="25"/>
                  </a:cubicBezTo>
                  <a:cubicBezTo>
                    <a:pt x="143" y="25"/>
                    <a:pt x="178" y="23"/>
                    <a:pt x="212" y="23"/>
                  </a:cubicBezTo>
                  <a:cubicBezTo>
                    <a:pt x="248" y="23"/>
                    <a:pt x="281" y="25"/>
                    <a:pt x="317" y="25"/>
                  </a:cubicBezTo>
                  <a:cubicBezTo>
                    <a:pt x="353" y="25"/>
                    <a:pt x="389" y="25"/>
                    <a:pt x="424" y="2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49"/>
            <p:cNvSpPr/>
            <p:nvPr/>
          </p:nvSpPr>
          <p:spPr>
            <a:xfrm>
              <a:off x="1532728" y="2056374"/>
              <a:ext cx="668075" cy="47048"/>
            </a:xfrm>
            <a:custGeom>
              <a:rect b="b" l="l" r="r" t="t"/>
              <a:pathLst>
                <a:path extrusionOk="0" h="30" w="426">
                  <a:moveTo>
                    <a:pt x="424" y="28"/>
                  </a:moveTo>
                  <a:lnTo>
                    <a:pt x="424" y="28"/>
                  </a:lnTo>
                  <a:cubicBezTo>
                    <a:pt x="391" y="28"/>
                    <a:pt x="357" y="30"/>
                    <a:pt x="321" y="30"/>
                  </a:cubicBezTo>
                  <a:cubicBezTo>
                    <a:pt x="286" y="30"/>
                    <a:pt x="250" y="30"/>
                    <a:pt x="216" y="30"/>
                  </a:cubicBezTo>
                  <a:cubicBezTo>
                    <a:pt x="181" y="30"/>
                    <a:pt x="145" y="30"/>
                    <a:pt x="109" y="28"/>
                  </a:cubicBezTo>
                  <a:cubicBezTo>
                    <a:pt x="73" y="28"/>
                    <a:pt x="37" y="28"/>
                    <a:pt x="4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7" y="1"/>
                    <a:pt x="73" y="1"/>
                    <a:pt x="109" y="1"/>
                  </a:cubicBezTo>
                  <a:cubicBezTo>
                    <a:pt x="143" y="1"/>
                    <a:pt x="178" y="-1"/>
                    <a:pt x="214" y="1"/>
                  </a:cubicBezTo>
                  <a:cubicBezTo>
                    <a:pt x="250" y="1"/>
                    <a:pt x="284" y="1"/>
                    <a:pt x="319" y="1"/>
                  </a:cubicBezTo>
                  <a:cubicBezTo>
                    <a:pt x="355" y="1"/>
                    <a:pt x="389" y="3"/>
                    <a:pt x="424" y="3"/>
                  </a:cubicBezTo>
                  <a:cubicBezTo>
                    <a:pt x="426" y="3"/>
                    <a:pt x="426" y="3"/>
                    <a:pt x="426" y="3"/>
                  </a:cubicBezTo>
                  <a:cubicBezTo>
                    <a:pt x="426" y="5"/>
                    <a:pt x="426" y="5"/>
                    <a:pt x="426" y="5"/>
                  </a:cubicBezTo>
                  <a:lnTo>
                    <a:pt x="424" y="28"/>
                  </a:lnTo>
                  <a:moveTo>
                    <a:pt x="424" y="28"/>
                  </a:moveTo>
                  <a:lnTo>
                    <a:pt x="424" y="28"/>
                  </a:lnTo>
                  <a:cubicBezTo>
                    <a:pt x="424" y="5"/>
                    <a:pt x="424" y="5"/>
                    <a:pt x="424" y="5"/>
                  </a:cubicBezTo>
                  <a:lnTo>
                    <a:pt x="424" y="5"/>
                  </a:lnTo>
                  <a:cubicBezTo>
                    <a:pt x="389" y="7"/>
                    <a:pt x="355" y="7"/>
                    <a:pt x="319" y="7"/>
                  </a:cubicBezTo>
                  <a:cubicBezTo>
                    <a:pt x="284" y="9"/>
                    <a:pt x="250" y="9"/>
                    <a:pt x="214" y="9"/>
                  </a:cubicBezTo>
                  <a:cubicBezTo>
                    <a:pt x="178" y="9"/>
                    <a:pt x="143" y="9"/>
                    <a:pt x="109" y="9"/>
                  </a:cubicBezTo>
                  <a:cubicBezTo>
                    <a:pt x="73" y="7"/>
                    <a:pt x="37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7" y="26"/>
                    <a:pt x="73" y="26"/>
                    <a:pt x="109" y="26"/>
                  </a:cubicBezTo>
                  <a:cubicBezTo>
                    <a:pt x="143" y="26"/>
                    <a:pt x="178" y="24"/>
                    <a:pt x="212" y="24"/>
                  </a:cubicBezTo>
                  <a:cubicBezTo>
                    <a:pt x="248" y="24"/>
                    <a:pt x="281" y="24"/>
                    <a:pt x="317" y="24"/>
                  </a:cubicBezTo>
                  <a:cubicBezTo>
                    <a:pt x="353" y="26"/>
                    <a:pt x="389" y="26"/>
                    <a:pt x="424" y="2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49"/>
            <p:cNvSpPr/>
            <p:nvPr/>
          </p:nvSpPr>
          <p:spPr>
            <a:xfrm>
              <a:off x="2205507" y="1170312"/>
              <a:ext cx="368539" cy="1516500"/>
            </a:xfrm>
            <a:custGeom>
              <a:rect b="b" l="l" r="r" t="t"/>
              <a:pathLst>
                <a:path extrusionOk="0" h="967" w="235">
                  <a:moveTo>
                    <a:pt x="235" y="948"/>
                  </a:moveTo>
                  <a:lnTo>
                    <a:pt x="235" y="948"/>
                  </a:lnTo>
                  <a:cubicBezTo>
                    <a:pt x="166" y="959"/>
                    <a:pt x="166" y="959"/>
                    <a:pt x="166" y="959"/>
                  </a:cubicBezTo>
                  <a:cubicBezTo>
                    <a:pt x="143" y="961"/>
                    <a:pt x="120" y="963"/>
                    <a:pt x="94" y="967"/>
                  </a:cubicBezTo>
                  <a:cubicBezTo>
                    <a:pt x="90" y="967"/>
                    <a:pt x="90" y="967"/>
                    <a:pt x="90" y="967"/>
                  </a:cubicBezTo>
                  <a:cubicBezTo>
                    <a:pt x="90" y="963"/>
                    <a:pt x="90" y="963"/>
                    <a:pt x="90" y="963"/>
                  </a:cubicBezTo>
                  <a:cubicBezTo>
                    <a:pt x="77" y="845"/>
                    <a:pt x="77" y="845"/>
                    <a:pt x="77" y="845"/>
                  </a:cubicBezTo>
                  <a:cubicBezTo>
                    <a:pt x="65" y="728"/>
                    <a:pt x="65" y="728"/>
                    <a:pt x="65" y="728"/>
                  </a:cubicBezTo>
                  <a:cubicBezTo>
                    <a:pt x="59" y="669"/>
                    <a:pt x="59" y="669"/>
                    <a:pt x="59" y="669"/>
                  </a:cubicBezTo>
                  <a:cubicBezTo>
                    <a:pt x="54" y="610"/>
                    <a:pt x="54" y="610"/>
                    <a:pt x="54" y="610"/>
                  </a:cubicBezTo>
                  <a:cubicBezTo>
                    <a:pt x="48" y="551"/>
                    <a:pt x="48" y="551"/>
                    <a:pt x="48" y="551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33" y="374"/>
                    <a:pt x="33" y="374"/>
                    <a:pt x="33" y="374"/>
                  </a:cubicBezTo>
                  <a:cubicBezTo>
                    <a:pt x="31" y="334"/>
                    <a:pt x="27" y="297"/>
                    <a:pt x="25" y="257"/>
                  </a:cubicBezTo>
                  <a:cubicBezTo>
                    <a:pt x="16" y="179"/>
                    <a:pt x="8" y="99"/>
                    <a:pt x="0" y="2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60" y="86"/>
                    <a:pt x="168" y="164"/>
                    <a:pt x="176" y="244"/>
                  </a:cubicBezTo>
                  <a:cubicBezTo>
                    <a:pt x="185" y="322"/>
                    <a:pt x="191" y="402"/>
                    <a:pt x="197" y="480"/>
                  </a:cubicBezTo>
                  <a:cubicBezTo>
                    <a:pt x="206" y="559"/>
                    <a:pt x="212" y="637"/>
                    <a:pt x="218" y="717"/>
                  </a:cubicBezTo>
                  <a:lnTo>
                    <a:pt x="235" y="948"/>
                  </a:lnTo>
                  <a:moveTo>
                    <a:pt x="235" y="948"/>
                  </a:moveTo>
                  <a:lnTo>
                    <a:pt x="235" y="948"/>
                  </a:lnTo>
                  <a:cubicBezTo>
                    <a:pt x="208" y="711"/>
                    <a:pt x="208" y="711"/>
                    <a:pt x="208" y="711"/>
                  </a:cubicBezTo>
                  <a:cubicBezTo>
                    <a:pt x="199" y="631"/>
                    <a:pt x="189" y="553"/>
                    <a:pt x="183" y="475"/>
                  </a:cubicBezTo>
                  <a:cubicBezTo>
                    <a:pt x="174" y="398"/>
                    <a:pt x="166" y="320"/>
                    <a:pt x="160" y="242"/>
                  </a:cubicBezTo>
                  <a:cubicBezTo>
                    <a:pt x="151" y="164"/>
                    <a:pt x="145" y="86"/>
                    <a:pt x="138" y="9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4" y="99"/>
                    <a:pt x="21" y="177"/>
                    <a:pt x="29" y="257"/>
                  </a:cubicBezTo>
                  <a:cubicBezTo>
                    <a:pt x="33" y="294"/>
                    <a:pt x="37" y="334"/>
                    <a:pt x="42" y="374"/>
                  </a:cubicBezTo>
                  <a:cubicBezTo>
                    <a:pt x="54" y="490"/>
                    <a:pt x="54" y="490"/>
                    <a:pt x="54" y="490"/>
                  </a:cubicBezTo>
                  <a:cubicBezTo>
                    <a:pt x="63" y="549"/>
                    <a:pt x="63" y="549"/>
                    <a:pt x="63" y="549"/>
                  </a:cubicBezTo>
                  <a:cubicBezTo>
                    <a:pt x="67" y="608"/>
                    <a:pt x="67" y="608"/>
                    <a:pt x="67" y="608"/>
                  </a:cubicBezTo>
                  <a:cubicBezTo>
                    <a:pt x="73" y="667"/>
                    <a:pt x="73" y="667"/>
                    <a:pt x="73" y="667"/>
                  </a:cubicBezTo>
                  <a:cubicBezTo>
                    <a:pt x="80" y="726"/>
                    <a:pt x="80" y="726"/>
                    <a:pt x="80" y="726"/>
                  </a:cubicBezTo>
                  <a:cubicBezTo>
                    <a:pt x="90" y="843"/>
                    <a:pt x="90" y="843"/>
                    <a:pt x="90" y="843"/>
                  </a:cubicBezTo>
                  <a:cubicBezTo>
                    <a:pt x="98" y="961"/>
                    <a:pt x="98" y="961"/>
                    <a:pt x="98" y="961"/>
                  </a:cubicBezTo>
                  <a:cubicBezTo>
                    <a:pt x="94" y="957"/>
                    <a:pt x="94" y="957"/>
                    <a:pt x="94" y="957"/>
                  </a:cubicBezTo>
                  <a:cubicBezTo>
                    <a:pt x="117" y="957"/>
                    <a:pt x="141" y="955"/>
                    <a:pt x="164" y="953"/>
                  </a:cubicBezTo>
                  <a:lnTo>
                    <a:pt x="235" y="94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49"/>
            <p:cNvSpPr/>
            <p:nvPr/>
          </p:nvSpPr>
          <p:spPr>
            <a:xfrm>
              <a:off x="2313716" y="2228882"/>
              <a:ext cx="247783" cy="304241"/>
            </a:xfrm>
            <a:custGeom>
              <a:rect b="b" l="l" r="r" t="t"/>
              <a:pathLst>
                <a:path extrusionOk="0" h="194" w="158">
                  <a:moveTo>
                    <a:pt x="158" y="177"/>
                  </a:moveTo>
                  <a:lnTo>
                    <a:pt x="158" y="177"/>
                  </a:lnTo>
                  <a:cubicBezTo>
                    <a:pt x="137" y="179"/>
                    <a:pt x="114" y="183"/>
                    <a:pt x="91" y="185"/>
                  </a:cubicBezTo>
                  <a:cubicBezTo>
                    <a:pt x="67" y="189"/>
                    <a:pt x="44" y="191"/>
                    <a:pt x="21" y="194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3" y="162"/>
                    <a:pt x="13" y="133"/>
                    <a:pt x="11" y="105"/>
                  </a:cubicBezTo>
                  <a:cubicBezTo>
                    <a:pt x="8" y="76"/>
                    <a:pt x="4" y="48"/>
                    <a:pt x="0" y="1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5" y="13"/>
                    <a:pt x="48" y="11"/>
                    <a:pt x="72" y="8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7" y="34"/>
                    <a:pt x="149" y="63"/>
                    <a:pt x="151" y="91"/>
                  </a:cubicBezTo>
                  <a:cubicBezTo>
                    <a:pt x="155" y="135"/>
                    <a:pt x="155" y="135"/>
                    <a:pt x="155" y="135"/>
                  </a:cubicBezTo>
                  <a:lnTo>
                    <a:pt x="158" y="177"/>
                  </a:lnTo>
                  <a:moveTo>
                    <a:pt x="158" y="175"/>
                  </a:moveTo>
                  <a:lnTo>
                    <a:pt x="158" y="175"/>
                  </a:lnTo>
                  <a:cubicBezTo>
                    <a:pt x="151" y="133"/>
                    <a:pt x="151" y="133"/>
                    <a:pt x="151" y="133"/>
                  </a:cubicBezTo>
                  <a:cubicBezTo>
                    <a:pt x="145" y="91"/>
                    <a:pt x="145" y="91"/>
                    <a:pt x="145" y="91"/>
                  </a:cubicBezTo>
                  <a:cubicBezTo>
                    <a:pt x="141" y="61"/>
                    <a:pt x="139" y="34"/>
                    <a:pt x="135" y="6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48" y="17"/>
                    <a:pt x="25" y="19"/>
                    <a:pt x="2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46"/>
                    <a:pt x="11" y="76"/>
                    <a:pt x="13" y="105"/>
                  </a:cubicBezTo>
                  <a:cubicBezTo>
                    <a:pt x="17" y="133"/>
                    <a:pt x="21" y="162"/>
                    <a:pt x="23" y="189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42" y="183"/>
                    <a:pt x="65" y="183"/>
                    <a:pt x="86" y="181"/>
                  </a:cubicBezTo>
                  <a:cubicBezTo>
                    <a:pt x="109" y="179"/>
                    <a:pt x="132" y="177"/>
                    <a:pt x="158" y="17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4825" lIns="90000" spcFirstLastPara="1" rIns="90000" wrap="square" tIns="248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49"/>
            <p:cNvSpPr/>
            <p:nvPr/>
          </p:nvSpPr>
          <p:spPr>
            <a:xfrm>
              <a:off x="2323126" y="2264951"/>
              <a:ext cx="23524" cy="254057"/>
            </a:xfrm>
            <a:custGeom>
              <a:rect b="b" l="l" r="r" t="t"/>
              <a:pathLst>
                <a:path extrusionOk="0" fill="none" h="162" w="15">
                  <a:moveTo>
                    <a:pt x="0" y="0"/>
                  </a:moveTo>
                  <a:lnTo>
                    <a:pt x="0" y="0"/>
                  </a:lnTo>
                  <a:cubicBezTo>
                    <a:pt x="5" y="55"/>
                    <a:pt x="9" y="110"/>
                    <a:pt x="15" y="16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12600" lIns="90700" spcFirstLastPara="1" rIns="90700" wrap="square" tIns="12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49"/>
            <p:cNvSpPr/>
            <p:nvPr/>
          </p:nvSpPr>
          <p:spPr>
            <a:xfrm>
              <a:off x="2227463" y="1331842"/>
              <a:ext cx="221123" cy="62730"/>
            </a:xfrm>
            <a:custGeom>
              <a:rect b="b" l="l" r="r" t="t"/>
              <a:pathLst>
                <a:path extrusionOk="0" h="40" w="141">
                  <a:moveTo>
                    <a:pt x="141" y="25"/>
                  </a:moveTo>
                  <a:lnTo>
                    <a:pt x="141" y="25"/>
                  </a:lnTo>
                  <a:cubicBezTo>
                    <a:pt x="131" y="28"/>
                    <a:pt x="120" y="28"/>
                    <a:pt x="110" y="30"/>
                  </a:cubicBezTo>
                  <a:cubicBezTo>
                    <a:pt x="97" y="32"/>
                    <a:pt x="87" y="34"/>
                    <a:pt x="74" y="34"/>
                  </a:cubicBezTo>
                  <a:cubicBezTo>
                    <a:pt x="63" y="36"/>
                    <a:pt x="51" y="36"/>
                    <a:pt x="38" y="36"/>
                  </a:cubicBezTo>
                  <a:cubicBezTo>
                    <a:pt x="28" y="38"/>
                    <a:pt x="15" y="38"/>
                    <a:pt x="5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2"/>
                    <a:pt x="0" y="23"/>
                    <a:pt x="0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3" y="9"/>
                    <a:pt x="47" y="7"/>
                    <a:pt x="70" y="4"/>
                  </a:cubicBezTo>
                  <a:cubicBezTo>
                    <a:pt x="80" y="2"/>
                    <a:pt x="93" y="2"/>
                    <a:pt x="103" y="2"/>
                  </a:cubicBezTo>
                  <a:cubicBezTo>
                    <a:pt x="116" y="0"/>
                    <a:pt x="127" y="0"/>
                    <a:pt x="139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9"/>
                    <a:pt x="141" y="17"/>
                    <a:pt x="141" y="25"/>
                  </a:cubicBezTo>
                  <a:moveTo>
                    <a:pt x="141" y="23"/>
                  </a:moveTo>
                  <a:lnTo>
                    <a:pt x="141" y="23"/>
                  </a:lnTo>
                  <a:cubicBezTo>
                    <a:pt x="139" y="15"/>
                    <a:pt x="137" y="9"/>
                    <a:pt x="137" y="2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29" y="7"/>
                    <a:pt x="116" y="9"/>
                    <a:pt x="106" y="9"/>
                  </a:cubicBezTo>
                  <a:cubicBezTo>
                    <a:pt x="93" y="11"/>
                    <a:pt x="82" y="13"/>
                    <a:pt x="72" y="13"/>
                  </a:cubicBezTo>
                  <a:cubicBezTo>
                    <a:pt x="49" y="15"/>
                    <a:pt x="26" y="17"/>
                    <a:pt x="2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23"/>
                    <a:pt x="5" y="30"/>
                    <a:pt x="7" y="38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15" y="36"/>
                    <a:pt x="28" y="34"/>
                    <a:pt x="38" y="32"/>
                  </a:cubicBezTo>
                  <a:cubicBezTo>
                    <a:pt x="49" y="32"/>
                    <a:pt x="59" y="30"/>
                    <a:pt x="72" y="28"/>
                  </a:cubicBezTo>
                  <a:cubicBezTo>
                    <a:pt x="82" y="28"/>
                    <a:pt x="93" y="25"/>
                    <a:pt x="106" y="25"/>
                  </a:cubicBezTo>
                  <a:cubicBezTo>
                    <a:pt x="116" y="25"/>
                    <a:pt x="129" y="23"/>
                    <a:pt x="141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49"/>
            <p:cNvSpPr/>
            <p:nvPr/>
          </p:nvSpPr>
          <p:spPr>
            <a:xfrm>
              <a:off x="427112" y="2818544"/>
              <a:ext cx="307377" cy="310514"/>
            </a:xfrm>
            <a:custGeom>
              <a:rect b="b" l="l" r="r" t="t"/>
              <a:pathLst>
                <a:path extrusionOk="0" h="198" w="196">
                  <a:moveTo>
                    <a:pt x="192" y="196"/>
                  </a:moveTo>
                  <a:lnTo>
                    <a:pt x="192" y="196"/>
                  </a:lnTo>
                  <a:cubicBezTo>
                    <a:pt x="162" y="196"/>
                    <a:pt x="131" y="196"/>
                    <a:pt x="99" y="198"/>
                  </a:cubicBezTo>
                  <a:cubicBezTo>
                    <a:pt x="51" y="198"/>
                    <a:pt x="51" y="198"/>
                    <a:pt x="51" y="198"/>
                  </a:cubicBezTo>
                  <a:cubicBezTo>
                    <a:pt x="36" y="198"/>
                    <a:pt x="19" y="198"/>
                    <a:pt x="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3" y="131"/>
                    <a:pt x="3" y="99"/>
                  </a:cubicBezTo>
                  <a:cubicBezTo>
                    <a:pt x="3" y="85"/>
                    <a:pt x="3" y="68"/>
                    <a:pt x="3" y="51"/>
                  </a:cubicBezTo>
                  <a:cubicBezTo>
                    <a:pt x="3" y="36"/>
                    <a:pt x="3" y="19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6" y="0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2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36"/>
                    <a:pt x="196" y="68"/>
                    <a:pt x="196" y="101"/>
                  </a:cubicBezTo>
                  <a:lnTo>
                    <a:pt x="192" y="196"/>
                  </a:lnTo>
                  <a:moveTo>
                    <a:pt x="192" y="194"/>
                  </a:moveTo>
                  <a:lnTo>
                    <a:pt x="192" y="194"/>
                  </a:lnTo>
                  <a:cubicBezTo>
                    <a:pt x="190" y="97"/>
                    <a:pt x="190" y="97"/>
                    <a:pt x="190" y="97"/>
                  </a:cubicBezTo>
                  <a:cubicBezTo>
                    <a:pt x="190" y="66"/>
                    <a:pt x="187" y="36"/>
                    <a:pt x="187" y="5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77" y="9"/>
                    <a:pt x="160" y="9"/>
                    <a:pt x="145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65" y="7"/>
                    <a:pt x="36" y="7"/>
                    <a:pt x="5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19"/>
                    <a:pt x="5" y="36"/>
                    <a:pt x="5" y="51"/>
                  </a:cubicBezTo>
                  <a:cubicBezTo>
                    <a:pt x="5" y="68"/>
                    <a:pt x="5" y="85"/>
                    <a:pt x="5" y="99"/>
                  </a:cubicBezTo>
                  <a:cubicBezTo>
                    <a:pt x="5" y="131"/>
                    <a:pt x="7" y="162"/>
                    <a:pt x="7" y="194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19" y="192"/>
                    <a:pt x="34" y="192"/>
                    <a:pt x="51" y="192"/>
                  </a:cubicBezTo>
                  <a:cubicBezTo>
                    <a:pt x="97" y="192"/>
                    <a:pt x="97" y="192"/>
                    <a:pt x="97" y="192"/>
                  </a:cubicBezTo>
                  <a:cubicBezTo>
                    <a:pt x="129" y="192"/>
                    <a:pt x="160" y="194"/>
                    <a:pt x="192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49"/>
            <p:cNvSpPr/>
            <p:nvPr/>
          </p:nvSpPr>
          <p:spPr>
            <a:xfrm>
              <a:off x="474160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8" y="23"/>
                    <a:pt x="8" y="46"/>
                    <a:pt x="8" y="71"/>
                  </a:cubicBezTo>
                  <a:cubicBezTo>
                    <a:pt x="8" y="94"/>
                    <a:pt x="8" y="120"/>
                    <a:pt x="4" y="143"/>
                  </a:cubicBezTo>
                  <a:cubicBezTo>
                    <a:pt x="2" y="120"/>
                    <a:pt x="0" y="94"/>
                    <a:pt x="0" y="71"/>
                  </a:cubicBezTo>
                  <a:cubicBezTo>
                    <a:pt x="0" y="46"/>
                    <a:pt x="2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49"/>
            <p:cNvSpPr/>
            <p:nvPr/>
          </p:nvSpPr>
          <p:spPr>
            <a:xfrm>
              <a:off x="503956" y="2826386"/>
              <a:ext cx="12546" cy="147416"/>
            </a:xfrm>
            <a:custGeom>
              <a:rect b="b" l="l" r="r" t="t"/>
              <a:pathLst>
                <a:path extrusionOk="0" h="94" w="8">
                  <a:moveTo>
                    <a:pt x="4" y="0"/>
                  </a:moveTo>
                  <a:lnTo>
                    <a:pt x="4" y="0"/>
                  </a:lnTo>
                  <a:cubicBezTo>
                    <a:pt x="6" y="14"/>
                    <a:pt x="8" y="31"/>
                    <a:pt x="8" y="46"/>
                  </a:cubicBezTo>
                  <a:cubicBezTo>
                    <a:pt x="8" y="63"/>
                    <a:pt x="6" y="80"/>
                    <a:pt x="4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49"/>
            <p:cNvSpPr/>
            <p:nvPr/>
          </p:nvSpPr>
          <p:spPr>
            <a:xfrm>
              <a:off x="641962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4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49"/>
            <p:cNvSpPr/>
            <p:nvPr/>
          </p:nvSpPr>
          <p:spPr>
            <a:xfrm>
              <a:off x="566686" y="2954982"/>
              <a:ext cx="12546" cy="120755"/>
            </a:xfrm>
            <a:custGeom>
              <a:rect b="b" l="l" r="r" t="t"/>
              <a:pathLst>
                <a:path extrusionOk="0" h="77" w="8">
                  <a:moveTo>
                    <a:pt x="4" y="0"/>
                  </a:moveTo>
                  <a:lnTo>
                    <a:pt x="4" y="0"/>
                  </a:lnTo>
                  <a:cubicBezTo>
                    <a:pt x="8" y="12"/>
                    <a:pt x="8" y="27"/>
                    <a:pt x="8" y="40"/>
                  </a:cubicBezTo>
                  <a:cubicBezTo>
                    <a:pt x="8" y="52"/>
                    <a:pt x="8" y="65"/>
                    <a:pt x="4" y="77"/>
                  </a:cubicBezTo>
                  <a:cubicBezTo>
                    <a:pt x="2" y="65"/>
                    <a:pt x="0" y="52"/>
                    <a:pt x="0" y="40"/>
                  </a:cubicBezTo>
                  <a:cubicBezTo>
                    <a:pt x="0" y="27"/>
                    <a:pt x="2" y="12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49"/>
            <p:cNvSpPr/>
            <p:nvPr/>
          </p:nvSpPr>
          <p:spPr>
            <a:xfrm>
              <a:off x="7989212" y="28185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49"/>
            <p:cNvSpPr/>
            <p:nvPr/>
          </p:nvSpPr>
          <p:spPr>
            <a:xfrm>
              <a:off x="8064488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49"/>
            <p:cNvSpPr/>
            <p:nvPr/>
          </p:nvSpPr>
          <p:spPr>
            <a:xfrm>
              <a:off x="8094285" y="28263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49"/>
            <p:cNvSpPr/>
            <p:nvPr/>
          </p:nvSpPr>
          <p:spPr>
            <a:xfrm>
              <a:off x="8232291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49"/>
            <p:cNvSpPr/>
            <p:nvPr/>
          </p:nvSpPr>
          <p:spPr>
            <a:xfrm>
              <a:off x="8169561" y="28781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49"/>
            <p:cNvSpPr/>
            <p:nvPr/>
          </p:nvSpPr>
          <p:spPr>
            <a:xfrm>
              <a:off x="5253" y="2671129"/>
              <a:ext cx="8705356" cy="164667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49"/>
            <p:cNvSpPr/>
            <p:nvPr/>
          </p:nvSpPr>
          <p:spPr>
            <a:xfrm>
              <a:off x="11526" y="2719744"/>
              <a:ext cx="1800351" cy="10978"/>
            </a:xfrm>
            <a:custGeom>
              <a:rect b="b" l="l" r="r" t="t"/>
              <a:pathLst>
                <a:path extrusionOk="0" h="7" w="1148">
                  <a:moveTo>
                    <a:pt x="0" y="2"/>
                  </a:moveTo>
                  <a:lnTo>
                    <a:pt x="0" y="2"/>
                  </a:lnTo>
                  <a:cubicBezTo>
                    <a:pt x="97" y="0"/>
                    <a:pt x="192" y="0"/>
                    <a:pt x="288" y="0"/>
                  </a:cubicBezTo>
                  <a:cubicBezTo>
                    <a:pt x="337" y="0"/>
                    <a:pt x="383" y="2"/>
                    <a:pt x="431" y="2"/>
                  </a:cubicBezTo>
                  <a:cubicBezTo>
                    <a:pt x="480" y="2"/>
                    <a:pt x="526" y="2"/>
                    <a:pt x="575" y="2"/>
                  </a:cubicBezTo>
                  <a:cubicBezTo>
                    <a:pt x="671" y="0"/>
                    <a:pt x="766" y="0"/>
                    <a:pt x="863" y="0"/>
                  </a:cubicBezTo>
                  <a:cubicBezTo>
                    <a:pt x="909" y="0"/>
                    <a:pt x="957" y="0"/>
                    <a:pt x="1005" y="0"/>
                  </a:cubicBezTo>
                  <a:cubicBezTo>
                    <a:pt x="1054" y="2"/>
                    <a:pt x="1100" y="2"/>
                    <a:pt x="1148" y="2"/>
                  </a:cubicBezTo>
                  <a:cubicBezTo>
                    <a:pt x="1148" y="5"/>
                    <a:pt x="1148" y="5"/>
                    <a:pt x="1148" y="5"/>
                  </a:cubicBezTo>
                  <a:cubicBezTo>
                    <a:pt x="1100" y="5"/>
                    <a:pt x="1054" y="5"/>
                    <a:pt x="1005" y="7"/>
                  </a:cubicBezTo>
                  <a:cubicBezTo>
                    <a:pt x="957" y="7"/>
                    <a:pt x="909" y="7"/>
                    <a:pt x="863" y="7"/>
                  </a:cubicBezTo>
                  <a:cubicBezTo>
                    <a:pt x="766" y="7"/>
                    <a:pt x="671" y="7"/>
                    <a:pt x="575" y="5"/>
                  </a:cubicBezTo>
                  <a:cubicBezTo>
                    <a:pt x="526" y="5"/>
                    <a:pt x="480" y="5"/>
                    <a:pt x="431" y="5"/>
                  </a:cubicBezTo>
                  <a:cubicBezTo>
                    <a:pt x="383" y="5"/>
                    <a:pt x="337" y="7"/>
                    <a:pt x="288" y="7"/>
                  </a:cubicBezTo>
                  <a:cubicBezTo>
                    <a:pt x="192" y="7"/>
                    <a:pt x="97" y="7"/>
                    <a:pt x="0" y="5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49"/>
            <p:cNvSpPr/>
            <p:nvPr/>
          </p:nvSpPr>
          <p:spPr>
            <a:xfrm>
              <a:off x="6903983" y="27495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49"/>
            <p:cNvSpPr/>
            <p:nvPr/>
          </p:nvSpPr>
          <p:spPr>
            <a:xfrm>
              <a:off x="671759" y="2746405"/>
              <a:ext cx="953496" cy="10978"/>
            </a:xfrm>
            <a:custGeom>
              <a:rect b="b" l="l" r="r" t="t"/>
              <a:pathLst>
                <a:path extrusionOk="0" h="7" w="608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4" y="2"/>
                  </a:cubicBezTo>
                  <a:cubicBezTo>
                    <a:pt x="179" y="2"/>
                    <a:pt x="204" y="2"/>
                    <a:pt x="229" y="2"/>
                  </a:cubicBezTo>
                  <a:cubicBezTo>
                    <a:pt x="254" y="4"/>
                    <a:pt x="280" y="2"/>
                    <a:pt x="305" y="2"/>
                  </a:cubicBezTo>
                  <a:cubicBezTo>
                    <a:pt x="355" y="2"/>
                    <a:pt x="406" y="0"/>
                    <a:pt x="456" y="0"/>
                  </a:cubicBezTo>
                  <a:cubicBezTo>
                    <a:pt x="507" y="0"/>
                    <a:pt x="557" y="2"/>
                    <a:pt x="608" y="4"/>
                  </a:cubicBezTo>
                  <a:lnTo>
                    <a:pt x="608" y="4"/>
                  </a:lnTo>
                  <a:cubicBezTo>
                    <a:pt x="557" y="6"/>
                    <a:pt x="507" y="6"/>
                    <a:pt x="456" y="6"/>
                  </a:cubicBezTo>
                  <a:cubicBezTo>
                    <a:pt x="406" y="9"/>
                    <a:pt x="355" y="6"/>
                    <a:pt x="305" y="6"/>
                  </a:cubicBezTo>
                  <a:cubicBezTo>
                    <a:pt x="280" y="6"/>
                    <a:pt x="254" y="4"/>
                    <a:pt x="229" y="4"/>
                  </a:cubicBezTo>
                  <a:cubicBezTo>
                    <a:pt x="204" y="6"/>
                    <a:pt x="179" y="6"/>
                    <a:pt x="154" y="6"/>
                  </a:cubicBezTo>
                  <a:cubicBezTo>
                    <a:pt x="101" y="6"/>
                    <a:pt x="50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49"/>
            <p:cNvSpPr/>
            <p:nvPr/>
          </p:nvSpPr>
          <p:spPr>
            <a:xfrm>
              <a:off x="2702642" y="2769929"/>
              <a:ext cx="953496" cy="12546"/>
            </a:xfrm>
            <a:custGeom>
              <a:rect b="b" l="l" r="r" t="t"/>
              <a:pathLst>
                <a:path extrusionOk="0" h="8" w="608">
                  <a:moveTo>
                    <a:pt x="0" y="4"/>
                  </a:moveTo>
                  <a:lnTo>
                    <a:pt x="0" y="4"/>
                  </a:lnTo>
                  <a:cubicBezTo>
                    <a:pt x="51" y="0"/>
                    <a:pt x="101" y="0"/>
                    <a:pt x="152" y="0"/>
                  </a:cubicBezTo>
                  <a:cubicBezTo>
                    <a:pt x="177" y="2"/>
                    <a:pt x="202" y="2"/>
                    <a:pt x="227" y="2"/>
                  </a:cubicBezTo>
                  <a:cubicBezTo>
                    <a:pt x="252" y="2"/>
                    <a:pt x="278" y="2"/>
                    <a:pt x="303" y="2"/>
                  </a:cubicBezTo>
                  <a:cubicBezTo>
                    <a:pt x="353" y="0"/>
                    <a:pt x="404" y="0"/>
                    <a:pt x="454" y="0"/>
                  </a:cubicBezTo>
                  <a:cubicBezTo>
                    <a:pt x="505" y="0"/>
                    <a:pt x="555" y="2"/>
                    <a:pt x="608" y="4"/>
                  </a:cubicBezTo>
                  <a:lnTo>
                    <a:pt x="608" y="4"/>
                  </a:lnTo>
                  <a:cubicBezTo>
                    <a:pt x="555" y="6"/>
                    <a:pt x="505" y="8"/>
                    <a:pt x="454" y="8"/>
                  </a:cubicBezTo>
                  <a:cubicBezTo>
                    <a:pt x="404" y="8"/>
                    <a:pt x="353" y="8"/>
                    <a:pt x="303" y="6"/>
                  </a:cubicBezTo>
                  <a:cubicBezTo>
                    <a:pt x="278" y="6"/>
                    <a:pt x="252" y="4"/>
                    <a:pt x="227" y="6"/>
                  </a:cubicBezTo>
                  <a:cubicBezTo>
                    <a:pt x="202" y="6"/>
                    <a:pt x="177" y="6"/>
                    <a:pt x="152" y="8"/>
                  </a:cubicBezTo>
                  <a:cubicBezTo>
                    <a:pt x="101" y="8"/>
                    <a:pt x="51" y="8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49"/>
            <p:cNvSpPr/>
            <p:nvPr/>
          </p:nvSpPr>
          <p:spPr>
            <a:xfrm>
              <a:off x="4562587" y="2782475"/>
              <a:ext cx="2590749" cy="14114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49"/>
            <p:cNvSpPr/>
            <p:nvPr/>
          </p:nvSpPr>
          <p:spPr>
            <a:xfrm>
              <a:off x="4473196" y="2760519"/>
              <a:ext cx="468907" cy="12546"/>
            </a:xfrm>
            <a:custGeom>
              <a:rect b="b" l="l" r="r" t="t"/>
              <a:pathLst>
                <a:path extrusionOk="0" h="8" w="299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1" y="2"/>
                    <a:pt x="74" y="2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5" y="0"/>
                    <a:pt x="198" y="0"/>
                    <a:pt x="223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4" y="4"/>
                    <a:pt x="286" y="4"/>
                    <a:pt x="299" y="4"/>
                  </a:cubicBezTo>
                  <a:cubicBezTo>
                    <a:pt x="286" y="6"/>
                    <a:pt x="274" y="6"/>
                    <a:pt x="261" y="6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198" y="8"/>
                    <a:pt x="175" y="8"/>
                    <a:pt x="149" y="8"/>
                  </a:cubicBezTo>
                  <a:cubicBezTo>
                    <a:pt x="124" y="8"/>
                    <a:pt x="99" y="8"/>
                    <a:pt x="74" y="8"/>
                  </a:cubicBezTo>
                  <a:cubicBezTo>
                    <a:pt x="51" y="6"/>
                    <a:pt x="25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49"/>
            <p:cNvSpPr/>
            <p:nvPr/>
          </p:nvSpPr>
          <p:spPr>
            <a:xfrm>
              <a:off x="1766397" y="2782475"/>
              <a:ext cx="266603" cy="14114"/>
            </a:xfrm>
            <a:custGeom>
              <a:rect b="b" l="l" r="r" t="t"/>
              <a:pathLst>
                <a:path extrusionOk="0" h="9" w="170">
                  <a:moveTo>
                    <a:pt x="0" y="4"/>
                  </a:moveTo>
                  <a:lnTo>
                    <a:pt x="0" y="4"/>
                  </a:lnTo>
                  <a:cubicBezTo>
                    <a:pt x="15" y="2"/>
                    <a:pt x="29" y="0"/>
                    <a:pt x="42" y="2"/>
                  </a:cubicBezTo>
                  <a:cubicBezTo>
                    <a:pt x="50" y="2"/>
                    <a:pt x="57" y="2"/>
                    <a:pt x="65" y="4"/>
                  </a:cubicBezTo>
                  <a:cubicBezTo>
                    <a:pt x="72" y="4"/>
                    <a:pt x="78" y="2"/>
                    <a:pt x="86" y="2"/>
                  </a:cubicBezTo>
                  <a:cubicBezTo>
                    <a:pt x="101" y="0"/>
                    <a:pt x="114" y="0"/>
                    <a:pt x="128" y="0"/>
                  </a:cubicBezTo>
                  <a:cubicBezTo>
                    <a:pt x="143" y="0"/>
                    <a:pt x="158" y="2"/>
                    <a:pt x="170" y="4"/>
                  </a:cubicBezTo>
                  <a:lnTo>
                    <a:pt x="170" y="4"/>
                  </a:lnTo>
                  <a:cubicBezTo>
                    <a:pt x="158" y="9"/>
                    <a:pt x="143" y="9"/>
                    <a:pt x="128" y="9"/>
                  </a:cubicBezTo>
                  <a:cubicBezTo>
                    <a:pt x="114" y="9"/>
                    <a:pt x="101" y="9"/>
                    <a:pt x="86" y="7"/>
                  </a:cubicBezTo>
                  <a:cubicBezTo>
                    <a:pt x="78" y="7"/>
                    <a:pt x="72" y="7"/>
                    <a:pt x="65" y="7"/>
                  </a:cubicBezTo>
                  <a:cubicBezTo>
                    <a:pt x="57" y="7"/>
                    <a:pt x="50" y="9"/>
                    <a:pt x="42" y="9"/>
                  </a:cubicBezTo>
                  <a:cubicBezTo>
                    <a:pt x="29" y="9"/>
                    <a:pt x="15" y="9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49"/>
            <p:cNvSpPr/>
            <p:nvPr/>
          </p:nvSpPr>
          <p:spPr>
            <a:xfrm>
              <a:off x="510229" y="1573352"/>
              <a:ext cx="3136" cy="243079"/>
            </a:xfrm>
            <a:custGeom>
              <a:rect b="b" l="l" r="r" t="t"/>
              <a:pathLst>
                <a:path extrusionOk="0" h="15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5"/>
                  </a:cubicBezTo>
                  <a:cubicBezTo>
                    <a:pt x="2" y="40"/>
                    <a:pt x="2" y="58"/>
                    <a:pt x="2" y="77"/>
                  </a:cubicBezTo>
                  <a:cubicBezTo>
                    <a:pt x="2" y="96"/>
                    <a:pt x="0" y="115"/>
                    <a:pt x="0" y="130"/>
                  </a:cubicBezTo>
                  <a:cubicBezTo>
                    <a:pt x="0" y="145"/>
                    <a:pt x="0" y="155"/>
                    <a:pt x="0" y="155"/>
                  </a:cubicBezTo>
                  <a:cubicBezTo>
                    <a:pt x="0" y="155"/>
                    <a:pt x="0" y="145"/>
                    <a:pt x="0" y="130"/>
                  </a:cubicBezTo>
                  <a:cubicBezTo>
                    <a:pt x="0" y="115"/>
                    <a:pt x="0" y="96"/>
                    <a:pt x="0" y="77"/>
                  </a:cubicBezTo>
                  <a:cubicBezTo>
                    <a:pt x="0" y="58"/>
                    <a:pt x="0" y="40"/>
                    <a:pt x="0" y="25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49"/>
            <p:cNvSpPr/>
            <p:nvPr/>
          </p:nvSpPr>
          <p:spPr>
            <a:xfrm>
              <a:off x="489842" y="1636082"/>
              <a:ext cx="3136" cy="65867"/>
            </a:xfrm>
            <a:custGeom>
              <a:rect b="b" l="l" r="r" t="t"/>
              <a:pathLst>
                <a:path extrusionOk="0" h="42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6"/>
                  </a:cubicBezTo>
                  <a:cubicBezTo>
                    <a:pt x="2" y="10"/>
                    <a:pt x="2" y="14"/>
                    <a:pt x="2" y="21"/>
                  </a:cubicBezTo>
                  <a:cubicBezTo>
                    <a:pt x="2" y="25"/>
                    <a:pt x="2" y="31"/>
                    <a:pt x="2" y="35"/>
                  </a:cubicBezTo>
                  <a:cubicBezTo>
                    <a:pt x="2" y="37"/>
                    <a:pt x="2" y="42"/>
                    <a:pt x="2" y="42"/>
                  </a:cubicBezTo>
                  <a:cubicBezTo>
                    <a:pt x="2" y="42"/>
                    <a:pt x="2" y="37"/>
                    <a:pt x="2" y="35"/>
                  </a:cubicBezTo>
                  <a:cubicBezTo>
                    <a:pt x="0" y="31"/>
                    <a:pt x="0" y="25"/>
                    <a:pt x="0" y="21"/>
                  </a:cubicBezTo>
                  <a:cubicBezTo>
                    <a:pt x="0" y="14"/>
                    <a:pt x="0" y="10"/>
                    <a:pt x="0" y="6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49"/>
            <p:cNvSpPr/>
            <p:nvPr/>
          </p:nvSpPr>
          <p:spPr>
            <a:xfrm>
              <a:off x="97780" y="1890139"/>
              <a:ext cx="3137" cy="75276"/>
            </a:xfrm>
            <a:custGeom>
              <a:rect b="b" l="l" r="r" t="t"/>
              <a:pathLst>
                <a:path extrusionOk="0" h="48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8"/>
                  </a:cubicBezTo>
                  <a:cubicBezTo>
                    <a:pt x="2" y="12"/>
                    <a:pt x="2" y="18"/>
                    <a:pt x="2" y="23"/>
                  </a:cubicBezTo>
                  <a:cubicBezTo>
                    <a:pt x="2" y="29"/>
                    <a:pt x="2" y="35"/>
                    <a:pt x="2" y="40"/>
                  </a:cubicBezTo>
                  <a:cubicBezTo>
                    <a:pt x="0" y="46"/>
                    <a:pt x="0" y="48"/>
                    <a:pt x="0" y="48"/>
                  </a:cubicBezTo>
                  <a:cubicBezTo>
                    <a:pt x="0" y="48"/>
                    <a:pt x="0" y="46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8"/>
                    <a:pt x="0" y="12"/>
                    <a:pt x="0" y="8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49"/>
            <p:cNvSpPr/>
            <p:nvPr/>
          </p:nvSpPr>
          <p:spPr>
            <a:xfrm>
              <a:off x="115030" y="1882298"/>
              <a:ext cx="3137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19"/>
                    <a:pt x="2" y="23"/>
                    <a:pt x="0" y="28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0" y="32"/>
                    <a:pt x="0" y="30"/>
                    <a:pt x="0" y="28"/>
                  </a:cubicBezTo>
                  <a:cubicBezTo>
                    <a:pt x="0" y="23"/>
                    <a:pt x="0" y="19"/>
                    <a:pt x="0" y="17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49"/>
            <p:cNvSpPr/>
            <p:nvPr/>
          </p:nvSpPr>
          <p:spPr>
            <a:xfrm>
              <a:off x="351836" y="2575465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0" y="50"/>
                    <a:pt x="0" y="57"/>
                  </a:cubicBezTo>
                  <a:cubicBezTo>
                    <a:pt x="0" y="63"/>
                    <a:pt x="0" y="67"/>
                    <a:pt x="0" y="67"/>
                  </a:cubicBezTo>
                  <a:cubicBezTo>
                    <a:pt x="0" y="67"/>
                    <a:pt x="0" y="63"/>
                    <a:pt x="0" y="57"/>
                  </a:cubicBezTo>
                  <a:cubicBezTo>
                    <a:pt x="0" y="50"/>
                    <a:pt x="0" y="42"/>
                    <a:pt x="0" y="33"/>
                  </a:cubicBezTo>
                  <a:cubicBezTo>
                    <a:pt x="0" y="25"/>
                    <a:pt x="0" y="17"/>
                    <a:pt x="0" y="10"/>
                  </a:cubicBezTo>
                  <a:cubicBezTo>
                    <a:pt x="0" y="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49"/>
            <p:cNvSpPr/>
            <p:nvPr/>
          </p:nvSpPr>
          <p:spPr>
            <a:xfrm>
              <a:off x="836425" y="2159879"/>
              <a:ext cx="6273" cy="277581"/>
            </a:xfrm>
            <a:custGeom>
              <a:rect b="b" l="l" r="r" t="t"/>
              <a:pathLst>
                <a:path extrusionOk="0" h="177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7"/>
                  </a:cubicBezTo>
                  <a:cubicBezTo>
                    <a:pt x="2" y="44"/>
                    <a:pt x="2" y="65"/>
                    <a:pt x="4" y="88"/>
                  </a:cubicBezTo>
                  <a:cubicBezTo>
                    <a:pt x="4" y="111"/>
                    <a:pt x="2" y="132"/>
                    <a:pt x="2" y="149"/>
                  </a:cubicBezTo>
                  <a:cubicBezTo>
                    <a:pt x="2" y="166"/>
                    <a:pt x="2" y="177"/>
                    <a:pt x="2" y="177"/>
                  </a:cubicBezTo>
                  <a:cubicBezTo>
                    <a:pt x="2" y="177"/>
                    <a:pt x="2" y="166"/>
                    <a:pt x="2" y="149"/>
                  </a:cubicBezTo>
                  <a:cubicBezTo>
                    <a:pt x="2" y="132"/>
                    <a:pt x="2" y="111"/>
                    <a:pt x="2" y="88"/>
                  </a:cubicBezTo>
                  <a:cubicBezTo>
                    <a:pt x="2" y="65"/>
                    <a:pt x="0" y="44"/>
                    <a:pt x="0" y="27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49"/>
            <p:cNvSpPr/>
            <p:nvPr/>
          </p:nvSpPr>
          <p:spPr>
            <a:xfrm>
              <a:off x="812902" y="2178698"/>
              <a:ext cx="3136" cy="56457"/>
            </a:xfrm>
            <a:custGeom>
              <a:rect b="b" l="l" r="r" t="t"/>
              <a:pathLst>
                <a:path extrusionOk="0" h="3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3"/>
                    <a:pt x="2" y="7"/>
                  </a:cubicBezTo>
                  <a:cubicBezTo>
                    <a:pt x="2" y="9"/>
                    <a:pt x="2" y="15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2" y="34"/>
                    <a:pt x="2" y="36"/>
                    <a:pt x="2" y="36"/>
                  </a:cubicBezTo>
                  <a:cubicBezTo>
                    <a:pt x="2" y="36"/>
                    <a:pt x="0" y="34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5"/>
                    <a:pt x="0" y="9"/>
                    <a:pt x="0" y="7"/>
                  </a:cubicBezTo>
                  <a:cubicBezTo>
                    <a:pt x="0" y="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49"/>
            <p:cNvSpPr/>
            <p:nvPr/>
          </p:nvSpPr>
          <p:spPr>
            <a:xfrm>
              <a:off x="794083" y="804909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2" y="50"/>
                    <a:pt x="2" y="57"/>
                  </a:cubicBezTo>
                  <a:cubicBezTo>
                    <a:pt x="2" y="63"/>
                    <a:pt x="2" y="67"/>
                    <a:pt x="2" y="67"/>
                  </a:cubicBezTo>
                  <a:cubicBezTo>
                    <a:pt x="2" y="67"/>
                    <a:pt x="2" y="63"/>
                    <a:pt x="2" y="57"/>
                  </a:cubicBezTo>
                  <a:cubicBezTo>
                    <a:pt x="2" y="50"/>
                    <a:pt x="0" y="42"/>
                    <a:pt x="0" y="33"/>
                  </a:cubicBezTo>
                  <a:cubicBezTo>
                    <a:pt x="0" y="25"/>
                    <a:pt x="2" y="17"/>
                    <a:pt x="2" y="10"/>
                  </a:cubicBezTo>
                  <a:cubicBezTo>
                    <a:pt x="2" y="4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49"/>
            <p:cNvSpPr/>
            <p:nvPr/>
          </p:nvSpPr>
          <p:spPr>
            <a:xfrm>
              <a:off x="809765" y="870776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0"/>
                    <a:pt x="2" y="12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3"/>
                    <a:pt x="2" y="25"/>
                    <a:pt x="2" y="25"/>
                  </a:cubicBezTo>
                  <a:cubicBezTo>
                    <a:pt x="2" y="25"/>
                    <a:pt x="2" y="23"/>
                    <a:pt x="2" y="21"/>
                  </a:cubicBezTo>
                  <a:cubicBezTo>
                    <a:pt x="0" y="19"/>
                    <a:pt x="0" y="17"/>
                    <a:pt x="0" y="12"/>
                  </a:cubicBezTo>
                  <a:cubicBezTo>
                    <a:pt x="0" y="10"/>
                    <a:pt x="0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49"/>
            <p:cNvSpPr/>
            <p:nvPr/>
          </p:nvSpPr>
          <p:spPr>
            <a:xfrm>
              <a:off x="1360221" y="2258678"/>
              <a:ext cx="4705" cy="59594"/>
            </a:xfrm>
            <a:custGeom>
              <a:rect b="b" l="l" r="r" t="t"/>
              <a:pathLst>
                <a:path extrusionOk="0" h="3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3" y="8"/>
                    <a:pt x="3" y="15"/>
                    <a:pt x="3" y="19"/>
                  </a:cubicBezTo>
                  <a:cubicBezTo>
                    <a:pt x="3" y="23"/>
                    <a:pt x="3" y="27"/>
                    <a:pt x="0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5"/>
                    <a:pt x="0" y="8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49"/>
            <p:cNvSpPr/>
            <p:nvPr/>
          </p:nvSpPr>
          <p:spPr>
            <a:xfrm>
              <a:off x="1377471" y="2235155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7"/>
                    <a:pt x="2" y="11"/>
                    <a:pt x="2" y="13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3"/>
                  </a:lnTo>
                  <a:cubicBezTo>
                    <a:pt x="0" y="19"/>
                    <a:pt x="0" y="17"/>
                    <a:pt x="0" y="13"/>
                  </a:cubicBezTo>
                  <a:cubicBezTo>
                    <a:pt x="0" y="11"/>
                    <a:pt x="0" y="7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49"/>
            <p:cNvSpPr/>
            <p:nvPr/>
          </p:nvSpPr>
          <p:spPr>
            <a:xfrm>
              <a:off x="1139097" y="1669016"/>
              <a:ext cx="4705" cy="72140"/>
            </a:xfrm>
            <a:custGeom>
              <a:rect b="b" l="l" r="r" t="t"/>
              <a:pathLst>
                <a:path extrusionOk="0" h="46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0" y="10"/>
                    <a:pt x="3" y="16"/>
                    <a:pt x="3" y="23"/>
                  </a:cubicBezTo>
                  <a:cubicBezTo>
                    <a:pt x="3" y="29"/>
                    <a:pt x="0" y="35"/>
                    <a:pt x="0" y="40"/>
                  </a:cubicBezTo>
                  <a:cubicBezTo>
                    <a:pt x="0" y="44"/>
                    <a:pt x="0" y="46"/>
                    <a:pt x="0" y="46"/>
                  </a:cubicBezTo>
                  <a:cubicBezTo>
                    <a:pt x="0" y="46"/>
                    <a:pt x="0" y="44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6"/>
                    <a:pt x="0" y="10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49"/>
            <p:cNvSpPr/>
            <p:nvPr/>
          </p:nvSpPr>
          <p:spPr>
            <a:xfrm>
              <a:off x="1007364" y="1242451"/>
              <a:ext cx="3136" cy="59594"/>
            </a:xfrm>
            <a:custGeom>
              <a:rect b="b" l="l" r="r" t="t"/>
              <a:pathLst>
                <a:path extrusionOk="0" h="38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5"/>
                  </a:cubicBezTo>
                  <a:cubicBezTo>
                    <a:pt x="2" y="9"/>
                    <a:pt x="2" y="13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49"/>
            <p:cNvSpPr/>
            <p:nvPr/>
          </p:nvSpPr>
          <p:spPr>
            <a:xfrm>
              <a:off x="1021479" y="1253429"/>
              <a:ext cx="3136" cy="21956"/>
            </a:xfrm>
            <a:custGeom>
              <a:rect b="b" l="l" r="r" t="t"/>
              <a:pathLst>
                <a:path extrusionOk="0" h="14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4"/>
                    <a:pt x="2" y="6"/>
                    <a:pt x="2" y="8"/>
                  </a:cubicBezTo>
                  <a:cubicBezTo>
                    <a:pt x="2" y="10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12"/>
                  </a:ln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4"/>
                    <a:pt x="0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49"/>
            <p:cNvSpPr/>
            <p:nvPr/>
          </p:nvSpPr>
          <p:spPr>
            <a:xfrm>
              <a:off x="2080047" y="2139491"/>
              <a:ext cx="3137" cy="119187"/>
            </a:xfrm>
            <a:custGeom>
              <a:rect b="b" l="l" r="r" t="t"/>
              <a:pathLst>
                <a:path extrusionOk="0" h="7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7"/>
                    <a:pt x="2" y="13"/>
                  </a:cubicBezTo>
                  <a:cubicBezTo>
                    <a:pt x="2" y="19"/>
                    <a:pt x="2" y="30"/>
                    <a:pt x="2" y="38"/>
                  </a:cubicBezTo>
                  <a:cubicBezTo>
                    <a:pt x="2" y="49"/>
                    <a:pt x="2" y="57"/>
                    <a:pt x="2" y="63"/>
                  </a:cubicBezTo>
                  <a:cubicBezTo>
                    <a:pt x="0" y="72"/>
                    <a:pt x="0" y="76"/>
                    <a:pt x="0" y="76"/>
                  </a:cubicBezTo>
                  <a:cubicBezTo>
                    <a:pt x="0" y="76"/>
                    <a:pt x="0" y="72"/>
                    <a:pt x="0" y="63"/>
                  </a:cubicBezTo>
                  <a:cubicBezTo>
                    <a:pt x="0" y="57"/>
                    <a:pt x="0" y="49"/>
                    <a:pt x="0" y="38"/>
                  </a:cubicBezTo>
                  <a:cubicBezTo>
                    <a:pt x="0" y="30"/>
                    <a:pt x="2" y="19"/>
                    <a:pt x="2" y="13"/>
                  </a:cubicBezTo>
                  <a:cubicBezTo>
                    <a:pt x="2" y="7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49"/>
            <p:cNvSpPr/>
            <p:nvPr/>
          </p:nvSpPr>
          <p:spPr>
            <a:xfrm>
              <a:off x="2095730" y="2133218"/>
              <a:ext cx="3137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1"/>
                    <a:pt x="2" y="13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5"/>
                    <a:pt x="2" y="25"/>
                    <a:pt x="2" y="25"/>
                  </a:cubicBezTo>
                  <a:lnTo>
                    <a:pt x="2" y="21"/>
                  </a:lnTo>
                  <a:cubicBezTo>
                    <a:pt x="2" y="19"/>
                    <a:pt x="0" y="17"/>
                    <a:pt x="0" y="13"/>
                  </a:cubicBezTo>
                  <a:cubicBezTo>
                    <a:pt x="0" y="11"/>
                    <a:pt x="2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49"/>
            <p:cNvSpPr/>
            <p:nvPr/>
          </p:nvSpPr>
          <p:spPr>
            <a:xfrm>
              <a:off x="1658188" y="2274361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5"/>
                    <a:pt x="2" y="22"/>
                    <a:pt x="2" y="30"/>
                  </a:cubicBezTo>
                  <a:cubicBezTo>
                    <a:pt x="2" y="36"/>
                    <a:pt x="2" y="45"/>
                    <a:pt x="2" y="51"/>
                  </a:cubicBezTo>
                  <a:cubicBezTo>
                    <a:pt x="2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6"/>
                    <a:pt x="0" y="30"/>
                  </a:cubicBezTo>
                  <a:cubicBezTo>
                    <a:pt x="0" y="22"/>
                    <a:pt x="0" y="15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49"/>
            <p:cNvSpPr/>
            <p:nvPr/>
          </p:nvSpPr>
          <p:spPr>
            <a:xfrm>
              <a:off x="1587617" y="1091899"/>
              <a:ext cx="3136" cy="161530"/>
            </a:xfrm>
            <a:custGeom>
              <a:rect b="b" l="l" r="r" t="t"/>
              <a:pathLst>
                <a:path extrusionOk="0" h="103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2" y="17"/>
                  </a:cubicBezTo>
                  <a:cubicBezTo>
                    <a:pt x="2" y="25"/>
                    <a:pt x="2" y="40"/>
                    <a:pt x="2" y="52"/>
                  </a:cubicBezTo>
                  <a:cubicBezTo>
                    <a:pt x="2" y="65"/>
                    <a:pt x="2" y="77"/>
                    <a:pt x="2" y="88"/>
                  </a:cubicBezTo>
                  <a:cubicBezTo>
                    <a:pt x="0" y="96"/>
                    <a:pt x="0" y="103"/>
                    <a:pt x="0" y="103"/>
                  </a:cubicBezTo>
                  <a:cubicBezTo>
                    <a:pt x="0" y="103"/>
                    <a:pt x="0" y="96"/>
                    <a:pt x="0" y="88"/>
                  </a:cubicBezTo>
                  <a:cubicBezTo>
                    <a:pt x="0" y="77"/>
                    <a:pt x="0" y="65"/>
                    <a:pt x="0" y="52"/>
                  </a:cubicBezTo>
                  <a:cubicBezTo>
                    <a:pt x="0" y="40"/>
                    <a:pt x="0" y="25"/>
                    <a:pt x="0" y="17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49"/>
            <p:cNvSpPr/>
            <p:nvPr/>
          </p:nvSpPr>
          <p:spPr>
            <a:xfrm>
              <a:off x="1604868" y="1146788"/>
              <a:ext cx="3136" cy="40775"/>
            </a:xfrm>
            <a:custGeom>
              <a:rect b="b" l="l" r="r" t="t"/>
              <a:pathLst>
                <a:path extrusionOk="0" h="26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2" y="9"/>
                    <a:pt x="2" y="13"/>
                  </a:cubicBezTo>
                  <a:cubicBezTo>
                    <a:pt x="2" y="15"/>
                    <a:pt x="0" y="19"/>
                    <a:pt x="0" y="21"/>
                  </a:cubicBezTo>
                  <a:cubicBezTo>
                    <a:pt x="0" y="24"/>
                    <a:pt x="0" y="26"/>
                    <a:pt x="0" y="26"/>
                  </a:cubicBezTo>
                  <a:cubicBezTo>
                    <a:pt x="0" y="26"/>
                    <a:pt x="0" y="24"/>
                    <a:pt x="0" y="21"/>
                  </a:cubicBezTo>
                  <a:cubicBezTo>
                    <a:pt x="0" y="19"/>
                    <a:pt x="0" y="15"/>
                    <a:pt x="0" y="13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bg>
      <p:bgPr>
        <a:solidFill>
          <a:schemeClr val="dk1"/>
        </a:solidFill>
      </p:bgPr>
    </p:bg>
    <p:spTree>
      <p:nvGrpSpPr>
        <p:cNvPr id="1748" name="Shape 1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9" name="Google Shape;1749;p5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750" name="Google Shape;1750;p5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751" name="Google Shape;1751;p50"/>
          <p:cNvGrpSpPr/>
          <p:nvPr/>
        </p:nvGrpSpPr>
        <p:grpSpPr>
          <a:xfrm>
            <a:off x="7766988" y="3925313"/>
            <a:ext cx="1175174" cy="1017140"/>
            <a:chOff x="-498149" y="884163"/>
            <a:chExt cx="1175174" cy="1017140"/>
          </a:xfrm>
        </p:grpSpPr>
        <p:sp>
          <p:nvSpPr>
            <p:cNvPr id="1752" name="Google Shape;1752;p50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50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50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50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50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50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50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50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50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50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50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50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50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50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50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50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50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50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50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50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50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50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74" name="Google Shape;1774;p50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1775" name="Google Shape;1775;p50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50"/>
            <p:cNvSpPr/>
            <p:nvPr/>
          </p:nvSpPr>
          <p:spPr>
            <a:xfrm rot="-5400000">
              <a:off x="-1842849" y="2543177"/>
              <a:ext cx="44198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5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50"/>
            <p:cNvSpPr/>
            <p:nvPr/>
          </p:nvSpPr>
          <p:spPr>
            <a:xfrm rot="-5400000">
              <a:off x="7400536" y="1716012"/>
              <a:ext cx="2765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bg>
      <p:bgPr>
        <a:solidFill>
          <a:schemeClr val="dk1"/>
        </a:solidFill>
      </p:bgPr>
    </p:bg>
    <p:spTree>
      <p:nvGrpSpPr>
        <p:cNvPr id="1779" name="Shape 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0" name="Google Shape;1780;p5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781" name="Google Shape;1781;p51"/>
          <p:cNvSpPr txBox="1"/>
          <p:nvPr>
            <p:ph type="title"/>
          </p:nvPr>
        </p:nvSpPr>
        <p:spPr>
          <a:xfrm>
            <a:off x="5148475" y="1213963"/>
            <a:ext cx="3282300" cy="156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782" name="Google Shape;1782;p51"/>
          <p:cNvSpPr txBox="1"/>
          <p:nvPr>
            <p:ph idx="1" type="subTitle"/>
          </p:nvPr>
        </p:nvSpPr>
        <p:spPr>
          <a:xfrm>
            <a:off x="5148475" y="2776938"/>
            <a:ext cx="3282300" cy="11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83" name="Google Shape;1783;p51"/>
          <p:cNvSpPr/>
          <p:nvPr>
            <p:ph idx="2" type="pic"/>
          </p:nvPr>
        </p:nvSpPr>
        <p:spPr>
          <a:xfrm>
            <a:off x="713225" y="1293601"/>
            <a:ext cx="3884100" cy="25563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84" name="Google Shape;1784;p5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785" name="Google Shape;1785;p51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51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5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51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bg>
      <p:bgPr>
        <a:solidFill>
          <a:schemeClr val="dk1"/>
        </a:solidFill>
      </p:bgPr>
    </p:bg>
    <p:spTree>
      <p:nvGrpSpPr>
        <p:cNvPr id="1789" name="Shape 1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0" name="Google Shape;1790;p5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791" name="Google Shape;1791;p52"/>
          <p:cNvSpPr txBox="1"/>
          <p:nvPr>
            <p:ph type="title"/>
          </p:nvPr>
        </p:nvSpPr>
        <p:spPr>
          <a:xfrm>
            <a:off x="4799600" y="1835650"/>
            <a:ext cx="36315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792" name="Google Shape;1792;p52"/>
          <p:cNvSpPr txBox="1"/>
          <p:nvPr>
            <p:ph idx="1" type="subTitle"/>
          </p:nvPr>
        </p:nvSpPr>
        <p:spPr>
          <a:xfrm>
            <a:off x="4799600" y="2368250"/>
            <a:ext cx="36315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793" name="Google Shape;1793;p5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794" name="Google Shape;1794;p52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52"/>
            <p:cNvSpPr/>
            <p:nvPr/>
          </p:nvSpPr>
          <p:spPr>
            <a:xfrm rot="-5400000">
              <a:off x="-1826063" y="2526388"/>
              <a:ext cx="43863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5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5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bg>
      <p:bgPr>
        <a:solidFill>
          <a:schemeClr val="dk1"/>
        </a:solidFill>
      </p:bgPr>
    </p:bg>
    <p:spTree>
      <p:nvGrpSpPr>
        <p:cNvPr id="1798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9" name="Google Shape;1799;p5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800" name="Google Shape;1800;p53"/>
          <p:cNvSpPr txBox="1"/>
          <p:nvPr>
            <p:ph type="title"/>
          </p:nvPr>
        </p:nvSpPr>
        <p:spPr>
          <a:xfrm>
            <a:off x="713225" y="1835650"/>
            <a:ext cx="36312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801" name="Google Shape;1801;p53"/>
          <p:cNvSpPr txBox="1"/>
          <p:nvPr>
            <p:ph idx="1" type="subTitle"/>
          </p:nvPr>
        </p:nvSpPr>
        <p:spPr>
          <a:xfrm>
            <a:off x="713403" y="2368250"/>
            <a:ext cx="36312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802" name="Google Shape;1802;p53"/>
          <p:cNvGrpSpPr/>
          <p:nvPr/>
        </p:nvGrpSpPr>
        <p:grpSpPr>
          <a:xfrm>
            <a:off x="350950" y="342300"/>
            <a:ext cx="8448500" cy="4460451"/>
            <a:chOff x="350950" y="342300"/>
            <a:chExt cx="8448500" cy="4460451"/>
          </a:xfrm>
        </p:grpSpPr>
        <p:sp>
          <p:nvSpPr>
            <p:cNvPr id="1803" name="Google Shape;1803;p53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53"/>
            <p:cNvSpPr/>
            <p:nvPr/>
          </p:nvSpPr>
          <p:spPr>
            <a:xfrm rot="-5400000">
              <a:off x="-1859601" y="2559925"/>
              <a:ext cx="4453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5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5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bg>
      <p:bgPr>
        <a:solidFill>
          <a:schemeClr val="dk1"/>
        </a:solidFill>
      </p:bgPr>
    </p:bg>
    <p:spTree>
      <p:nvGrpSpPr>
        <p:cNvPr id="1807" name="Shape 1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8" name="Google Shape;1808;p5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809" name="Google Shape;1809;p5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810" name="Google Shape;1810;p54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11" name="Google Shape;1811;p54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12" name="Google Shape;1812;p54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813" name="Google Shape;1813;p54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1814" name="Google Shape;1814;p5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815" name="Google Shape;1815;p54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54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5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5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9" name="Google Shape;1819;p54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1820" name="Google Shape;1820;p54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54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54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54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54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54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54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54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54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54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54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54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54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54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54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54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54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54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54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54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54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54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54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54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54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54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54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54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54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54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54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54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54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54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54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54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54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54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54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54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54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54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54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54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54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54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54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54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54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54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54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54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54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54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54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54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54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54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54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54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54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54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54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54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54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54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54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54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54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54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54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54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54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54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54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54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54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54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54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54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54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54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54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54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54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54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54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54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54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54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54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54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54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54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54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54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54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54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54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54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54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54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54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54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54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54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54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54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54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54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54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54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54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54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54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54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54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54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54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54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54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54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54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54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54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54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54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54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54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54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54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54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54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54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54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54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54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54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54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54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54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54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54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54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54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54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54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54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54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54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54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54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54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54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54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54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54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1977" name="Shape 1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78" name="Google Shape;1978;p5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979" name="Google Shape;1979;p5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980" name="Google Shape;1980;p55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81" name="Google Shape;1981;p55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982" name="Google Shape;1982;p5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1983" name="Google Shape;1983;p55"/>
            <p:cNvSpPr/>
            <p:nvPr/>
          </p:nvSpPr>
          <p:spPr>
            <a:xfrm>
              <a:off x="1208650" y="4764550"/>
              <a:ext cx="7490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55"/>
            <p:cNvSpPr/>
            <p:nvPr/>
          </p:nvSpPr>
          <p:spPr>
            <a:xfrm rot="-5400000">
              <a:off x="-1257776" y="1958100"/>
              <a:ext cx="32497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5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55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87" name="Google Shape;1987;p55"/>
          <p:cNvGrpSpPr/>
          <p:nvPr/>
        </p:nvGrpSpPr>
        <p:grpSpPr>
          <a:xfrm>
            <a:off x="-631915" y="4022366"/>
            <a:ext cx="1488946" cy="955802"/>
            <a:chOff x="-1053822" y="5316830"/>
            <a:chExt cx="1773822" cy="1138537"/>
          </a:xfrm>
        </p:grpSpPr>
        <p:sp>
          <p:nvSpPr>
            <p:cNvPr id="1988" name="Google Shape;1988;p55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55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55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55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55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55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55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55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55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55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55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55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55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55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55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55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55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55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55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55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55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55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55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55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55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55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55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55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55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55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55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55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55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55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55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55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55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55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55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55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55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55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55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55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55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55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55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55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TITLE_AND_BODY_1">
    <p:bg>
      <p:bgPr>
        <a:solidFill>
          <a:schemeClr val="dk1"/>
        </a:solidFill>
      </p:bgPr>
    </p:bg>
    <p:spTree>
      <p:nvGrpSpPr>
        <p:cNvPr id="2036" name="Shape 2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7" name="Google Shape;2037;p5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038" name="Google Shape;2038;p5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039" name="Google Shape;2039;p56"/>
          <p:cNvSpPr txBox="1"/>
          <p:nvPr>
            <p:ph idx="1" type="body"/>
          </p:nvPr>
        </p:nvSpPr>
        <p:spPr>
          <a:xfrm>
            <a:off x="7200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2040" name="Google Shape;2040;p56"/>
          <p:cNvSpPr txBox="1"/>
          <p:nvPr>
            <p:ph idx="2" type="body"/>
          </p:nvPr>
        </p:nvSpPr>
        <p:spPr>
          <a:xfrm>
            <a:off x="46371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2041" name="Google Shape;2041;p5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042" name="Google Shape;2042;p56"/>
            <p:cNvSpPr/>
            <p:nvPr/>
          </p:nvSpPr>
          <p:spPr>
            <a:xfrm>
              <a:off x="383224" y="4764550"/>
              <a:ext cx="69646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56"/>
            <p:cNvSpPr/>
            <p:nvPr/>
          </p:nvSpPr>
          <p:spPr>
            <a:xfrm rot="-5400000">
              <a:off x="-1846800" y="2547126"/>
              <a:ext cx="44277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5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56"/>
            <p:cNvSpPr/>
            <p:nvPr/>
          </p:nvSpPr>
          <p:spPr>
            <a:xfrm rot="-5400000">
              <a:off x="7257113" y="1859439"/>
              <a:ext cx="30523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46" name="Google Shape;2046;p56"/>
          <p:cNvGrpSpPr/>
          <p:nvPr/>
        </p:nvGrpSpPr>
        <p:grpSpPr>
          <a:xfrm>
            <a:off x="8477575" y="3806678"/>
            <a:ext cx="2259229" cy="966847"/>
            <a:chOff x="9821900" y="2863078"/>
            <a:chExt cx="2259229" cy="966847"/>
          </a:xfrm>
        </p:grpSpPr>
        <p:sp>
          <p:nvSpPr>
            <p:cNvPr id="2047" name="Google Shape;2047;p56"/>
            <p:cNvSpPr/>
            <p:nvPr/>
          </p:nvSpPr>
          <p:spPr>
            <a:xfrm>
              <a:off x="9965291" y="3565756"/>
              <a:ext cx="261529" cy="264170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56"/>
            <p:cNvSpPr/>
            <p:nvPr/>
          </p:nvSpPr>
          <p:spPr>
            <a:xfrm>
              <a:off x="10028692" y="3571039"/>
              <a:ext cx="11888" cy="18888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56"/>
            <p:cNvSpPr/>
            <p:nvPr/>
          </p:nvSpPr>
          <p:spPr>
            <a:xfrm>
              <a:off x="10053788" y="3571039"/>
              <a:ext cx="6604" cy="12812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56"/>
            <p:cNvSpPr/>
            <p:nvPr/>
          </p:nvSpPr>
          <p:spPr>
            <a:xfrm>
              <a:off x="10171344" y="3571039"/>
              <a:ext cx="10567" cy="166427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56"/>
            <p:cNvSpPr/>
            <p:nvPr/>
          </p:nvSpPr>
          <p:spPr>
            <a:xfrm>
              <a:off x="10118510" y="3615948"/>
              <a:ext cx="10567" cy="16906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56"/>
            <p:cNvSpPr/>
            <p:nvPr/>
          </p:nvSpPr>
          <p:spPr>
            <a:xfrm>
              <a:off x="9821900" y="3442925"/>
              <a:ext cx="2259229" cy="1373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56"/>
            <p:cNvSpPr/>
            <p:nvPr/>
          </p:nvSpPr>
          <p:spPr>
            <a:xfrm>
              <a:off x="10559507" y="3508959"/>
              <a:ext cx="1512376" cy="9246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56"/>
            <p:cNvSpPr/>
            <p:nvPr/>
          </p:nvSpPr>
          <p:spPr>
            <a:xfrm>
              <a:off x="9878123" y="3536700"/>
              <a:ext cx="891403" cy="1187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56"/>
            <p:cNvSpPr/>
            <p:nvPr/>
          </p:nvSpPr>
          <p:spPr>
            <a:xfrm>
              <a:off x="9878132" y="3235558"/>
              <a:ext cx="1264056" cy="20737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56"/>
            <p:cNvSpPr/>
            <p:nvPr/>
          </p:nvSpPr>
          <p:spPr>
            <a:xfrm>
              <a:off x="10881980" y="3246125"/>
              <a:ext cx="161144" cy="196807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56"/>
            <p:cNvSpPr/>
            <p:nvPr/>
          </p:nvSpPr>
          <p:spPr>
            <a:xfrm>
              <a:off x="10887263" y="3420477"/>
              <a:ext cx="143973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56"/>
            <p:cNvSpPr/>
            <p:nvPr/>
          </p:nvSpPr>
          <p:spPr>
            <a:xfrm>
              <a:off x="9915116" y="3047997"/>
              <a:ext cx="1262735" cy="208694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56"/>
            <p:cNvSpPr/>
            <p:nvPr/>
          </p:nvSpPr>
          <p:spPr>
            <a:xfrm>
              <a:off x="10916322" y="3054602"/>
              <a:ext cx="162465" cy="199448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56"/>
            <p:cNvSpPr/>
            <p:nvPr/>
          </p:nvSpPr>
          <p:spPr>
            <a:xfrm>
              <a:off x="9890019" y="2863078"/>
              <a:ext cx="1262735" cy="207373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56"/>
            <p:cNvSpPr/>
            <p:nvPr/>
          </p:nvSpPr>
          <p:spPr>
            <a:xfrm>
              <a:off x="10892547" y="2868362"/>
              <a:ext cx="161144" cy="199448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56"/>
            <p:cNvSpPr/>
            <p:nvPr/>
          </p:nvSpPr>
          <p:spPr>
            <a:xfrm>
              <a:off x="10809333" y="300440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56"/>
            <p:cNvSpPr/>
            <p:nvPr/>
          </p:nvSpPr>
          <p:spPr>
            <a:xfrm>
              <a:off x="10792162" y="2989880"/>
              <a:ext cx="33021" cy="2642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56"/>
            <p:cNvSpPr/>
            <p:nvPr/>
          </p:nvSpPr>
          <p:spPr>
            <a:xfrm>
              <a:off x="10311372" y="3190649"/>
              <a:ext cx="64722" cy="2642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56"/>
            <p:cNvSpPr/>
            <p:nvPr/>
          </p:nvSpPr>
          <p:spPr>
            <a:xfrm>
              <a:off x="9953420" y="329895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56"/>
            <p:cNvSpPr/>
            <p:nvPr/>
          </p:nvSpPr>
          <p:spPr>
            <a:xfrm>
              <a:off x="9965308" y="3287071"/>
              <a:ext cx="18492" cy="3963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bg>
      <p:bgPr>
        <a:solidFill>
          <a:schemeClr val="dk1"/>
        </a:solidFill>
      </p:bgPr>
    </p:bg>
    <p:spTree>
      <p:nvGrpSpPr>
        <p:cNvPr id="2067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8" name="Google Shape;2068;p5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069" name="Google Shape;2069;p5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070" name="Google Shape;2070;p57"/>
          <p:cNvSpPr txBox="1"/>
          <p:nvPr>
            <p:ph idx="1" type="subTitle"/>
          </p:nvPr>
        </p:nvSpPr>
        <p:spPr>
          <a:xfrm>
            <a:off x="1223853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71" name="Google Shape;2071;p57"/>
          <p:cNvSpPr txBox="1"/>
          <p:nvPr>
            <p:ph idx="2" type="subTitle"/>
          </p:nvPr>
        </p:nvSpPr>
        <p:spPr>
          <a:xfrm>
            <a:off x="3633761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72" name="Google Shape;2072;p57"/>
          <p:cNvSpPr txBox="1"/>
          <p:nvPr>
            <p:ph idx="3" type="subTitle"/>
          </p:nvPr>
        </p:nvSpPr>
        <p:spPr>
          <a:xfrm>
            <a:off x="6043647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73" name="Google Shape;2073;p57"/>
          <p:cNvSpPr txBox="1"/>
          <p:nvPr>
            <p:ph idx="4" type="subTitle"/>
          </p:nvPr>
        </p:nvSpPr>
        <p:spPr>
          <a:xfrm>
            <a:off x="1223853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074" name="Google Shape;2074;p57"/>
          <p:cNvSpPr txBox="1"/>
          <p:nvPr>
            <p:ph idx="5" type="subTitle"/>
          </p:nvPr>
        </p:nvSpPr>
        <p:spPr>
          <a:xfrm>
            <a:off x="3633761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075" name="Google Shape;2075;p57"/>
          <p:cNvSpPr txBox="1"/>
          <p:nvPr>
            <p:ph idx="6" type="subTitle"/>
          </p:nvPr>
        </p:nvSpPr>
        <p:spPr>
          <a:xfrm>
            <a:off x="6043647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2076" name="Google Shape;2076;p5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077" name="Google Shape;2077;p57"/>
            <p:cNvSpPr/>
            <p:nvPr/>
          </p:nvSpPr>
          <p:spPr>
            <a:xfrm>
              <a:off x="444975" y="4764550"/>
              <a:ext cx="73846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57"/>
            <p:cNvSpPr/>
            <p:nvPr/>
          </p:nvSpPr>
          <p:spPr>
            <a:xfrm rot="-5400000">
              <a:off x="-1832726" y="2533050"/>
              <a:ext cx="43996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5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57"/>
            <p:cNvSpPr/>
            <p:nvPr/>
          </p:nvSpPr>
          <p:spPr>
            <a:xfrm rot="-5400000">
              <a:off x="7238725" y="1877825"/>
              <a:ext cx="30891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1" name="Google Shape;2081;p57"/>
          <p:cNvGrpSpPr/>
          <p:nvPr/>
        </p:nvGrpSpPr>
        <p:grpSpPr>
          <a:xfrm flipH="1">
            <a:off x="8278560" y="4022366"/>
            <a:ext cx="1488946" cy="955802"/>
            <a:chOff x="-1053822" y="5316830"/>
            <a:chExt cx="1773822" cy="1138537"/>
          </a:xfrm>
        </p:grpSpPr>
        <p:sp>
          <p:nvSpPr>
            <p:cNvPr id="2082" name="Google Shape;2082;p57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57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57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57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57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57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57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57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57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57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57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57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57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57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57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57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57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57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57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57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57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57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57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57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57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57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57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57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57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57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57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57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57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57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57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57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57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57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57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57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57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57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57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57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57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57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57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57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bg>
      <p:bgPr>
        <a:solidFill>
          <a:schemeClr val="dk1"/>
        </a:solidFill>
      </p:bgPr>
    </p:bg>
    <p:spTree>
      <p:nvGrpSpPr>
        <p:cNvPr id="2130" name="Shape 2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31" name="Google Shape;2131;p5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132" name="Google Shape;2132;p5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133" name="Google Shape;2133;p58"/>
          <p:cNvSpPr txBox="1"/>
          <p:nvPr>
            <p:ph idx="1" type="subTitle"/>
          </p:nvPr>
        </p:nvSpPr>
        <p:spPr>
          <a:xfrm>
            <a:off x="2279380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4" name="Google Shape;2134;p58"/>
          <p:cNvSpPr txBox="1"/>
          <p:nvPr>
            <p:ph idx="2" type="subTitle"/>
          </p:nvPr>
        </p:nvSpPr>
        <p:spPr>
          <a:xfrm>
            <a:off x="5783581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5" name="Google Shape;2135;p58"/>
          <p:cNvSpPr txBox="1"/>
          <p:nvPr>
            <p:ph idx="3" type="subTitle"/>
          </p:nvPr>
        </p:nvSpPr>
        <p:spPr>
          <a:xfrm>
            <a:off x="2279380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6" name="Google Shape;2136;p58"/>
          <p:cNvSpPr txBox="1"/>
          <p:nvPr>
            <p:ph idx="4" type="subTitle"/>
          </p:nvPr>
        </p:nvSpPr>
        <p:spPr>
          <a:xfrm>
            <a:off x="5783581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7" name="Google Shape;2137;p58"/>
          <p:cNvSpPr txBox="1"/>
          <p:nvPr>
            <p:ph idx="5" type="subTitle"/>
          </p:nvPr>
        </p:nvSpPr>
        <p:spPr>
          <a:xfrm>
            <a:off x="2279380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38" name="Google Shape;2138;p58"/>
          <p:cNvSpPr txBox="1"/>
          <p:nvPr>
            <p:ph idx="6" type="subTitle"/>
          </p:nvPr>
        </p:nvSpPr>
        <p:spPr>
          <a:xfrm>
            <a:off x="2279380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39" name="Google Shape;2139;p58"/>
          <p:cNvSpPr txBox="1"/>
          <p:nvPr>
            <p:ph idx="7" type="subTitle"/>
          </p:nvPr>
        </p:nvSpPr>
        <p:spPr>
          <a:xfrm>
            <a:off x="5783579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40" name="Google Shape;2140;p58"/>
          <p:cNvSpPr txBox="1"/>
          <p:nvPr>
            <p:ph idx="8" type="subTitle"/>
          </p:nvPr>
        </p:nvSpPr>
        <p:spPr>
          <a:xfrm>
            <a:off x="5783579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2141" name="Google Shape;2141;p58"/>
          <p:cNvGrpSpPr/>
          <p:nvPr/>
        </p:nvGrpSpPr>
        <p:grpSpPr>
          <a:xfrm>
            <a:off x="-498149" y="3741653"/>
            <a:ext cx="1175174" cy="1017149"/>
            <a:chOff x="-498149" y="884153"/>
            <a:chExt cx="1175174" cy="1017149"/>
          </a:xfrm>
        </p:grpSpPr>
        <p:sp>
          <p:nvSpPr>
            <p:cNvPr id="2142" name="Google Shape;2142;p58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58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58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58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58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58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58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58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58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58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58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58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58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58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58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58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58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58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58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58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58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58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58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58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58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67" name="Google Shape;2167;p5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168" name="Google Shape;2168;p58"/>
            <p:cNvSpPr/>
            <p:nvPr/>
          </p:nvSpPr>
          <p:spPr>
            <a:xfrm>
              <a:off x="1048125" y="4764550"/>
              <a:ext cx="76509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58"/>
            <p:cNvSpPr/>
            <p:nvPr/>
          </p:nvSpPr>
          <p:spPr>
            <a:xfrm rot="-5400000">
              <a:off x="-1065337" y="1765664"/>
              <a:ext cx="28648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5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5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bg>
      <p:bgPr>
        <a:solidFill>
          <a:schemeClr val="dk1"/>
        </a:solidFill>
      </p:bgPr>
    </p:bg>
    <p:spTree>
      <p:nvGrpSpPr>
        <p:cNvPr id="2172" name="Shape 2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73" name="Google Shape;2173;p5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174" name="Google Shape;2174;p5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175" name="Google Shape;2175;p59"/>
          <p:cNvSpPr txBox="1"/>
          <p:nvPr>
            <p:ph idx="1" type="subTitle"/>
          </p:nvPr>
        </p:nvSpPr>
        <p:spPr>
          <a:xfrm>
            <a:off x="1044753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76" name="Google Shape;2176;p59"/>
          <p:cNvSpPr txBox="1"/>
          <p:nvPr>
            <p:ph idx="2" type="subTitle"/>
          </p:nvPr>
        </p:nvSpPr>
        <p:spPr>
          <a:xfrm>
            <a:off x="3574050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77" name="Google Shape;2177;p59"/>
          <p:cNvSpPr txBox="1"/>
          <p:nvPr>
            <p:ph idx="3" type="subTitle"/>
          </p:nvPr>
        </p:nvSpPr>
        <p:spPr>
          <a:xfrm>
            <a:off x="1044753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78" name="Google Shape;2178;p59"/>
          <p:cNvSpPr txBox="1"/>
          <p:nvPr>
            <p:ph idx="4" type="subTitle"/>
          </p:nvPr>
        </p:nvSpPr>
        <p:spPr>
          <a:xfrm>
            <a:off x="3574050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79" name="Google Shape;2179;p59"/>
          <p:cNvSpPr txBox="1"/>
          <p:nvPr>
            <p:ph idx="5" type="subTitle"/>
          </p:nvPr>
        </p:nvSpPr>
        <p:spPr>
          <a:xfrm>
            <a:off x="6103347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80" name="Google Shape;2180;p59"/>
          <p:cNvSpPr txBox="1"/>
          <p:nvPr>
            <p:ph idx="6" type="subTitle"/>
          </p:nvPr>
        </p:nvSpPr>
        <p:spPr>
          <a:xfrm>
            <a:off x="6103347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81" name="Google Shape;2181;p59"/>
          <p:cNvSpPr txBox="1"/>
          <p:nvPr>
            <p:ph idx="7" type="subTitle"/>
          </p:nvPr>
        </p:nvSpPr>
        <p:spPr>
          <a:xfrm>
            <a:off x="1044753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82" name="Google Shape;2182;p59"/>
          <p:cNvSpPr txBox="1"/>
          <p:nvPr>
            <p:ph idx="8" type="subTitle"/>
          </p:nvPr>
        </p:nvSpPr>
        <p:spPr>
          <a:xfrm>
            <a:off x="3574050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83" name="Google Shape;2183;p59"/>
          <p:cNvSpPr txBox="1"/>
          <p:nvPr>
            <p:ph idx="9" type="subTitle"/>
          </p:nvPr>
        </p:nvSpPr>
        <p:spPr>
          <a:xfrm>
            <a:off x="6103347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84" name="Google Shape;2184;p59"/>
          <p:cNvSpPr txBox="1"/>
          <p:nvPr>
            <p:ph idx="13" type="subTitle"/>
          </p:nvPr>
        </p:nvSpPr>
        <p:spPr>
          <a:xfrm>
            <a:off x="1044753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85" name="Google Shape;2185;p59"/>
          <p:cNvSpPr txBox="1"/>
          <p:nvPr>
            <p:ph idx="14" type="subTitle"/>
          </p:nvPr>
        </p:nvSpPr>
        <p:spPr>
          <a:xfrm>
            <a:off x="3574050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86" name="Google Shape;2186;p59"/>
          <p:cNvSpPr txBox="1"/>
          <p:nvPr>
            <p:ph idx="15" type="subTitle"/>
          </p:nvPr>
        </p:nvSpPr>
        <p:spPr>
          <a:xfrm>
            <a:off x="6103347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2187" name="Google Shape;2187;p59"/>
          <p:cNvGrpSpPr/>
          <p:nvPr/>
        </p:nvGrpSpPr>
        <p:grpSpPr>
          <a:xfrm flipH="1">
            <a:off x="8423974" y="1257907"/>
            <a:ext cx="1248129" cy="860168"/>
            <a:chOff x="-4004220" y="1207709"/>
            <a:chExt cx="3372411" cy="2324149"/>
          </a:xfrm>
        </p:grpSpPr>
        <p:sp>
          <p:nvSpPr>
            <p:cNvPr id="2188" name="Google Shape;2188;p59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59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59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59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59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59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59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59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59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59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59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59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59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59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59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59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59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59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59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59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59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59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59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59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59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59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59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59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59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59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59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59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59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59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59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59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59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59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59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59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59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59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59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59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59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59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59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59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59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59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59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59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59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59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59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59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59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59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59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59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59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59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0" name="Google Shape;2250;p5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251" name="Google Shape;2251;p59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59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5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59"/>
            <p:cNvSpPr/>
            <p:nvPr/>
          </p:nvSpPr>
          <p:spPr>
            <a:xfrm rot="-5400000">
              <a:off x="7628550" y="3602625"/>
              <a:ext cx="2309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bg>
      <p:bgPr>
        <a:solidFill>
          <a:schemeClr val="dk1"/>
        </a:solidFill>
      </p:bgPr>
    </p:bg>
    <p:spTree>
      <p:nvGrpSpPr>
        <p:cNvPr id="2255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6" name="Google Shape;2256;p6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257" name="Google Shape;2257;p60"/>
          <p:cNvSpPr txBox="1"/>
          <p:nvPr>
            <p:ph hasCustomPrompt="1" type="title"/>
          </p:nvPr>
        </p:nvSpPr>
        <p:spPr>
          <a:xfrm>
            <a:off x="1970775" y="601338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58" name="Google Shape;2258;p60"/>
          <p:cNvSpPr txBox="1"/>
          <p:nvPr>
            <p:ph idx="1" type="subTitle"/>
          </p:nvPr>
        </p:nvSpPr>
        <p:spPr>
          <a:xfrm>
            <a:off x="1970775" y="129026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259" name="Google Shape;2259;p60"/>
          <p:cNvSpPr txBox="1"/>
          <p:nvPr>
            <p:ph hasCustomPrompt="1" idx="2" type="title"/>
          </p:nvPr>
        </p:nvSpPr>
        <p:spPr>
          <a:xfrm>
            <a:off x="1970775" y="1890512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60" name="Google Shape;2260;p60"/>
          <p:cNvSpPr txBox="1"/>
          <p:nvPr>
            <p:ph idx="3" type="subTitle"/>
          </p:nvPr>
        </p:nvSpPr>
        <p:spPr>
          <a:xfrm>
            <a:off x="1970775" y="2579437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261" name="Google Shape;2261;p60"/>
          <p:cNvSpPr txBox="1"/>
          <p:nvPr>
            <p:ph hasCustomPrompt="1" idx="4" type="title"/>
          </p:nvPr>
        </p:nvSpPr>
        <p:spPr>
          <a:xfrm>
            <a:off x="1970775" y="3179687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62" name="Google Shape;2262;p60"/>
          <p:cNvSpPr txBox="1"/>
          <p:nvPr>
            <p:ph idx="5" type="subTitle"/>
          </p:nvPr>
        </p:nvSpPr>
        <p:spPr>
          <a:xfrm>
            <a:off x="1970775" y="386861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263" name="Google Shape;2263;p6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264" name="Google Shape;2264;p60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60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6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60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bg>
      <p:bgPr>
        <a:solidFill>
          <a:schemeClr val="dk1"/>
        </a:solidFill>
      </p:bgPr>
    </p:bg>
    <p:spTree>
      <p:nvGrpSpPr>
        <p:cNvPr id="2268" name="Shape 2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9" name="Google Shape;2269;p6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270" name="Google Shape;2270;p61"/>
          <p:cNvSpPr txBox="1"/>
          <p:nvPr>
            <p:ph type="title"/>
          </p:nvPr>
        </p:nvSpPr>
        <p:spPr>
          <a:xfrm>
            <a:off x="1638675" y="612180"/>
            <a:ext cx="4151700" cy="91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271" name="Google Shape;2271;p61"/>
          <p:cNvSpPr txBox="1"/>
          <p:nvPr>
            <p:ph idx="1" type="subTitle"/>
          </p:nvPr>
        </p:nvSpPr>
        <p:spPr>
          <a:xfrm>
            <a:off x="1638675" y="1745139"/>
            <a:ext cx="4151700" cy="13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272" name="Google Shape;2272;p61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2273" name="Google Shape;2273;p61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61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6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61"/>
            <p:cNvSpPr/>
            <p:nvPr/>
          </p:nvSpPr>
          <p:spPr>
            <a:xfrm rot="-5400000">
              <a:off x="7567861" y="1548687"/>
              <a:ext cx="24309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77" name="Google Shape;2277;p61"/>
          <p:cNvSpPr txBox="1"/>
          <p:nvPr/>
        </p:nvSpPr>
        <p:spPr>
          <a:xfrm>
            <a:off x="1638675" y="4006102"/>
            <a:ext cx="41517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CREDITS: This presentation template was created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 and includes icons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infographics &amp; images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 u="sng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dk1"/>
        </a:solidFill>
      </p:bgPr>
    </p:bg>
    <p:spTree>
      <p:nvGrpSpPr>
        <p:cNvPr id="2278" name="Shape 2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9" name="Google Shape;2279;p6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2280" name="Google Shape;2280;p62"/>
          <p:cNvGrpSpPr/>
          <p:nvPr/>
        </p:nvGrpSpPr>
        <p:grpSpPr>
          <a:xfrm>
            <a:off x="444975" y="342300"/>
            <a:ext cx="8354475" cy="2353075"/>
            <a:chOff x="444975" y="342300"/>
            <a:chExt cx="8354475" cy="2353075"/>
          </a:xfrm>
        </p:grpSpPr>
        <p:sp>
          <p:nvSpPr>
            <p:cNvPr id="2281" name="Google Shape;2281;p6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62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dk1"/>
        </a:solidFill>
      </p:bgPr>
    </p:bg>
    <p:spTree>
      <p:nvGrpSpPr>
        <p:cNvPr id="2283" name="Shape 2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84" name="Google Shape;2284;p6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2285" name="Google Shape;2285;p63"/>
          <p:cNvGrpSpPr/>
          <p:nvPr/>
        </p:nvGrpSpPr>
        <p:grpSpPr>
          <a:xfrm>
            <a:off x="350950" y="349378"/>
            <a:ext cx="2932125" cy="4447447"/>
            <a:chOff x="350950" y="349378"/>
            <a:chExt cx="2932125" cy="4447447"/>
          </a:xfrm>
        </p:grpSpPr>
        <p:sp>
          <p:nvSpPr>
            <p:cNvPr id="2286" name="Google Shape;2286;p63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63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9_1_1">
    <p:bg>
      <p:bgPr>
        <a:solidFill>
          <a:schemeClr val="dk1"/>
        </a:solidFill>
      </p:bgPr>
    </p:bg>
    <p:spTree>
      <p:nvGrpSpPr>
        <p:cNvPr id="2288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89" name="Google Shape;2289;p6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290" name="Google Shape;2290;p64"/>
          <p:cNvSpPr/>
          <p:nvPr/>
        </p:nvSpPr>
        <p:spPr>
          <a:xfrm>
            <a:off x="444975" y="4764550"/>
            <a:ext cx="7985799" cy="32275"/>
          </a:xfrm>
          <a:custGeom>
            <a:rect b="b" l="l" r="r" t="t"/>
            <a:pathLst>
              <a:path extrusionOk="0" h="8" w="1951">
                <a:moveTo>
                  <a:pt x="1951" y="4"/>
                </a:moveTo>
                <a:lnTo>
                  <a:pt x="1951" y="4"/>
                </a:lnTo>
                <a:cubicBezTo>
                  <a:pt x="1787" y="8"/>
                  <a:pt x="1625" y="8"/>
                  <a:pt x="1463" y="8"/>
                </a:cubicBezTo>
                <a:cubicBezTo>
                  <a:pt x="1381" y="6"/>
                  <a:pt x="1299" y="6"/>
                  <a:pt x="1219" y="6"/>
                </a:cubicBezTo>
                <a:cubicBezTo>
                  <a:pt x="1137" y="6"/>
                  <a:pt x="1055" y="6"/>
                  <a:pt x="976" y="6"/>
                </a:cubicBezTo>
                <a:cubicBezTo>
                  <a:pt x="811" y="8"/>
                  <a:pt x="650" y="8"/>
                  <a:pt x="488" y="8"/>
                </a:cubicBezTo>
                <a:cubicBezTo>
                  <a:pt x="406" y="8"/>
                  <a:pt x="324" y="8"/>
                  <a:pt x="244" y="6"/>
                </a:cubicBezTo>
                <a:cubicBezTo>
                  <a:pt x="162" y="6"/>
                  <a:pt x="80" y="6"/>
                  <a:pt x="0" y="4"/>
                </a:cubicBezTo>
                <a:lnTo>
                  <a:pt x="0" y="4"/>
                </a:lnTo>
                <a:cubicBezTo>
                  <a:pt x="80" y="2"/>
                  <a:pt x="162" y="2"/>
                  <a:pt x="244" y="2"/>
                </a:cubicBezTo>
                <a:cubicBezTo>
                  <a:pt x="324" y="0"/>
                  <a:pt x="406" y="0"/>
                  <a:pt x="488" y="0"/>
                </a:cubicBezTo>
                <a:cubicBezTo>
                  <a:pt x="650" y="0"/>
                  <a:pt x="811" y="0"/>
                  <a:pt x="976" y="2"/>
                </a:cubicBezTo>
                <a:cubicBezTo>
                  <a:pt x="1055" y="2"/>
                  <a:pt x="1137" y="4"/>
                  <a:pt x="1219" y="2"/>
                </a:cubicBezTo>
                <a:cubicBezTo>
                  <a:pt x="1299" y="2"/>
                  <a:pt x="1381" y="2"/>
                  <a:pt x="1463" y="2"/>
                </a:cubicBezTo>
                <a:cubicBezTo>
                  <a:pt x="1625" y="0"/>
                  <a:pt x="1787" y="2"/>
                  <a:pt x="1951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1" anchor="ctr" bIns="0" lIns="90000" spcFirstLastPara="1" rIns="9000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800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 and two columns 1 (h482cdf1703c758d8_17_0)">
    <p:bg>
      <p:bgPr>
        <a:solidFill>
          <a:schemeClr val="dk1"/>
        </a:solidFill>
      </p:bgPr>
    </p:bg>
    <p:spTree>
      <p:nvGrpSpPr>
        <p:cNvPr id="2291" name="Shape 2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2" name="Google Shape;2292;p6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293" name="Google Shape;2293;p65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94" name="Google Shape;2294;p65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95" name="Google Shape;2295;p65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296" name="Google Shape;2296;p65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(h3155dd782e2016d2_46_0)">
  <p:cSld name="Title only (h3155dd782e2016d2_46_0)">
    <p:bg>
      <p:bgPr>
        <a:solidFill>
          <a:schemeClr val="dk1"/>
        </a:solidFill>
      </p:bgPr>
    </p:bg>
    <p:spTree>
      <p:nvGrpSpPr>
        <p:cNvPr id="2297" name="Shape 2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8" name="Google Shape;2298;p6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 1">
  <p:cSld name="Title and two columns 2 (h3155dd782e2016d2_27_0)">
    <p:bg>
      <p:bgPr>
        <a:solidFill>
          <a:schemeClr val="dk1"/>
        </a:solidFill>
      </p:bgPr>
    </p:bg>
    <p:spTree>
      <p:nvGrpSpPr>
        <p:cNvPr id="2299" name="Shape 2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0" name="Google Shape;2300;p6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301" name="Google Shape;2301;p67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02" name="Google Shape;2302;p67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2306" name="Shape 2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07" name="Google Shape;2307;p6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308" name="Google Shape;2308;p69"/>
          <p:cNvSpPr txBox="1"/>
          <p:nvPr>
            <p:ph type="ctrTitle"/>
          </p:nvPr>
        </p:nvSpPr>
        <p:spPr>
          <a:xfrm>
            <a:off x="1570950" y="1510425"/>
            <a:ext cx="6002100" cy="121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2309" name="Google Shape;2309;p69"/>
          <p:cNvSpPr txBox="1"/>
          <p:nvPr>
            <p:ph idx="1" type="subTitle"/>
          </p:nvPr>
        </p:nvSpPr>
        <p:spPr>
          <a:xfrm>
            <a:off x="2590800" y="2806975"/>
            <a:ext cx="3962400" cy="4209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2310" name="Google Shape;2310;p69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2311" name="Google Shape;2311;p69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69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6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69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2315" name="Shape 2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16" name="Google Shape;2316;p7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317" name="Google Shape;2317;p70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318" name="Google Shape;2318;p70"/>
          <p:cNvSpPr txBox="1"/>
          <p:nvPr>
            <p:ph hasCustomPrompt="1"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3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319" name="Google Shape;2319;p70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320" name="Google Shape;2320;p7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321" name="Google Shape;2321;p70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70"/>
            <p:cNvSpPr/>
            <p:nvPr/>
          </p:nvSpPr>
          <p:spPr>
            <a:xfrm rot="-5400000">
              <a:off x="-1833150" y="2548175"/>
              <a:ext cx="44004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7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70"/>
            <p:cNvSpPr/>
            <p:nvPr/>
          </p:nvSpPr>
          <p:spPr>
            <a:xfrm rot="-5400000">
              <a:off x="7457537" y="3431612"/>
              <a:ext cx="26515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2325" name="Shape 2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26" name="Google Shape;2326;p7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327" name="Google Shape;2327;p7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328" name="Google Shape;2328;p71"/>
          <p:cNvSpPr txBox="1"/>
          <p:nvPr>
            <p:ph idx="1" type="body"/>
          </p:nvPr>
        </p:nvSpPr>
        <p:spPr>
          <a:xfrm>
            <a:off x="720000" y="1074750"/>
            <a:ext cx="7710900" cy="13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2329" name="Google Shape;2329;p71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2330" name="Google Shape;2330;p71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71"/>
            <p:cNvSpPr/>
            <p:nvPr/>
          </p:nvSpPr>
          <p:spPr>
            <a:xfrm rot="-5400000">
              <a:off x="-265463" y="965786"/>
              <a:ext cx="12651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7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71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34" name="Google Shape;2334;p71"/>
          <p:cNvGrpSpPr/>
          <p:nvPr/>
        </p:nvGrpSpPr>
        <p:grpSpPr>
          <a:xfrm>
            <a:off x="-1175150" y="2854154"/>
            <a:ext cx="2259230" cy="2237521"/>
            <a:chOff x="6104069" y="1664684"/>
            <a:chExt cx="2705016" cy="2679025"/>
          </a:xfrm>
        </p:grpSpPr>
        <p:sp>
          <p:nvSpPr>
            <p:cNvPr id="2335" name="Google Shape;2335;p71"/>
            <p:cNvSpPr/>
            <p:nvPr/>
          </p:nvSpPr>
          <p:spPr>
            <a:xfrm>
              <a:off x="6613989" y="1664684"/>
              <a:ext cx="1635250" cy="692687"/>
            </a:xfrm>
            <a:custGeom>
              <a:rect b="b" l="l" r="r" t="t"/>
              <a:pathLst>
                <a:path extrusionOk="0" h="438" w="1034">
                  <a:moveTo>
                    <a:pt x="1028" y="7"/>
                  </a:moveTo>
                  <a:lnTo>
                    <a:pt x="1028" y="7"/>
                  </a:lnTo>
                  <a:cubicBezTo>
                    <a:pt x="1032" y="218"/>
                    <a:pt x="1032" y="218"/>
                    <a:pt x="1032" y="218"/>
                  </a:cubicBezTo>
                  <a:cubicBezTo>
                    <a:pt x="1034" y="325"/>
                    <a:pt x="1034" y="325"/>
                    <a:pt x="1034" y="325"/>
                  </a:cubicBezTo>
                  <a:cubicBezTo>
                    <a:pt x="1034" y="430"/>
                    <a:pt x="1034" y="430"/>
                    <a:pt x="1034" y="430"/>
                  </a:cubicBezTo>
                  <a:cubicBezTo>
                    <a:pt x="1034" y="438"/>
                    <a:pt x="1034" y="438"/>
                    <a:pt x="1034" y="438"/>
                  </a:cubicBezTo>
                  <a:cubicBezTo>
                    <a:pt x="1028" y="438"/>
                    <a:pt x="1028" y="438"/>
                    <a:pt x="1028" y="438"/>
                  </a:cubicBezTo>
                  <a:cubicBezTo>
                    <a:pt x="944" y="438"/>
                    <a:pt x="858" y="438"/>
                    <a:pt x="774" y="438"/>
                  </a:cubicBezTo>
                  <a:cubicBezTo>
                    <a:pt x="732" y="438"/>
                    <a:pt x="687" y="438"/>
                    <a:pt x="645" y="436"/>
                  </a:cubicBezTo>
                  <a:cubicBezTo>
                    <a:pt x="519" y="434"/>
                    <a:pt x="519" y="434"/>
                    <a:pt x="519" y="434"/>
                  </a:cubicBezTo>
                  <a:cubicBezTo>
                    <a:pt x="475" y="434"/>
                    <a:pt x="433" y="434"/>
                    <a:pt x="391" y="434"/>
                  </a:cubicBezTo>
                  <a:cubicBezTo>
                    <a:pt x="349" y="434"/>
                    <a:pt x="307" y="432"/>
                    <a:pt x="263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8" y="436"/>
                    <a:pt x="8" y="436"/>
                    <a:pt x="8" y="436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4" y="430"/>
                    <a:pt x="4" y="430"/>
                    <a:pt x="4" y="430"/>
                  </a:cubicBezTo>
                  <a:cubicBezTo>
                    <a:pt x="4" y="361"/>
                    <a:pt x="2" y="291"/>
                    <a:pt x="2" y="22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5" y="1"/>
                    <a:pt x="179" y="-1"/>
                    <a:pt x="265" y="1"/>
                  </a:cubicBezTo>
                  <a:cubicBezTo>
                    <a:pt x="351" y="1"/>
                    <a:pt x="437" y="1"/>
                    <a:pt x="521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8" y="9"/>
                  </a:moveTo>
                  <a:lnTo>
                    <a:pt x="1028" y="9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31" y="18"/>
                    <a:pt x="347" y="18"/>
                    <a:pt x="263" y="18"/>
                  </a:cubicBezTo>
                  <a:cubicBezTo>
                    <a:pt x="177" y="18"/>
                    <a:pt x="92" y="18"/>
                    <a:pt x="8" y="1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220"/>
                    <a:pt x="15" y="220"/>
                    <a:pt x="15" y="220"/>
                  </a:cubicBezTo>
                  <a:cubicBezTo>
                    <a:pt x="15" y="291"/>
                    <a:pt x="15" y="361"/>
                    <a:pt x="12" y="430"/>
                  </a:cubicBezTo>
                  <a:cubicBezTo>
                    <a:pt x="8" y="426"/>
                    <a:pt x="8" y="426"/>
                    <a:pt x="8" y="426"/>
                  </a:cubicBezTo>
                  <a:cubicBezTo>
                    <a:pt x="137" y="428"/>
                    <a:pt x="137" y="428"/>
                    <a:pt x="137" y="428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307" y="428"/>
                    <a:pt x="349" y="428"/>
                    <a:pt x="391" y="428"/>
                  </a:cubicBezTo>
                  <a:cubicBezTo>
                    <a:pt x="433" y="428"/>
                    <a:pt x="475" y="428"/>
                    <a:pt x="519" y="426"/>
                  </a:cubicBezTo>
                  <a:cubicBezTo>
                    <a:pt x="645" y="426"/>
                    <a:pt x="645" y="426"/>
                    <a:pt x="645" y="426"/>
                  </a:cubicBezTo>
                  <a:cubicBezTo>
                    <a:pt x="687" y="424"/>
                    <a:pt x="732" y="424"/>
                    <a:pt x="774" y="424"/>
                  </a:cubicBezTo>
                  <a:cubicBezTo>
                    <a:pt x="858" y="424"/>
                    <a:pt x="944" y="424"/>
                    <a:pt x="1028" y="424"/>
                  </a:cubicBezTo>
                  <a:cubicBezTo>
                    <a:pt x="1022" y="430"/>
                    <a:pt x="1022" y="430"/>
                    <a:pt x="1022" y="430"/>
                  </a:cubicBezTo>
                  <a:cubicBezTo>
                    <a:pt x="1022" y="327"/>
                    <a:pt x="1022" y="327"/>
                    <a:pt x="1022" y="327"/>
                  </a:cubicBezTo>
                  <a:cubicBezTo>
                    <a:pt x="1024" y="222"/>
                    <a:pt x="1024" y="222"/>
                    <a:pt x="1024" y="222"/>
                  </a:cubicBezTo>
                  <a:lnTo>
                    <a:pt x="1028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71"/>
            <p:cNvSpPr/>
            <p:nvPr/>
          </p:nvSpPr>
          <p:spPr>
            <a:xfrm>
              <a:off x="6949262" y="1675754"/>
              <a:ext cx="50607" cy="675291"/>
            </a:xfrm>
            <a:custGeom>
              <a:rect b="b" l="l" r="r" t="t"/>
              <a:pathLst>
                <a:path extrusionOk="0" h="427" w="32">
                  <a:moveTo>
                    <a:pt x="30" y="2"/>
                  </a:moveTo>
                  <a:lnTo>
                    <a:pt x="30" y="2"/>
                  </a:lnTo>
                  <a:cubicBezTo>
                    <a:pt x="30" y="36"/>
                    <a:pt x="30" y="70"/>
                    <a:pt x="32" y="106"/>
                  </a:cubicBezTo>
                  <a:cubicBezTo>
                    <a:pt x="32" y="141"/>
                    <a:pt x="32" y="175"/>
                    <a:pt x="32" y="211"/>
                  </a:cubicBezTo>
                  <a:cubicBezTo>
                    <a:pt x="32" y="246"/>
                    <a:pt x="30" y="282"/>
                    <a:pt x="30" y="318"/>
                  </a:cubicBezTo>
                  <a:cubicBezTo>
                    <a:pt x="30" y="354"/>
                    <a:pt x="30" y="389"/>
                    <a:pt x="30" y="423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28" y="425"/>
                    <a:pt x="28" y="425"/>
                    <a:pt x="28" y="425"/>
                  </a:cubicBezTo>
                  <a:cubicBezTo>
                    <a:pt x="5" y="425"/>
                    <a:pt x="5" y="425"/>
                    <a:pt x="5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2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2" y="108"/>
                  </a:cubicBezTo>
                  <a:cubicBezTo>
                    <a:pt x="2" y="72"/>
                    <a:pt x="2" y="36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5" y="0"/>
                  </a:lnTo>
                  <a:lnTo>
                    <a:pt x="30" y="2"/>
                  </a:lnTo>
                  <a:moveTo>
                    <a:pt x="28" y="2"/>
                  </a:moveTo>
                  <a:lnTo>
                    <a:pt x="28" y="2"/>
                  </a:ln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6"/>
                    <a:pt x="9" y="72"/>
                    <a:pt x="9" y="108"/>
                  </a:cubicBezTo>
                  <a:cubicBezTo>
                    <a:pt x="9" y="143"/>
                    <a:pt x="9" y="177"/>
                    <a:pt x="9" y="213"/>
                  </a:cubicBezTo>
                  <a:cubicBezTo>
                    <a:pt x="11" y="248"/>
                    <a:pt x="9" y="284"/>
                    <a:pt x="9" y="318"/>
                  </a:cubicBezTo>
                  <a:cubicBezTo>
                    <a:pt x="9" y="354"/>
                    <a:pt x="9" y="389"/>
                    <a:pt x="7" y="423"/>
                  </a:cubicBezTo>
                  <a:cubicBezTo>
                    <a:pt x="5" y="421"/>
                    <a:pt x="5" y="421"/>
                    <a:pt x="5" y="421"/>
                  </a:cubicBezTo>
                  <a:cubicBezTo>
                    <a:pt x="28" y="421"/>
                    <a:pt x="28" y="421"/>
                    <a:pt x="28" y="421"/>
                  </a:cubicBezTo>
                  <a:cubicBezTo>
                    <a:pt x="26" y="423"/>
                    <a:pt x="26" y="423"/>
                    <a:pt x="26" y="423"/>
                  </a:cubicBezTo>
                  <a:cubicBezTo>
                    <a:pt x="28" y="389"/>
                    <a:pt x="28" y="354"/>
                    <a:pt x="28" y="318"/>
                  </a:cubicBezTo>
                  <a:cubicBezTo>
                    <a:pt x="26" y="284"/>
                    <a:pt x="26" y="248"/>
                    <a:pt x="26" y="215"/>
                  </a:cubicBezTo>
                  <a:cubicBezTo>
                    <a:pt x="26" y="179"/>
                    <a:pt x="26" y="143"/>
                    <a:pt x="26" y="110"/>
                  </a:cubicBezTo>
                  <a:cubicBezTo>
                    <a:pt x="26" y="74"/>
                    <a:pt x="28" y="38"/>
                    <a:pt x="28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71"/>
            <p:cNvSpPr/>
            <p:nvPr/>
          </p:nvSpPr>
          <p:spPr>
            <a:xfrm>
              <a:off x="7605577" y="1675754"/>
              <a:ext cx="49026" cy="675291"/>
            </a:xfrm>
            <a:custGeom>
              <a:rect b="b" l="l" r="r" t="t"/>
              <a:pathLst>
                <a:path extrusionOk="0" h="427" w="31">
                  <a:moveTo>
                    <a:pt x="27" y="2"/>
                  </a:moveTo>
                  <a:lnTo>
                    <a:pt x="27" y="2"/>
                  </a:lnTo>
                  <a:cubicBezTo>
                    <a:pt x="29" y="36"/>
                    <a:pt x="29" y="70"/>
                    <a:pt x="29" y="106"/>
                  </a:cubicBezTo>
                  <a:cubicBezTo>
                    <a:pt x="31" y="141"/>
                    <a:pt x="31" y="175"/>
                    <a:pt x="31" y="211"/>
                  </a:cubicBezTo>
                  <a:cubicBezTo>
                    <a:pt x="31" y="246"/>
                    <a:pt x="29" y="282"/>
                    <a:pt x="29" y="318"/>
                  </a:cubicBezTo>
                  <a:cubicBezTo>
                    <a:pt x="29" y="354"/>
                    <a:pt x="29" y="389"/>
                    <a:pt x="29" y="423"/>
                  </a:cubicBezTo>
                  <a:cubicBezTo>
                    <a:pt x="29" y="425"/>
                    <a:pt x="29" y="425"/>
                    <a:pt x="29" y="425"/>
                  </a:cubicBezTo>
                  <a:cubicBezTo>
                    <a:pt x="27" y="425"/>
                    <a:pt x="27" y="425"/>
                    <a:pt x="27" y="425"/>
                  </a:cubicBezTo>
                  <a:cubicBezTo>
                    <a:pt x="4" y="425"/>
                    <a:pt x="4" y="425"/>
                    <a:pt x="4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0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0" y="108"/>
                  </a:cubicBezTo>
                  <a:cubicBezTo>
                    <a:pt x="2" y="72"/>
                    <a:pt x="2" y="36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7" y="2"/>
                  </a:lnTo>
                  <a:moveTo>
                    <a:pt x="27" y="2"/>
                  </a:moveTo>
                  <a:lnTo>
                    <a:pt x="27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6"/>
                    <a:pt x="8" y="72"/>
                    <a:pt x="8" y="108"/>
                  </a:cubicBezTo>
                  <a:cubicBezTo>
                    <a:pt x="8" y="143"/>
                    <a:pt x="8" y="177"/>
                    <a:pt x="8" y="213"/>
                  </a:cubicBezTo>
                  <a:cubicBezTo>
                    <a:pt x="8" y="248"/>
                    <a:pt x="8" y="284"/>
                    <a:pt x="8" y="318"/>
                  </a:cubicBezTo>
                  <a:cubicBezTo>
                    <a:pt x="8" y="354"/>
                    <a:pt x="8" y="389"/>
                    <a:pt x="6" y="423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27" y="421"/>
                    <a:pt x="27" y="421"/>
                    <a:pt x="27" y="421"/>
                  </a:cubicBezTo>
                  <a:cubicBezTo>
                    <a:pt x="25" y="423"/>
                    <a:pt x="25" y="423"/>
                    <a:pt x="25" y="423"/>
                  </a:cubicBezTo>
                  <a:cubicBezTo>
                    <a:pt x="27" y="389"/>
                    <a:pt x="27" y="354"/>
                    <a:pt x="25" y="318"/>
                  </a:cubicBezTo>
                  <a:cubicBezTo>
                    <a:pt x="25" y="284"/>
                    <a:pt x="25" y="248"/>
                    <a:pt x="25" y="215"/>
                  </a:cubicBezTo>
                  <a:cubicBezTo>
                    <a:pt x="23" y="179"/>
                    <a:pt x="25" y="143"/>
                    <a:pt x="25" y="110"/>
                  </a:cubicBezTo>
                  <a:cubicBezTo>
                    <a:pt x="25" y="74"/>
                    <a:pt x="25" y="38"/>
                    <a:pt x="27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71"/>
            <p:cNvSpPr/>
            <p:nvPr/>
          </p:nvSpPr>
          <p:spPr>
            <a:xfrm>
              <a:off x="7754236" y="1759573"/>
              <a:ext cx="379555" cy="501328"/>
            </a:xfrm>
            <a:custGeom>
              <a:rect b="b" l="l" r="r" t="t"/>
              <a:pathLst>
                <a:path extrusionOk="0" h="317" w="240">
                  <a:moveTo>
                    <a:pt x="236" y="4"/>
                  </a:moveTo>
                  <a:lnTo>
                    <a:pt x="236" y="4"/>
                  </a:lnTo>
                  <a:cubicBezTo>
                    <a:pt x="238" y="82"/>
                    <a:pt x="238" y="82"/>
                    <a:pt x="238" y="82"/>
                  </a:cubicBezTo>
                  <a:cubicBezTo>
                    <a:pt x="238" y="107"/>
                    <a:pt x="240" y="132"/>
                    <a:pt x="240" y="158"/>
                  </a:cubicBezTo>
                  <a:cubicBezTo>
                    <a:pt x="240" y="185"/>
                    <a:pt x="240" y="210"/>
                    <a:pt x="240" y="237"/>
                  </a:cubicBezTo>
                  <a:cubicBezTo>
                    <a:pt x="240" y="263"/>
                    <a:pt x="240" y="288"/>
                    <a:pt x="240" y="315"/>
                  </a:cubicBezTo>
                  <a:cubicBezTo>
                    <a:pt x="240" y="317"/>
                    <a:pt x="240" y="317"/>
                    <a:pt x="240" y="317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198" y="317"/>
                    <a:pt x="160" y="315"/>
                    <a:pt x="120" y="315"/>
                  </a:cubicBezTo>
                  <a:cubicBezTo>
                    <a:pt x="82" y="315"/>
                    <a:pt x="42" y="317"/>
                    <a:pt x="4" y="317"/>
                  </a:cubicBezTo>
                  <a:cubicBezTo>
                    <a:pt x="2" y="317"/>
                    <a:pt x="2" y="317"/>
                    <a:pt x="2" y="317"/>
                  </a:cubicBezTo>
                  <a:cubicBezTo>
                    <a:pt x="2" y="315"/>
                    <a:pt x="2" y="315"/>
                    <a:pt x="2" y="315"/>
                  </a:cubicBezTo>
                  <a:cubicBezTo>
                    <a:pt x="2" y="263"/>
                    <a:pt x="0" y="212"/>
                    <a:pt x="0" y="16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4" y="2"/>
                    <a:pt x="63" y="2"/>
                  </a:cubicBezTo>
                  <a:cubicBezTo>
                    <a:pt x="122" y="2"/>
                    <a:pt x="122" y="2"/>
                    <a:pt x="122" y="2"/>
                  </a:cubicBezTo>
                  <a:lnTo>
                    <a:pt x="236" y="4"/>
                  </a:lnTo>
                  <a:moveTo>
                    <a:pt x="236" y="6"/>
                  </a:moveTo>
                  <a:lnTo>
                    <a:pt x="236" y="6"/>
                  </a:lnTo>
                  <a:cubicBezTo>
                    <a:pt x="120" y="8"/>
                    <a:pt x="120" y="8"/>
                    <a:pt x="12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42" y="8"/>
                    <a:pt x="23" y="8"/>
                    <a:pt x="4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212"/>
                    <a:pt x="9" y="263"/>
                    <a:pt x="6" y="315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2" y="313"/>
                    <a:pt x="82" y="313"/>
                    <a:pt x="120" y="313"/>
                  </a:cubicBezTo>
                  <a:cubicBezTo>
                    <a:pt x="160" y="313"/>
                    <a:pt x="198" y="313"/>
                    <a:pt x="236" y="311"/>
                  </a:cubicBezTo>
                  <a:cubicBezTo>
                    <a:pt x="234" y="315"/>
                    <a:pt x="234" y="315"/>
                    <a:pt x="234" y="315"/>
                  </a:cubicBezTo>
                  <a:cubicBezTo>
                    <a:pt x="234" y="290"/>
                    <a:pt x="234" y="263"/>
                    <a:pt x="234" y="237"/>
                  </a:cubicBezTo>
                  <a:cubicBezTo>
                    <a:pt x="231" y="212"/>
                    <a:pt x="234" y="187"/>
                    <a:pt x="234" y="162"/>
                  </a:cubicBezTo>
                  <a:cubicBezTo>
                    <a:pt x="234" y="84"/>
                    <a:pt x="234" y="84"/>
                    <a:pt x="234" y="84"/>
                  </a:cubicBezTo>
                  <a:lnTo>
                    <a:pt x="236" y="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71"/>
            <p:cNvSpPr/>
            <p:nvPr/>
          </p:nvSpPr>
          <p:spPr>
            <a:xfrm>
              <a:off x="7687814" y="1769062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71"/>
            <p:cNvSpPr/>
            <p:nvPr/>
          </p:nvSpPr>
          <p:spPr>
            <a:xfrm>
              <a:off x="7694140" y="1786458"/>
              <a:ext cx="120192" cy="3163"/>
            </a:xfrm>
            <a:custGeom>
              <a:rect b="b" l="l" r="r" t="t"/>
              <a:pathLst>
                <a:path extrusionOk="0" h="2" w="76">
                  <a:moveTo>
                    <a:pt x="0" y="0"/>
                  </a:moveTo>
                  <a:lnTo>
                    <a:pt x="0" y="0"/>
                  </a:lnTo>
                  <a:cubicBezTo>
                    <a:pt x="13" y="0"/>
                    <a:pt x="25" y="0"/>
                    <a:pt x="38" y="0"/>
                  </a:cubicBezTo>
                  <a:cubicBezTo>
                    <a:pt x="51" y="0"/>
                    <a:pt x="63" y="0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71"/>
            <p:cNvSpPr/>
            <p:nvPr/>
          </p:nvSpPr>
          <p:spPr>
            <a:xfrm>
              <a:off x="7830147" y="2211876"/>
              <a:ext cx="93307" cy="3163"/>
            </a:xfrm>
            <a:custGeom>
              <a:rect b="b" l="l" r="r" t="t"/>
              <a:pathLst>
                <a:path extrusionOk="0" h="2" w="5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9" y="0"/>
                    <a:pt x="30" y="0"/>
                  </a:cubicBezTo>
                  <a:cubicBezTo>
                    <a:pt x="38" y="0"/>
                    <a:pt x="49" y="0"/>
                    <a:pt x="59" y="2"/>
                  </a:cubicBezTo>
                  <a:cubicBezTo>
                    <a:pt x="49" y="2"/>
                    <a:pt x="38" y="2"/>
                    <a:pt x="30" y="2"/>
                  </a:cubicBezTo>
                  <a:cubicBezTo>
                    <a:pt x="19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71"/>
            <p:cNvSpPr/>
            <p:nvPr/>
          </p:nvSpPr>
          <p:spPr>
            <a:xfrm>
              <a:off x="6693063" y="2268809"/>
              <a:ext cx="41118" cy="3163"/>
            </a:xfrm>
            <a:custGeom>
              <a:rect b="b" l="l" r="r" t="t"/>
              <a:pathLst>
                <a:path extrusionOk="0" h="2" w="26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  <a:cubicBezTo>
                    <a:pt x="17" y="0"/>
                    <a:pt x="21" y="0"/>
                    <a:pt x="26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5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71"/>
            <p:cNvSpPr/>
            <p:nvPr/>
          </p:nvSpPr>
          <p:spPr>
            <a:xfrm>
              <a:off x="6637711" y="2281461"/>
              <a:ext cx="162892" cy="316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6" y="2"/>
                    <a:pt x="33" y="0"/>
                    <a:pt x="52" y="0"/>
                  </a:cubicBezTo>
                  <a:cubicBezTo>
                    <a:pt x="69" y="0"/>
                    <a:pt x="86" y="2"/>
                    <a:pt x="103" y="2"/>
                  </a:cubicBezTo>
                  <a:cubicBezTo>
                    <a:pt x="86" y="2"/>
                    <a:pt x="69" y="2"/>
                    <a:pt x="52" y="2"/>
                  </a:cubicBezTo>
                  <a:cubicBezTo>
                    <a:pt x="33" y="2"/>
                    <a:pt x="1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71"/>
            <p:cNvSpPr/>
            <p:nvPr/>
          </p:nvSpPr>
          <p:spPr>
            <a:xfrm>
              <a:off x="6677248" y="2332068"/>
              <a:ext cx="1511895" cy="248292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71"/>
            <p:cNvSpPr/>
            <p:nvPr/>
          </p:nvSpPr>
          <p:spPr>
            <a:xfrm>
              <a:off x="7877592" y="2338394"/>
              <a:ext cx="192941" cy="238803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71"/>
            <p:cNvSpPr/>
            <p:nvPr/>
          </p:nvSpPr>
          <p:spPr>
            <a:xfrm>
              <a:off x="7757399" y="2483890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71"/>
            <p:cNvSpPr/>
            <p:nvPr/>
          </p:nvSpPr>
          <p:spPr>
            <a:xfrm>
              <a:off x="7777958" y="250128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71"/>
            <p:cNvSpPr/>
            <p:nvPr/>
          </p:nvSpPr>
          <p:spPr>
            <a:xfrm>
              <a:off x="6707296" y="2553475"/>
              <a:ext cx="1511895" cy="249873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71"/>
            <p:cNvSpPr/>
            <p:nvPr/>
          </p:nvSpPr>
          <p:spPr>
            <a:xfrm>
              <a:off x="7906058" y="2561382"/>
              <a:ext cx="194522" cy="238803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71"/>
            <p:cNvSpPr/>
            <p:nvPr/>
          </p:nvSpPr>
          <p:spPr>
            <a:xfrm>
              <a:off x="7181740" y="2724275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71"/>
            <p:cNvSpPr/>
            <p:nvPr/>
          </p:nvSpPr>
          <p:spPr>
            <a:xfrm>
              <a:off x="6663014" y="2778045"/>
              <a:ext cx="1513476" cy="248292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71"/>
            <p:cNvSpPr/>
            <p:nvPr/>
          </p:nvSpPr>
          <p:spPr>
            <a:xfrm>
              <a:off x="7864940" y="2790697"/>
              <a:ext cx="192941" cy="235640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71"/>
            <p:cNvSpPr/>
            <p:nvPr/>
          </p:nvSpPr>
          <p:spPr>
            <a:xfrm>
              <a:off x="6767392" y="2839723"/>
              <a:ext cx="22141" cy="4744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71"/>
            <p:cNvSpPr/>
            <p:nvPr/>
          </p:nvSpPr>
          <p:spPr>
            <a:xfrm>
              <a:off x="6753159" y="285395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71"/>
            <p:cNvSpPr/>
            <p:nvPr/>
          </p:nvSpPr>
          <p:spPr>
            <a:xfrm>
              <a:off x="7871266" y="2999452"/>
              <a:ext cx="172381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71"/>
            <p:cNvSpPr/>
            <p:nvPr/>
          </p:nvSpPr>
          <p:spPr>
            <a:xfrm>
              <a:off x="6397326" y="3001033"/>
              <a:ext cx="1918335" cy="314714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71"/>
            <p:cNvSpPr/>
            <p:nvPr/>
          </p:nvSpPr>
          <p:spPr>
            <a:xfrm>
              <a:off x="657761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71"/>
            <p:cNvSpPr/>
            <p:nvPr/>
          </p:nvSpPr>
          <p:spPr>
            <a:xfrm>
              <a:off x="671678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71"/>
            <p:cNvSpPr/>
            <p:nvPr/>
          </p:nvSpPr>
          <p:spPr>
            <a:xfrm>
              <a:off x="7950340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71"/>
            <p:cNvSpPr/>
            <p:nvPr/>
          </p:nvSpPr>
          <p:spPr>
            <a:xfrm>
              <a:off x="8094255" y="3008941"/>
              <a:ext cx="58515" cy="300481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71"/>
            <p:cNvSpPr/>
            <p:nvPr/>
          </p:nvSpPr>
          <p:spPr>
            <a:xfrm>
              <a:off x="7784284" y="3059548"/>
              <a:ext cx="279922" cy="3163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71"/>
            <p:cNvSpPr/>
            <p:nvPr/>
          </p:nvSpPr>
          <p:spPr>
            <a:xfrm>
              <a:off x="7804844" y="3083270"/>
              <a:ext cx="55352" cy="3163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71"/>
            <p:cNvSpPr/>
            <p:nvPr/>
          </p:nvSpPr>
          <p:spPr>
            <a:xfrm>
              <a:off x="6484307" y="3086433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71"/>
            <p:cNvSpPr/>
            <p:nvPr/>
          </p:nvSpPr>
          <p:spPr>
            <a:xfrm>
              <a:off x="6417885" y="3102248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71"/>
            <p:cNvSpPr/>
            <p:nvPr/>
          </p:nvSpPr>
          <p:spPr>
            <a:xfrm>
              <a:off x="6903400" y="3116481"/>
              <a:ext cx="295737" cy="8540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71"/>
            <p:cNvSpPr/>
            <p:nvPr/>
          </p:nvSpPr>
          <p:spPr>
            <a:xfrm>
              <a:off x="6574452" y="3290444"/>
              <a:ext cx="1635250" cy="604124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71"/>
            <p:cNvSpPr/>
            <p:nvPr/>
          </p:nvSpPr>
          <p:spPr>
            <a:xfrm>
              <a:off x="7581855" y="3306259"/>
              <a:ext cx="438070" cy="581984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71"/>
            <p:cNvSpPr/>
            <p:nvPr/>
          </p:nvSpPr>
          <p:spPr>
            <a:xfrm>
              <a:off x="7588181" y="3323655"/>
              <a:ext cx="425418" cy="4744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71"/>
            <p:cNvSpPr/>
            <p:nvPr/>
          </p:nvSpPr>
          <p:spPr>
            <a:xfrm>
              <a:off x="7086851" y="3379007"/>
              <a:ext cx="241966" cy="3163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71"/>
            <p:cNvSpPr/>
            <p:nvPr/>
          </p:nvSpPr>
          <p:spPr>
            <a:xfrm>
              <a:off x="7148529" y="3394822"/>
              <a:ext cx="66422" cy="4744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71"/>
            <p:cNvSpPr/>
            <p:nvPr/>
          </p:nvSpPr>
          <p:spPr>
            <a:xfrm>
              <a:off x="677371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71"/>
            <p:cNvSpPr/>
            <p:nvPr/>
          </p:nvSpPr>
          <p:spPr>
            <a:xfrm>
              <a:off x="691288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71"/>
            <p:cNvSpPr/>
            <p:nvPr/>
          </p:nvSpPr>
          <p:spPr>
            <a:xfrm>
              <a:off x="6843303" y="3454918"/>
              <a:ext cx="39537" cy="27992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71"/>
            <p:cNvSpPr/>
            <p:nvPr/>
          </p:nvSpPr>
          <p:spPr>
            <a:xfrm>
              <a:off x="8097418" y="3538736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71"/>
            <p:cNvSpPr/>
            <p:nvPr/>
          </p:nvSpPr>
          <p:spPr>
            <a:xfrm>
              <a:off x="7398403" y="3777540"/>
              <a:ext cx="50607" cy="316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71"/>
            <p:cNvSpPr/>
            <p:nvPr/>
          </p:nvSpPr>
          <p:spPr>
            <a:xfrm>
              <a:off x="7404729" y="3791773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71"/>
            <p:cNvSpPr/>
            <p:nvPr/>
          </p:nvSpPr>
          <p:spPr>
            <a:xfrm>
              <a:off x="6104069" y="3880346"/>
              <a:ext cx="2705016" cy="16445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71"/>
            <p:cNvSpPr/>
            <p:nvPr/>
          </p:nvSpPr>
          <p:spPr>
            <a:xfrm>
              <a:off x="6987218" y="3959410"/>
              <a:ext cx="1810795" cy="11070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71"/>
            <p:cNvSpPr/>
            <p:nvPr/>
          </p:nvSpPr>
          <p:spPr>
            <a:xfrm>
              <a:off x="6171385" y="3992624"/>
              <a:ext cx="1067291" cy="14218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71"/>
            <p:cNvSpPr/>
            <p:nvPr/>
          </p:nvSpPr>
          <p:spPr>
            <a:xfrm>
              <a:off x="8080021" y="4027413"/>
              <a:ext cx="313133" cy="316296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71"/>
            <p:cNvSpPr/>
            <p:nvPr/>
          </p:nvSpPr>
          <p:spPr>
            <a:xfrm>
              <a:off x="8155932" y="4033739"/>
              <a:ext cx="14233" cy="226151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71"/>
            <p:cNvSpPr/>
            <p:nvPr/>
          </p:nvSpPr>
          <p:spPr>
            <a:xfrm>
              <a:off x="8185980" y="4033739"/>
              <a:ext cx="7907" cy="153403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71"/>
            <p:cNvSpPr/>
            <p:nvPr/>
          </p:nvSpPr>
          <p:spPr>
            <a:xfrm>
              <a:off x="8326732" y="4033739"/>
              <a:ext cx="12652" cy="199266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71"/>
            <p:cNvSpPr/>
            <p:nvPr/>
          </p:nvSpPr>
          <p:spPr>
            <a:xfrm>
              <a:off x="8263473" y="4087509"/>
              <a:ext cx="12652" cy="20242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dk1"/>
        </a:solidFill>
      </p:bgPr>
    </p:bg>
    <p:spTree>
      <p:nvGrpSpPr>
        <p:cNvPr id="2385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86" name="Google Shape;2386;p7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387" name="Google Shape;2387;p7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388" name="Google Shape;2388;p72"/>
          <p:cNvSpPr txBox="1"/>
          <p:nvPr>
            <p:ph idx="1" type="subTitle"/>
          </p:nvPr>
        </p:nvSpPr>
        <p:spPr>
          <a:xfrm>
            <a:off x="4840462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389" name="Google Shape;2389;p72"/>
          <p:cNvSpPr txBox="1"/>
          <p:nvPr>
            <p:ph idx="2" type="subTitle"/>
          </p:nvPr>
        </p:nvSpPr>
        <p:spPr>
          <a:xfrm>
            <a:off x="1797938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390" name="Google Shape;2390;p72"/>
          <p:cNvSpPr txBox="1"/>
          <p:nvPr>
            <p:ph idx="3" type="subTitle"/>
          </p:nvPr>
        </p:nvSpPr>
        <p:spPr>
          <a:xfrm>
            <a:off x="484045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391" name="Google Shape;2391;p72"/>
          <p:cNvSpPr txBox="1"/>
          <p:nvPr>
            <p:ph idx="4" type="subTitle"/>
          </p:nvPr>
        </p:nvSpPr>
        <p:spPr>
          <a:xfrm>
            <a:off x="179793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2392" name="Google Shape;2392;p7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393" name="Google Shape;2393;p72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72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7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7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dk1"/>
        </a:solidFill>
      </p:bgPr>
    </p:bg>
    <p:spTree>
      <p:nvGrpSpPr>
        <p:cNvPr id="2397" name="Shape 2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98" name="Google Shape;2398;p7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399" name="Google Shape;2399;p7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400" name="Google Shape;2400;p7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401" name="Google Shape;2401;p73"/>
            <p:cNvSpPr/>
            <p:nvPr/>
          </p:nvSpPr>
          <p:spPr>
            <a:xfrm>
              <a:off x="376850" y="4764550"/>
              <a:ext cx="83221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73"/>
            <p:cNvSpPr/>
            <p:nvPr/>
          </p:nvSpPr>
          <p:spPr>
            <a:xfrm rot="-5400000">
              <a:off x="-970750" y="3410575"/>
              <a:ext cx="2675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7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7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05" name="Google Shape;2405;p73"/>
          <p:cNvGrpSpPr/>
          <p:nvPr/>
        </p:nvGrpSpPr>
        <p:grpSpPr>
          <a:xfrm>
            <a:off x="-498149" y="884153"/>
            <a:ext cx="1175174" cy="1017149"/>
            <a:chOff x="-498149" y="884153"/>
            <a:chExt cx="1175174" cy="1017149"/>
          </a:xfrm>
        </p:grpSpPr>
        <p:sp>
          <p:nvSpPr>
            <p:cNvPr id="2406" name="Google Shape;2406;p73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73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73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73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73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73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73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73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73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73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73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73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73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73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73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73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73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73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73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73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73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73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73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73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73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2431" name="Shape 2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2" name="Google Shape;2432;p7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433" name="Google Shape;2433;p74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434" name="Google Shape;2434;p7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435" name="Google Shape;2435;p74"/>
            <p:cNvSpPr/>
            <p:nvPr/>
          </p:nvSpPr>
          <p:spPr>
            <a:xfrm>
              <a:off x="383225" y="4764550"/>
              <a:ext cx="7358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74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7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74"/>
            <p:cNvSpPr/>
            <p:nvPr/>
          </p:nvSpPr>
          <p:spPr>
            <a:xfrm rot="-5400000">
              <a:off x="7228639" y="1887914"/>
              <a:ext cx="31093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39" name="Google Shape;2439;p74"/>
          <p:cNvGrpSpPr/>
          <p:nvPr/>
        </p:nvGrpSpPr>
        <p:grpSpPr>
          <a:xfrm>
            <a:off x="8178156" y="3958298"/>
            <a:ext cx="2091543" cy="992656"/>
            <a:chOff x="6907899" y="758528"/>
            <a:chExt cx="2456304" cy="1165637"/>
          </a:xfrm>
        </p:grpSpPr>
        <p:sp>
          <p:nvSpPr>
            <p:cNvPr id="2440" name="Google Shape;2440;p74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74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74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74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74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74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74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74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74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74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74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74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74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74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74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74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74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74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74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74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74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74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74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74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74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74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74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74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74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74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74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74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74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74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74" name="Google Shape;2474;p74"/>
          <p:cNvSpPr txBox="1"/>
          <p:nvPr>
            <p:ph idx="1" type="body"/>
          </p:nvPr>
        </p:nvSpPr>
        <p:spPr>
          <a:xfrm>
            <a:off x="1823100" y="1780400"/>
            <a:ext cx="5497800" cy="21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dk1"/>
        </a:solidFill>
      </p:bgPr>
    </p:bg>
    <p:spTree>
      <p:nvGrpSpPr>
        <p:cNvPr id="2475" name="Shape 2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76" name="Google Shape;2476;p7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477" name="Google Shape;2477;p75"/>
          <p:cNvSpPr txBox="1"/>
          <p:nvPr>
            <p:ph type="title"/>
          </p:nvPr>
        </p:nvSpPr>
        <p:spPr>
          <a:xfrm>
            <a:off x="2417400" y="1583150"/>
            <a:ext cx="4309200" cy="16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2478" name="Google Shape;2478;p7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479" name="Google Shape;2479;p75"/>
            <p:cNvSpPr/>
            <p:nvPr/>
          </p:nvSpPr>
          <p:spPr>
            <a:xfrm>
              <a:off x="1842475" y="4764550"/>
              <a:ext cx="68565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75"/>
            <p:cNvSpPr/>
            <p:nvPr/>
          </p:nvSpPr>
          <p:spPr>
            <a:xfrm rot="-5400000">
              <a:off x="-730674" y="1431001"/>
              <a:ext cx="21955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7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75"/>
            <p:cNvSpPr/>
            <p:nvPr/>
          </p:nvSpPr>
          <p:spPr>
            <a:xfrm rot="-5400000">
              <a:off x="6574912" y="2541638"/>
              <a:ext cx="4416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2483" name="Shape 2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84" name="Google Shape;2484;p7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485" name="Google Shape;2485;p76"/>
          <p:cNvSpPr txBox="1"/>
          <p:nvPr>
            <p:ph type="title"/>
          </p:nvPr>
        </p:nvSpPr>
        <p:spPr>
          <a:xfrm>
            <a:off x="2699250" y="1409524"/>
            <a:ext cx="3745500" cy="11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486" name="Google Shape;2486;p76"/>
          <p:cNvSpPr txBox="1"/>
          <p:nvPr>
            <p:ph idx="1" type="subTitle"/>
          </p:nvPr>
        </p:nvSpPr>
        <p:spPr>
          <a:xfrm>
            <a:off x="2203725" y="2660500"/>
            <a:ext cx="4736400" cy="7077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487" name="Google Shape;2487;p7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488" name="Google Shape;2488;p76"/>
            <p:cNvSpPr/>
            <p:nvPr/>
          </p:nvSpPr>
          <p:spPr>
            <a:xfrm>
              <a:off x="4303226" y="4764550"/>
              <a:ext cx="43957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76"/>
            <p:cNvSpPr/>
            <p:nvPr/>
          </p:nvSpPr>
          <p:spPr>
            <a:xfrm rot="-5400000">
              <a:off x="-1093963" y="1794288"/>
              <a:ext cx="2922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7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7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492" name="Shape 2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3" name="Google Shape;2493;p77"/>
          <p:cNvSpPr/>
          <p:nvPr>
            <p:ph idx="2" type="pic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2494" name="Google Shape;2494;p77"/>
          <p:cNvSpPr txBox="1"/>
          <p:nvPr>
            <p:ph type="title"/>
          </p:nvPr>
        </p:nvSpPr>
        <p:spPr>
          <a:xfrm>
            <a:off x="720000" y="1026725"/>
            <a:ext cx="3399300" cy="8637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dk1"/>
        </a:solidFill>
      </p:bgPr>
    </p:bg>
    <p:spTree>
      <p:nvGrpSpPr>
        <p:cNvPr id="2495" name="Shape 2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6" name="Google Shape;2496;p7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497" name="Google Shape;2497;p78"/>
          <p:cNvSpPr txBox="1"/>
          <p:nvPr>
            <p:ph hasCustomPrompt="1" type="title"/>
          </p:nvPr>
        </p:nvSpPr>
        <p:spPr>
          <a:xfrm>
            <a:off x="2175100" y="1883700"/>
            <a:ext cx="4793700" cy="87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498" name="Google Shape;2498;p78"/>
          <p:cNvSpPr txBox="1"/>
          <p:nvPr>
            <p:ph idx="1" type="subTitle"/>
          </p:nvPr>
        </p:nvSpPr>
        <p:spPr>
          <a:xfrm>
            <a:off x="2175100" y="2762703"/>
            <a:ext cx="4793700" cy="4971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2499" name="Google Shape;2499;p7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500" name="Google Shape;2500;p78"/>
            <p:cNvSpPr/>
            <p:nvPr/>
          </p:nvSpPr>
          <p:spPr>
            <a:xfrm>
              <a:off x="6031276" y="4764550"/>
              <a:ext cx="26677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78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7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7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2504" name="Shape 250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2505" name="Shape 2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06" name="Google Shape;2506;p8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507" name="Google Shape;2507;p8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508" name="Google Shape;2508;p80"/>
          <p:cNvSpPr txBox="1"/>
          <p:nvPr>
            <p:ph idx="1" type="subTitle"/>
          </p:nvPr>
        </p:nvSpPr>
        <p:spPr>
          <a:xfrm>
            <a:off x="719976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09" name="Google Shape;2509;p80"/>
          <p:cNvSpPr txBox="1"/>
          <p:nvPr>
            <p:ph idx="2" type="subTitle"/>
          </p:nvPr>
        </p:nvSpPr>
        <p:spPr>
          <a:xfrm>
            <a:off x="3419247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0" name="Google Shape;2510;p80"/>
          <p:cNvSpPr txBox="1"/>
          <p:nvPr>
            <p:ph idx="3" type="subTitle"/>
          </p:nvPr>
        </p:nvSpPr>
        <p:spPr>
          <a:xfrm>
            <a:off x="719976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1" name="Google Shape;2511;p80"/>
          <p:cNvSpPr txBox="1"/>
          <p:nvPr>
            <p:ph idx="4" type="subTitle"/>
          </p:nvPr>
        </p:nvSpPr>
        <p:spPr>
          <a:xfrm>
            <a:off x="3419247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2" name="Google Shape;2512;p80"/>
          <p:cNvSpPr txBox="1"/>
          <p:nvPr>
            <p:ph idx="5" type="subTitle"/>
          </p:nvPr>
        </p:nvSpPr>
        <p:spPr>
          <a:xfrm>
            <a:off x="6118524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3" name="Google Shape;2513;p80"/>
          <p:cNvSpPr txBox="1"/>
          <p:nvPr>
            <p:ph idx="6" type="subTitle"/>
          </p:nvPr>
        </p:nvSpPr>
        <p:spPr>
          <a:xfrm>
            <a:off x="6118524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4" name="Google Shape;2514;p80"/>
          <p:cNvSpPr txBox="1"/>
          <p:nvPr>
            <p:ph hasCustomPrompt="1" idx="7" type="title"/>
          </p:nvPr>
        </p:nvSpPr>
        <p:spPr>
          <a:xfrm>
            <a:off x="1532675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15" name="Google Shape;2515;p80"/>
          <p:cNvSpPr txBox="1"/>
          <p:nvPr>
            <p:ph hasCustomPrompt="1" idx="8" type="title"/>
          </p:nvPr>
        </p:nvSpPr>
        <p:spPr>
          <a:xfrm>
            <a:off x="1532675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16" name="Google Shape;2516;p80"/>
          <p:cNvSpPr txBox="1"/>
          <p:nvPr>
            <p:ph hasCustomPrompt="1" idx="9" type="title"/>
          </p:nvPr>
        </p:nvSpPr>
        <p:spPr>
          <a:xfrm>
            <a:off x="4231950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17" name="Google Shape;2517;p80"/>
          <p:cNvSpPr txBox="1"/>
          <p:nvPr>
            <p:ph hasCustomPrompt="1" idx="13" type="title"/>
          </p:nvPr>
        </p:nvSpPr>
        <p:spPr>
          <a:xfrm>
            <a:off x="4231950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18" name="Google Shape;2518;p80"/>
          <p:cNvSpPr txBox="1"/>
          <p:nvPr>
            <p:ph hasCustomPrompt="1" idx="14" type="title"/>
          </p:nvPr>
        </p:nvSpPr>
        <p:spPr>
          <a:xfrm>
            <a:off x="6931162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19" name="Google Shape;2519;p80"/>
          <p:cNvSpPr txBox="1"/>
          <p:nvPr>
            <p:ph hasCustomPrompt="1" idx="15" type="title"/>
          </p:nvPr>
        </p:nvSpPr>
        <p:spPr>
          <a:xfrm>
            <a:off x="6931162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20" name="Google Shape;2520;p80"/>
          <p:cNvSpPr txBox="1"/>
          <p:nvPr>
            <p:ph idx="16" type="subTitle"/>
          </p:nvPr>
        </p:nvSpPr>
        <p:spPr>
          <a:xfrm>
            <a:off x="719976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521" name="Google Shape;2521;p80"/>
          <p:cNvSpPr txBox="1"/>
          <p:nvPr>
            <p:ph idx="17" type="subTitle"/>
          </p:nvPr>
        </p:nvSpPr>
        <p:spPr>
          <a:xfrm>
            <a:off x="3419247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522" name="Google Shape;2522;p80"/>
          <p:cNvSpPr txBox="1"/>
          <p:nvPr>
            <p:ph idx="18" type="subTitle"/>
          </p:nvPr>
        </p:nvSpPr>
        <p:spPr>
          <a:xfrm>
            <a:off x="6118524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523" name="Google Shape;2523;p80"/>
          <p:cNvSpPr txBox="1"/>
          <p:nvPr>
            <p:ph idx="19" type="subTitle"/>
          </p:nvPr>
        </p:nvSpPr>
        <p:spPr>
          <a:xfrm>
            <a:off x="719976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524" name="Google Shape;2524;p80"/>
          <p:cNvSpPr txBox="1"/>
          <p:nvPr>
            <p:ph idx="20" type="subTitle"/>
          </p:nvPr>
        </p:nvSpPr>
        <p:spPr>
          <a:xfrm>
            <a:off x="3419247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525" name="Google Shape;2525;p80"/>
          <p:cNvSpPr txBox="1"/>
          <p:nvPr>
            <p:ph idx="21" type="subTitle"/>
          </p:nvPr>
        </p:nvSpPr>
        <p:spPr>
          <a:xfrm>
            <a:off x="6118524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grpSp>
        <p:nvGrpSpPr>
          <p:cNvPr id="2526" name="Google Shape;2526;p8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527" name="Google Shape;2527;p80"/>
            <p:cNvSpPr/>
            <p:nvPr/>
          </p:nvSpPr>
          <p:spPr>
            <a:xfrm flipH="1">
              <a:off x="451376" y="4764550"/>
              <a:ext cx="74373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80"/>
            <p:cNvSpPr/>
            <p:nvPr/>
          </p:nvSpPr>
          <p:spPr>
            <a:xfrm flipH="1" rot="5400000">
              <a:off x="7246512" y="1870038"/>
              <a:ext cx="30736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80"/>
            <p:cNvSpPr/>
            <p:nvPr/>
          </p:nvSpPr>
          <p:spPr>
            <a:xfrm flipH="1">
              <a:off x="451373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80"/>
            <p:cNvSpPr/>
            <p:nvPr/>
          </p:nvSpPr>
          <p:spPr>
            <a:xfrm flipH="1" rot="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31" name="Google Shape;2531;p80"/>
          <p:cNvGrpSpPr/>
          <p:nvPr/>
        </p:nvGrpSpPr>
        <p:grpSpPr>
          <a:xfrm flipH="1">
            <a:off x="8166884" y="3722371"/>
            <a:ext cx="2277007" cy="1194421"/>
            <a:chOff x="2924575" y="1948482"/>
            <a:chExt cx="3830121" cy="2009118"/>
          </a:xfrm>
        </p:grpSpPr>
        <p:sp>
          <p:nvSpPr>
            <p:cNvPr id="2532" name="Google Shape;2532;p80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80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80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80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80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80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80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80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80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80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80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80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80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80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80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80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80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80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80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80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80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80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80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80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80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80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80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80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80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80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80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80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80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80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80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80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80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80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80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80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80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80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80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80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80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80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80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80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80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80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80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80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80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80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80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80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80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80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80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80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80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80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80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80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80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80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80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80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80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80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80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80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80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80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80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80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80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80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80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80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80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80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80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80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80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80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80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80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80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80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80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80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80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80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80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80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80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80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80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80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80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80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80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80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80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80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80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80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80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80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80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80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80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80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80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80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80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80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80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80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80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80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80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80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80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80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80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80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80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80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80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80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80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80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80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80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80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80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80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80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80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80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80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80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80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80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80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80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80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80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80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80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80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80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80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80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80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bg>
      <p:bgPr>
        <a:solidFill>
          <a:schemeClr val="dk1"/>
        </a:solidFill>
      </p:bgPr>
    </p:bg>
    <p:spTree>
      <p:nvGrpSpPr>
        <p:cNvPr id="2689" name="Shape 2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90" name="Google Shape;2690;p8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691" name="Google Shape;2691;p81"/>
          <p:cNvSpPr txBox="1"/>
          <p:nvPr>
            <p:ph type="title"/>
          </p:nvPr>
        </p:nvSpPr>
        <p:spPr>
          <a:xfrm>
            <a:off x="713225" y="3488039"/>
            <a:ext cx="5867700" cy="5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692" name="Google Shape;2692;p81"/>
          <p:cNvSpPr txBox="1"/>
          <p:nvPr>
            <p:ph idx="1" type="subTitle"/>
          </p:nvPr>
        </p:nvSpPr>
        <p:spPr>
          <a:xfrm>
            <a:off x="713225" y="984245"/>
            <a:ext cx="5867700" cy="227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2693" name="Google Shape;2693;p8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694" name="Google Shape;2694;p81"/>
            <p:cNvSpPr/>
            <p:nvPr/>
          </p:nvSpPr>
          <p:spPr>
            <a:xfrm>
              <a:off x="383225" y="4764550"/>
              <a:ext cx="68850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81"/>
            <p:cNvSpPr/>
            <p:nvPr/>
          </p:nvSpPr>
          <p:spPr>
            <a:xfrm rot="-5400000">
              <a:off x="-1846824" y="2547152"/>
              <a:ext cx="44278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8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81"/>
            <p:cNvSpPr/>
            <p:nvPr/>
          </p:nvSpPr>
          <p:spPr>
            <a:xfrm rot="-5400000">
              <a:off x="7760050" y="1356500"/>
              <a:ext cx="2046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bg>
      <p:bgPr>
        <a:solidFill>
          <a:schemeClr val="dk1"/>
        </a:solidFill>
      </p:bgPr>
    </p:bg>
    <p:spTree>
      <p:nvGrpSpPr>
        <p:cNvPr id="2698" name="Shape 2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99" name="Google Shape;2699;p8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700" name="Google Shape;2700;p8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701" name="Google Shape;2701;p8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702" name="Google Shape;2702;p82"/>
            <p:cNvSpPr/>
            <p:nvPr/>
          </p:nvSpPr>
          <p:spPr>
            <a:xfrm>
              <a:off x="1205275" y="4764550"/>
              <a:ext cx="74937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82"/>
            <p:cNvSpPr/>
            <p:nvPr/>
          </p:nvSpPr>
          <p:spPr>
            <a:xfrm rot="-5400000">
              <a:off x="-1355899" y="2056227"/>
              <a:ext cx="34459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8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8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6" name="Google Shape;2706;p82"/>
          <p:cNvGrpSpPr/>
          <p:nvPr/>
        </p:nvGrpSpPr>
        <p:grpSpPr>
          <a:xfrm flipH="1">
            <a:off x="-389122" y="4063632"/>
            <a:ext cx="1248129" cy="860168"/>
            <a:chOff x="-4004220" y="1207709"/>
            <a:chExt cx="3372411" cy="2324149"/>
          </a:xfrm>
        </p:grpSpPr>
        <p:sp>
          <p:nvSpPr>
            <p:cNvPr id="2707" name="Google Shape;2707;p82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82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82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82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82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82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82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82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82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82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82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82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82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82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82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82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82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82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82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82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82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82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82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82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82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82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82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82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82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82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82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82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82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82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82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82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82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82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82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82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82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82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82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82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82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82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82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82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82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82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82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82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82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82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82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82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82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82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82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82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82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82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bg>
      <p:bgPr>
        <a:solidFill>
          <a:schemeClr val="dk1"/>
        </a:solidFill>
      </p:bgPr>
    </p:bg>
    <p:spTree>
      <p:nvGrpSpPr>
        <p:cNvPr id="2769" name="Shape 2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70" name="Google Shape;2770;p8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771" name="Google Shape;2771;p8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772" name="Google Shape;2772;p8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773" name="Google Shape;2773;p83"/>
            <p:cNvSpPr/>
            <p:nvPr/>
          </p:nvSpPr>
          <p:spPr>
            <a:xfrm>
              <a:off x="383225" y="4764550"/>
              <a:ext cx="71641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83"/>
            <p:cNvSpPr/>
            <p:nvPr/>
          </p:nvSpPr>
          <p:spPr>
            <a:xfrm rot="-5400000">
              <a:off x="-1835250" y="2535576"/>
              <a:ext cx="4404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8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83"/>
            <p:cNvSpPr/>
            <p:nvPr/>
          </p:nvSpPr>
          <p:spPr>
            <a:xfrm rot="-5400000">
              <a:off x="7289388" y="1827163"/>
              <a:ext cx="29878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7" name="Google Shape;2777;p83"/>
          <p:cNvGrpSpPr/>
          <p:nvPr/>
        </p:nvGrpSpPr>
        <p:grpSpPr>
          <a:xfrm flipH="1">
            <a:off x="8336654" y="3930705"/>
            <a:ext cx="1488946" cy="1030148"/>
            <a:chOff x="-1053822" y="5316830"/>
            <a:chExt cx="1773822" cy="1227097"/>
          </a:xfrm>
        </p:grpSpPr>
        <p:sp>
          <p:nvSpPr>
            <p:cNvPr id="2778" name="Google Shape;2778;p83"/>
            <p:cNvSpPr/>
            <p:nvPr/>
          </p:nvSpPr>
          <p:spPr>
            <a:xfrm flipH="1">
              <a:off x="349979" y="6284041"/>
              <a:ext cx="169615" cy="259887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83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83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83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83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83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83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83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83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83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83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83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83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83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83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83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83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83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83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83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83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83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83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83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83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83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83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83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83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83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83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83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83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83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83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83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83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83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83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83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83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83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83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83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83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83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83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83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bg>
      <p:bgPr>
        <a:solidFill>
          <a:schemeClr val="dk1"/>
        </a:solidFill>
      </p:bgPr>
    </p:bg>
    <p:spTree>
      <p:nvGrpSpPr>
        <p:cNvPr id="2826" name="Shape 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27" name="Google Shape;2827;p8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828" name="Google Shape;2828;p8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829" name="Google Shape;2829;p8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830" name="Google Shape;2830;p84"/>
            <p:cNvSpPr/>
            <p:nvPr/>
          </p:nvSpPr>
          <p:spPr>
            <a:xfrm>
              <a:off x="3795300" y="4764550"/>
              <a:ext cx="49037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84"/>
            <p:cNvSpPr/>
            <p:nvPr/>
          </p:nvSpPr>
          <p:spPr>
            <a:xfrm rot="-5400000">
              <a:off x="-1308063" y="2008388"/>
              <a:ext cx="33503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8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8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34" name="Google Shape;2834;p84"/>
          <p:cNvGrpSpPr/>
          <p:nvPr/>
        </p:nvGrpSpPr>
        <p:grpSpPr>
          <a:xfrm>
            <a:off x="-199726" y="4160228"/>
            <a:ext cx="2986142" cy="802866"/>
            <a:chOff x="2116" y="787658"/>
            <a:chExt cx="8708492" cy="2341400"/>
          </a:xfrm>
        </p:grpSpPr>
        <p:sp>
          <p:nvSpPr>
            <p:cNvPr id="2835" name="Google Shape;2835;p84"/>
            <p:cNvSpPr/>
            <p:nvPr/>
          </p:nvSpPr>
          <p:spPr>
            <a:xfrm>
              <a:off x="2116" y="1074648"/>
              <a:ext cx="599072" cy="1623141"/>
            </a:xfrm>
            <a:custGeom>
              <a:rect b="b" l="l" r="r" t="t"/>
              <a:pathLst>
                <a:path extrusionOk="0" h="1035" w="382">
                  <a:moveTo>
                    <a:pt x="374" y="1028"/>
                  </a:moveTo>
                  <a:lnTo>
                    <a:pt x="374" y="1028"/>
                  </a:lnTo>
                  <a:cubicBezTo>
                    <a:pt x="191" y="1032"/>
                    <a:pt x="191" y="1032"/>
                    <a:pt x="191" y="1032"/>
                  </a:cubicBezTo>
                  <a:cubicBezTo>
                    <a:pt x="130" y="1032"/>
                    <a:pt x="69" y="1035"/>
                    <a:pt x="6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00"/>
                    <a:pt x="0" y="900"/>
                    <a:pt x="0" y="900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0" y="688"/>
                    <a:pt x="2" y="604"/>
                    <a:pt x="2" y="517"/>
                  </a:cubicBezTo>
                  <a:cubicBezTo>
                    <a:pt x="4" y="433"/>
                    <a:pt x="4" y="347"/>
                    <a:pt x="4" y="263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9"/>
                    <a:pt x="381" y="9"/>
                    <a:pt x="381" y="9"/>
                  </a:cubicBezTo>
                  <a:cubicBezTo>
                    <a:pt x="381" y="93"/>
                    <a:pt x="383" y="179"/>
                    <a:pt x="381" y="265"/>
                  </a:cubicBezTo>
                  <a:cubicBezTo>
                    <a:pt x="381" y="349"/>
                    <a:pt x="381" y="435"/>
                    <a:pt x="381" y="522"/>
                  </a:cubicBezTo>
                  <a:cubicBezTo>
                    <a:pt x="376" y="776"/>
                    <a:pt x="376" y="776"/>
                    <a:pt x="376" y="776"/>
                  </a:cubicBezTo>
                  <a:lnTo>
                    <a:pt x="374" y="1028"/>
                  </a:lnTo>
                  <a:moveTo>
                    <a:pt x="372" y="1026"/>
                  </a:moveTo>
                  <a:lnTo>
                    <a:pt x="372" y="1026"/>
                  </a:lnTo>
                  <a:cubicBezTo>
                    <a:pt x="368" y="770"/>
                    <a:pt x="368" y="770"/>
                    <a:pt x="368" y="770"/>
                  </a:cubicBezTo>
                  <a:cubicBezTo>
                    <a:pt x="366" y="515"/>
                    <a:pt x="366" y="515"/>
                    <a:pt x="366" y="515"/>
                  </a:cubicBezTo>
                  <a:cubicBezTo>
                    <a:pt x="364" y="429"/>
                    <a:pt x="364" y="345"/>
                    <a:pt x="364" y="261"/>
                  </a:cubicBezTo>
                  <a:cubicBezTo>
                    <a:pt x="364" y="177"/>
                    <a:pt x="364" y="93"/>
                    <a:pt x="364" y="9"/>
                  </a:cubicBezTo>
                  <a:cubicBezTo>
                    <a:pt x="372" y="17"/>
                    <a:pt x="372" y="17"/>
                    <a:pt x="372" y="1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47"/>
                    <a:pt x="11" y="433"/>
                    <a:pt x="13" y="517"/>
                  </a:cubicBezTo>
                  <a:cubicBezTo>
                    <a:pt x="13" y="604"/>
                    <a:pt x="15" y="688"/>
                    <a:pt x="15" y="772"/>
                  </a:cubicBezTo>
                  <a:cubicBezTo>
                    <a:pt x="15" y="837"/>
                    <a:pt x="15" y="837"/>
                    <a:pt x="15" y="837"/>
                  </a:cubicBezTo>
                  <a:cubicBezTo>
                    <a:pt x="15" y="900"/>
                    <a:pt x="15" y="900"/>
                    <a:pt x="15" y="900"/>
                  </a:cubicBezTo>
                  <a:cubicBezTo>
                    <a:pt x="13" y="1028"/>
                    <a:pt x="13" y="1028"/>
                    <a:pt x="13" y="1028"/>
                  </a:cubicBezTo>
                  <a:cubicBezTo>
                    <a:pt x="6" y="1020"/>
                    <a:pt x="6" y="1020"/>
                    <a:pt x="6" y="1020"/>
                  </a:cubicBezTo>
                  <a:cubicBezTo>
                    <a:pt x="67" y="1020"/>
                    <a:pt x="128" y="1022"/>
                    <a:pt x="189" y="1024"/>
                  </a:cubicBezTo>
                  <a:lnTo>
                    <a:pt x="372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84"/>
            <p:cNvSpPr/>
            <p:nvPr/>
          </p:nvSpPr>
          <p:spPr>
            <a:xfrm>
              <a:off x="8389" y="2073625"/>
              <a:ext cx="577116" cy="437542"/>
            </a:xfrm>
            <a:custGeom>
              <a:rect b="b" l="l" r="r" t="t"/>
              <a:pathLst>
                <a:path extrusionOk="0" h="279" w="368">
                  <a:moveTo>
                    <a:pt x="364" y="276"/>
                  </a:moveTo>
                  <a:lnTo>
                    <a:pt x="364" y="276"/>
                  </a:lnTo>
                  <a:cubicBezTo>
                    <a:pt x="276" y="278"/>
                    <a:pt x="276" y="278"/>
                    <a:pt x="276" y="278"/>
                  </a:cubicBezTo>
                  <a:cubicBezTo>
                    <a:pt x="185" y="278"/>
                    <a:pt x="185" y="278"/>
                    <a:pt x="185" y="278"/>
                  </a:cubicBezTo>
                  <a:cubicBezTo>
                    <a:pt x="154" y="278"/>
                    <a:pt x="124" y="280"/>
                    <a:pt x="95" y="278"/>
                  </a:cubicBezTo>
                  <a:cubicBezTo>
                    <a:pt x="63" y="278"/>
                    <a:pt x="34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2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3" y="2"/>
                    <a:pt x="124" y="0"/>
                    <a:pt x="183" y="0"/>
                  </a:cubicBezTo>
                  <a:cubicBezTo>
                    <a:pt x="274" y="0"/>
                    <a:pt x="274" y="0"/>
                    <a:pt x="274" y="0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8" y="4"/>
                    <a:pt x="368" y="4"/>
                    <a:pt x="368" y="4"/>
                  </a:cubicBezTo>
                  <a:cubicBezTo>
                    <a:pt x="368" y="27"/>
                    <a:pt x="368" y="51"/>
                    <a:pt x="368" y="74"/>
                  </a:cubicBezTo>
                  <a:cubicBezTo>
                    <a:pt x="366" y="141"/>
                    <a:pt x="366" y="141"/>
                    <a:pt x="366" y="141"/>
                  </a:cubicBezTo>
                  <a:cubicBezTo>
                    <a:pt x="366" y="208"/>
                    <a:pt x="366" y="208"/>
                    <a:pt x="366" y="208"/>
                  </a:cubicBezTo>
                  <a:lnTo>
                    <a:pt x="364" y="276"/>
                  </a:lnTo>
                  <a:moveTo>
                    <a:pt x="364" y="276"/>
                  </a:moveTo>
                  <a:lnTo>
                    <a:pt x="364" y="276"/>
                  </a:lnTo>
                  <a:cubicBezTo>
                    <a:pt x="362" y="206"/>
                    <a:pt x="362" y="206"/>
                    <a:pt x="362" y="206"/>
                  </a:cubicBezTo>
                  <a:cubicBezTo>
                    <a:pt x="362" y="139"/>
                    <a:pt x="362" y="139"/>
                    <a:pt x="362" y="139"/>
                  </a:cubicBezTo>
                  <a:cubicBezTo>
                    <a:pt x="362" y="72"/>
                    <a:pt x="362" y="72"/>
                    <a:pt x="362" y="72"/>
                  </a:cubicBezTo>
                  <a:cubicBezTo>
                    <a:pt x="360" y="49"/>
                    <a:pt x="360" y="27"/>
                    <a:pt x="360" y="4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24" y="9"/>
                    <a:pt x="63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7" y="276"/>
                  </a:cubicBezTo>
                  <a:cubicBezTo>
                    <a:pt x="2" y="272"/>
                    <a:pt x="2" y="272"/>
                    <a:pt x="2" y="272"/>
                  </a:cubicBezTo>
                  <a:cubicBezTo>
                    <a:pt x="34" y="272"/>
                    <a:pt x="63" y="272"/>
                    <a:pt x="93" y="272"/>
                  </a:cubicBezTo>
                  <a:cubicBezTo>
                    <a:pt x="122" y="272"/>
                    <a:pt x="152" y="272"/>
                    <a:pt x="183" y="272"/>
                  </a:cubicBezTo>
                  <a:cubicBezTo>
                    <a:pt x="274" y="274"/>
                    <a:pt x="274" y="274"/>
                    <a:pt x="274" y="274"/>
                  </a:cubicBezTo>
                  <a:lnTo>
                    <a:pt x="364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84"/>
            <p:cNvSpPr/>
            <p:nvPr/>
          </p:nvSpPr>
          <p:spPr>
            <a:xfrm>
              <a:off x="133849" y="1411822"/>
              <a:ext cx="329333" cy="39206"/>
            </a:xfrm>
            <a:custGeom>
              <a:rect b="b" l="l" r="r" t="t"/>
              <a:pathLst>
                <a:path extrusionOk="0" h="25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7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2"/>
                    <a:pt x="210" y="2"/>
                  </a:cubicBezTo>
                  <a:lnTo>
                    <a:pt x="210" y="2"/>
                  </a:lnTo>
                  <a:cubicBezTo>
                    <a:pt x="210" y="4"/>
                    <a:pt x="210" y="4"/>
                    <a:pt x="210" y="4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4"/>
                    <a:pt x="208" y="4"/>
                    <a:pt x="208" y="4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175" y="8"/>
                    <a:pt x="141" y="8"/>
                    <a:pt x="105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21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84"/>
            <p:cNvSpPr/>
            <p:nvPr/>
          </p:nvSpPr>
          <p:spPr>
            <a:xfrm>
              <a:off x="160510" y="13428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0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8" y="0"/>
                  </a:cubicBezTo>
                  <a:cubicBezTo>
                    <a:pt x="118" y="0"/>
                    <a:pt x="145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5" y="8"/>
                    <a:pt x="118" y="8"/>
                    <a:pt x="88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59" y="18"/>
                    <a:pt x="74" y="18"/>
                    <a:pt x="88" y="18"/>
                  </a:cubicBezTo>
                  <a:cubicBezTo>
                    <a:pt x="101" y="18"/>
                    <a:pt x="116" y="18"/>
                    <a:pt x="130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84"/>
            <p:cNvSpPr/>
            <p:nvPr/>
          </p:nvSpPr>
          <p:spPr>
            <a:xfrm>
              <a:off x="133849" y="1272248"/>
              <a:ext cx="329333" cy="40775"/>
            </a:xfrm>
            <a:custGeom>
              <a:rect b="b" l="l" r="r" t="t"/>
              <a:pathLst>
                <a:path extrusionOk="0" h="26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3"/>
                    <a:pt x="160" y="26"/>
                  </a:cubicBezTo>
                  <a:cubicBezTo>
                    <a:pt x="143" y="26"/>
                    <a:pt x="124" y="26"/>
                    <a:pt x="107" y="26"/>
                  </a:cubicBezTo>
                  <a:cubicBezTo>
                    <a:pt x="91" y="26"/>
                    <a:pt x="72" y="26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0"/>
                    <a:pt x="210" y="2"/>
                  </a:cubicBezTo>
                  <a:lnTo>
                    <a:pt x="210" y="2"/>
                  </a:lnTo>
                  <a:cubicBezTo>
                    <a:pt x="210" y="5"/>
                    <a:pt x="210" y="5"/>
                    <a:pt x="210" y="5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5"/>
                    <a:pt x="208" y="5"/>
                    <a:pt x="208" y="5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175" y="9"/>
                    <a:pt x="141" y="9"/>
                    <a:pt x="105" y="9"/>
                  </a:cubicBezTo>
                  <a:cubicBezTo>
                    <a:pt x="89" y="9"/>
                    <a:pt x="72" y="9"/>
                    <a:pt x="55" y="9"/>
                  </a:cubicBezTo>
                  <a:cubicBezTo>
                    <a:pt x="38" y="9"/>
                    <a:pt x="19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19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84"/>
            <p:cNvSpPr/>
            <p:nvPr/>
          </p:nvSpPr>
          <p:spPr>
            <a:xfrm>
              <a:off x="863086" y="1193835"/>
              <a:ext cx="244647" cy="1499249"/>
            </a:xfrm>
            <a:custGeom>
              <a:rect b="b" l="l" r="r" t="t"/>
              <a:pathLst>
                <a:path extrusionOk="0" h="956" w="156">
                  <a:moveTo>
                    <a:pt x="149" y="952"/>
                  </a:moveTo>
                  <a:lnTo>
                    <a:pt x="149" y="952"/>
                  </a:lnTo>
                  <a:cubicBezTo>
                    <a:pt x="78" y="954"/>
                    <a:pt x="78" y="954"/>
                    <a:pt x="78" y="954"/>
                  </a:cubicBezTo>
                  <a:cubicBezTo>
                    <a:pt x="55" y="954"/>
                    <a:pt x="32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5" y="244"/>
                  </a:cubicBezTo>
                  <a:cubicBezTo>
                    <a:pt x="158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39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3" y="479"/>
                    <a:pt x="13" y="479"/>
                    <a:pt x="13" y="479"/>
                  </a:cubicBezTo>
                  <a:cubicBezTo>
                    <a:pt x="15" y="538"/>
                    <a:pt x="15" y="538"/>
                    <a:pt x="15" y="538"/>
                  </a:cubicBezTo>
                  <a:cubicBezTo>
                    <a:pt x="15" y="597"/>
                    <a:pt x="15" y="597"/>
                    <a:pt x="15" y="597"/>
                  </a:cubicBezTo>
                  <a:cubicBezTo>
                    <a:pt x="15" y="656"/>
                    <a:pt x="15" y="656"/>
                    <a:pt x="15" y="656"/>
                  </a:cubicBezTo>
                  <a:cubicBezTo>
                    <a:pt x="15" y="715"/>
                    <a:pt x="15" y="715"/>
                    <a:pt x="15" y="715"/>
                  </a:cubicBezTo>
                  <a:cubicBezTo>
                    <a:pt x="13" y="833"/>
                    <a:pt x="13" y="833"/>
                    <a:pt x="13" y="833"/>
                  </a:cubicBezTo>
                  <a:cubicBezTo>
                    <a:pt x="13" y="952"/>
                    <a:pt x="13" y="952"/>
                    <a:pt x="13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6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84"/>
            <p:cNvSpPr/>
            <p:nvPr/>
          </p:nvSpPr>
          <p:spPr>
            <a:xfrm>
              <a:off x="863086" y="2381002"/>
              <a:ext cx="233669" cy="194463"/>
            </a:xfrm>
            <a:custGeom>
              <a:rect b="b" l="l" r="r" t="t"/>
              <a:pathLst>
                <a:path extrusionOk="0" h="124" w="149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5" y="2"/>
                    <a:pt x="38" y="2"/>
                  </a:cubicBezTo>
                  <a:cubicBezTo>
                    <a:pt x="50" y="2"/>
                    <a:pt x="61" y="2"/>
                    <a:pt x="73" y="2"/>
                  </a:cubicBezTo>
                  <a:cubicBezTo>
                    <a:pt x="99" y="0"/>
                    <a:pt x="122" y="0"/>
                    <a:pt x="147" y="2"/>
                  </a:cubicBezTo>
                  <a:cubicBezTo>
                    <a:pt x="149" y="2"/>
                    <a:pt x="149" y="2"/>
                    <a:pt x="149" y="2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0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0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5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6" y="8"/>
                  </a:cubicBezTo>
                  <a:cubicBezTo>
                    <a:pt x="65" y="8"/>
                    <a:pt x="52" y="6"/>
                    <a:pt x="40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84"/>
            <p:cNvSpPr/>
            <p:nvPr/>
          </p:nvSpPr>
          <p:spPr>
            <a:xfrm>
              <a:off x="889746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84"/>
            <p:cNvSpPr/>
            <p:nvPr/>
          </p:nvSpPr>
          <p:spPr>
            <a:xfrm>
              <a:off x="896019" y="2387275"/>
              <a:ext cx="0" cy="174076"/>
            </a:xfrm>
            <a:custGeom>
              <a:rect b="b" l="l" r="r" t="t"/>
              <a:pathLst>
                <a:path extrusionOk="0" fill="none" h="111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6"/>
                    <a:pt x="0" y="11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84"/>
            <p:cNvSpPr/>
            <p:nvPr/>
          </p:nvSpPr>
          <p:spPr>
            <a:xfrm>
              <a:off x="1081072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84"/>
            <p:cNvSpPr/>
            <p:nvPr/>
          </p:nvSpPr>
          <p:spPr>
            <a:xfrm>
              <a:off x="1084209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41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2" y="833"/>
                    <a:pt x="12" y="833"/>
                    <a:pt x="12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5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84"/>
            <p:cNvSpPr/>
            <p:nvPr/>
          </p:nvSpPr>
          <p:spPr>
            <a:xfrm>
              <a:off x="1087345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84"/>
            <p:cNvSpPr/>
            <p:nvPr/>
          </p:nvSpPr>
          <p:spPr>
            <a:xfrm>
              <a:off x="1110869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84"/>
            <p:cNvSpPr/>
            <p:nvPr/>
          </p:nvSpPr>
          <p:spPr>
            <a:xfrm>
              <a:off x="1305332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8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0" y="553"/>
                    <a:pt x="140" y="475"/>
                  </a:cubicBezTo>
                  <a:cubicBezTo>
                    <a:pt x="140" y="397"/>
                    <a:pt x="138" y="319"/>
                    <a:pt x="140" y="240"/>
                  </a:cubicBezTo>
                  <a:cubicBezTo>
                    <a:pt x="140" y="162"/>
                    <a:pt x="140" y="84"/>
                    <a:pt x="140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833"/>
                    <a:pt x="14" y="833"/>
                    <a:pt x="14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8" y="946"/>
                    <a:pt x="8" y="946"/>
                    <a:pt x="8" y="946"/>
                  </a:cubicBezTo>
                  <a:cubicBezTo>
                    <a:pt x="29" y="948"/>
                    <a:pt x="52" y="948"/>
                    <a:pt x="78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84"/>
            <p:cNvSpPr/>
            <p:nvPr/>
          </p:nvSpPr>
          <p:spPr>
            <a:xfrm>
              <a:off x="1308468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4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2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8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7" y="61"/>
                  </a:cubicBezTo>
                  <a:cubicBezTo>
                    <a:pt x="147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84"/>
            <p:cNvSpPr/>
            <p:nvPr/>
          </p:nvSpPr>
          <p:spPr>
            <a:xfrm>
              <a:off x="1330424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84"/>
            <p:cNvSpPr/>
            <p:nvPr/>
          </p:nvSpPr>
          <p:spPr>
            <a:xfrm>
              <a:off x="1521750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84"/>
            <p:cNvSpPr/>
            <p:nvPr/>
          </p:nvSpPr>
          <p:spPr>
            <a:xfrm>
              <a:off x="576096" y="787658"/>
              <a:ext cx="312082" cy="1905427"/>
            </a:xfrm>
            <a:custGeom>
              <a:rect b="b" l="l" r="r" t="t"/>
              <a:pathLst>
                <a:path extrusionOk="0" h="1215" w="199">
                  <a:moveTo>
                    <a:pt x="191" y="1211"/>
                  </a:moveTo>
                  <a:lnTo>
                    <a:pt x="191" y="1211"/>
                  </a:lnTo>
                  <a:cubicBezTo>
                    <a:pt x="99" y="1213"/>
                    <a:pt x="99" y="1213"/>
                    <a:pt x="99" y="1213"/>
                  </a:cubicBezTo>
                  <a:cubicBezTo>
                    <a:pt x="69" y="1213"/>
                    <a:pt x="38" y="1215"/>
                    <a:pt x="6" y="1215"/>
                  </a:cubicBezTo>
                  <a:cubicBezTo>
                    <a:pt x="2" y="1215"/>
                    <a:pt x="2" y="1215"/>
                    <a:pt x="2" y="1215"/>
                  </a:cubicBezTo>
                  <a:cubicBezTo>
                    <a:pt x="2" y="1211"/>
                    <a:pt x="2" y="1211"/>
                    <a:pt x="2" y="1211"/>
                  </a:cubicBezTo>
                  <a:cubicBezTo>
                    <a:pt x="0" y="1060"/>
                    <a:pt x="0" y="1060"/>
                    <a:pt x="0" y="1060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835"/>
                    <a:pt x="0" y="835"/>
                    <a:pt x="0" y="835"/>
                  </a:cubicBezTo>
                  <a:cubicBezTo>
                    <a:pt x="0" y="759"/>
                    <a:pt x="0" y="759"/>
                    <a:pt x="0" y="759"/>
                  </a:cubicBezTo>
                  <a:cubicBezTo>
                    <a:pt x="0" y="684"/>
                    <a:pt x="0" y="684"/>
                    <a:pt x="0" y="684"/>
                  </a:cubicBezTo>
                  <a:cubicBezTo>
                    <a:pt x="2" y="608"/>
                    <a:pt x="2" y="608"/>
                    <a:pt x="2" y="608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4" y="408"/>
                    <a:pt x="4" y="358"/>
                    <a:pt x="4" y="307"/>
                  </a:cubicBezTo>
                  <a:cubicBezTo>
                    <a:pt x="4" y="208"/>
                    <a:pt x="4" y="108"/>
                    <a:pt x="2" y="7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8" y="108"/>
                    <a:pt x="198" y="208"/>
                    <a:pt x="198" y="309"/>
                  </a:cubicBezTo>
                  <a:cubicBezTo>
                    <a:pt x="200" y="410"/>
                    <a:pt x="198" y="511"/>
                    <a:pt x="198" y="612"/>
                  </a:cubicBezTo>
                  <a:cubicBezTo>
                    <a:pt x="198" y="713"/>
                    <a:pt x="196" y="814"/>
                    <a:pt x="196" y="913"/>
                  </a:cubicBezTo>
                  <a:lnTo>
                    <a:pt x="191" y="1211"/>
                  </a:lnTo>
                  <a:moveTo>
                    <a:pt x="189" y="1209"/>
                  </a:moveTo>
                  <a:lnTo>
                    <a:pt x="189" y="1209"/>
                  </a:lnTo>
                  <a:cubicBezTo>
                    <a:pt x="185" y="906"/>
                    <a:pt x="185" y="906"/>
                    <a:pt x="185" y="906"/>
                  </a:cubicBezTo>
                  <a:cubicBezTo>
                    <a:pt x="185" y="806"/>
                    <a:pt x="183" y="705"/>
                    <a:pt x="183" y="606"/>
                  </a:cubicBezTo>
                  <a:cubicBezTo>
                    <a:pt x="183" y="505"/>
                    <a:pt x="181" y="406"/>
                    <a:pt x="181" y="307"/>
                  </a:cubicBezTo>
                  <a:cubicBezTo>
                    <a:pt x="183" y="206"/>
                    <a:pt x="183" y="108"/>
                    <a:pt x="183" y="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108"/>
                    <a:pt x="10" y="208"/>
                    <a:pt x="10" y="307"/>
                  </a:cubicBezTo>
                  <a:cubicBezTo>
                    <a:pt x="10" y="358"/>
                    <a:pt x="10" y="408"/>
                    <a:pt x="10" y="459"/>
                  </a:cubicBezTo>
                  <a:cubicBezTo>
                    <a:pt x="13" y="608"/>
                    <a:pt x="13" y="608"/>
                    <a:pt x="13" y="608"/>
                  </a:cubicBezTo>
                  <a:cubicBezTo>
                    <a:pt x="15" y="684"/>
                    <a:pt x="15" y="684"/>
                    <a:pt x="15" y="684"/>
                  </a:cubicBezTo>
                  <a:cubicBezTo>
                    <a:pt x="15" y="759"/>
                    <a:pt x="15" y="759"/>
                    <a:pt x="15" y="759"/>
                  </a:cubicBezTo>
                  <a:cubicBezTo>
                    <a:pt x="15" y="835"/>
                    <a:pt x="15" y="835"/>
                    <a:pt x="15" y="835"/>
                  </a:cubicBezTo>
                  <a:cubicBezTo>
                    <a:pt x="15" y="911"/>
                    <a:pt x="15" y="911"/>
                    <a:pt x="15" y="911"/>
                  </a:cubicBezTo>
                  <a:cubicBezTo>
                    <a:pt x="13" y="1060"/>
                    <a:pt x="13" y="1060"/>
                    <a:pt x="13" y="1060"/>
                  </a:cubicBezTo>
                  <a:cubicBezTo>
                    <a:pt x="10" y="1211"/>
                    <a:pt x="10" y="1211"/>
                    <a:pt x="10" y="1211"/>
                  </a:cubicBezTo>
                  <a:cubicBezTo>
                    <a:pt x="6" y="1205"/>
                    <a:pt x="6" y="1205"/>
                    <a:pt x="6" y="1205"/>
                  </a:cubicBezTo>
                  <a:cubicBezTo>
                    <a:pt x="38" y="1207"/>
                    <a:pt x="67" y="1207"/>
                    <a:pt x="97" y="1207"/>
                  </a:cubicBezTo>
                  <a:lnTo>
                    <a:pt x="189" y="120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84"/>
            <p:cNvSpPr/>
            <p:nvPr/>
          </p:nvSpPr>
          <p:spPr>
            <a:xfrm>
              <a:off x="582369" y="969575"/>
              <a:ext cx="296399" cy="59594"/>
            </a:xfrm>
            <a:custGeom>
              <a:rect b="b" l="l" r="r" t="t"/>
              <a:pathLst>
                <a:path extrusionOk="0" h="38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6"/>
                    <a:pt x="158" y="38"/>
                    <a:pt x="141" y="38"/>
                  </a:cubicBezTo>
                  <a:cubicBezTo>
                    <a:pt x="126" y="38"/>
                    <a:pt x="112" y="38"/>
                    <a:pt x="97" y="38"/>
                  </a:cubicBezTo>
                  <a:cubicBezTo>
                    <a:pt x="80" y="38"/>
                    <a:pt x="65" y="38"/>
                    <a:pt x="48" y="38"/>
                  </a:cubicBezTo>
                  <a:cubicBezTo>
                    <a:pt x="34" y="36"/>
                    <a:pt x="19" y="36"/>
                    <a:pt x="2" y="36"/>
                  </a:cubicBezTo>
                  <a:lnTo>
                    <a:pt x="2" y="36"/>
                  </a:lnTo>
                  <a:lnTo>
                    <a:pt x="2" y="36"/>
                  </a:ln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3"/>
                    <a:pt x="183" y="15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2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84"/>
            <p:cNvSpPr/>
            <p:nvPr/>
          </p:nvSpPr>
          <p:spPr>
            <a:xfrm>
              <a:off x="582369" y="110758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5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84"/>
            <p:cNvSpPr/>
            <p:nvPr/>
          </p:nvSpPr>
          <p:spPr>
            <a:xfrm>
              <a:off x="582369" y="2330818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6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6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6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6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84"/>
            <p:cNvSpPr/>
            <p:nvPr/>
          </p:nvSpPr>
          <p:spPr>
            <a:xfrm>
              <a:off x="582369" y="247039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5"/>
                  </a:moveTo>
                  <a:lnTo>
                    <a:pt x="187" y="35"/>
                  </a:lnTo>
                  <a:cubicBezTo>
                    <a:pt x="173" y="37"/>
                    <a:pt x="158" y="37"/>
                    <a:pt x="141" y="37"/>
                  </a:cubicBezTo>
                  <a:cubicBezTo>
                    <a:pt x="126" y="40"/>
                    <a:pt x="112" y="40"/>
                    <a:pt x="97" y="40"/>
                  </a:cubicBezTo>
                  <a:cubicBezTo>
                    <a:pt x="80" y="40"/>
                    <a:pt x="65" y="37"/>
                    <a:pt x="48" y="37"/>
                  </a:cubicBezTo>
                  <a:cubicBezTo>
                    <a:pt x="34" y="37"/>
                    <a:pt x="19" y="37"/>
                    <a:pt x="2" y="37"/>
                  </a:cubicBezTo>
                  <a:lnTo>
                    <a:pt x="2" y="37"/>
                  </a:lnTo>
                  <a:cubicBezTo>
                    <a:pt x="2" y="35"/>
                    <a:pt x="2" y="35"/>
                    <a:pt x="2" y="35"/>
                  </a:cubicBezTo>
                  <a:cubicBezTo>
                    <a:pt x="2" y="25"/>
                    <a:pt x="0" y="1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2"/>
                    <a:pt x="63" y="0"/>
                    <a:pt x="95" y="0"/>
                  </a:cubicBezTo>
                  <a:cubicBezTo>
                    <a:pt x="124" y="0"/>
                    <a:pt x="156" y="2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6"/>
                    <a:pt x="187" y="27"/>
                    <a:pt x="187" y="35"/>
                  </a:cubicBezTo>
                  <a:moveTo>
                    <a:pt x="185" y="35"/>
                  </a:moveTo>
                  <a:lnTo>
                    <a:pt x="185" y="35"/>
                  </a:lnTo>
                  <a:cubicBezTo>
                    <a:pt x="185" y="25"/>
                    <a:pt x="183" y="14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4"/>
                    <a:pt x="4" y="25"/>
                    <a:pt x="4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9" y="35"/>
                    <a:pt x="34" y="33"/>
                    <a:pt x="48" y="33"/>
                  </a:cubicBezTo>
                  <a:cubicBezTo>
                    <a:pt x="63" y="33"/>
                    <a:pt x="78" y="31"/>
                    <a:pt x="93" y="31"/>
                  </a:cubicBezTo>
                  <a:cubicBezTo>
                    <a:pt x="107" y="31"/>
                    <a:pt x="122" y="33"/>
                    <a:pt x="139" y="33"/>
                  </a:cubicBezTo>
                  <a:cubicBezTo>
                    <a:pt x="154" y="33"/>
                    <a:pt x="171" y="33"/>
                    <a:pt x="185" y="3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84"/>
            <p:cNvSpPr/>
            <p:nvPr/>
          </p:nvSpPr>
          <p:spPr>
            <a:xfrm>
              <a:off x="687442" y="1289499"/>
              <a:ext cx="84685" cy="293263"/>
            </a:xfrm>
            <a:custGeom>
              <a:rect b="b" l="l" r="r" t="t"/>
              <a:pathLst>
                <a:path extrusionOk="0" h="187" w="54">
                  <a:moveTo>
                    <a:pt x="53" y="185"/>
                  </a:moveTo>
                  <a:lnTo>
                    <a:pt x="53" y="185"/>
                  </a:lnTo>
                  <a:cubicBezTo>
                    <a:pt x="36" y="187"/>
                    <a:pt x="19" y="187"/>
                    <a:pt x="3" y="187"/>
                  </a:cubicBezTo>
                  <a:lnTo>
                    <a:pt x="3" y="187"/>
                  </a:lnTo>
                  <a:cubicBezTo>
                    <a:pt x="3" y="185"/>
                    <a:pt x="3" y="185"/>
                    <a:pt x="3" y="18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24"/>
                    <a:pt x="0" y="109"/>
                    <a:pt x="3" y="95"/>
                  </a:cubicBezTo>
                  <a:cubicBezTo>
                    <a:pt x="3" y="80"/>
                    <a:pt x="3" y="63"/>
                    <a:pt x="3" y="48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3" y="2"/>
                  </a:lnTo>
                  <a:lnTo>
                    <a:pt x="3" y="2"/>
                  </a:lnTo>
                  <a:cubicBezTo>
                    <a:pt x="51" y="0"/>
                    <a:pt x="51" y="0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34"/>
                    <a:pt x="55" y="65"/>
                    <a:pt x="53" y="95"/>
                  </a:cubicBezTo>
                  <a:cubicBezTo>
                    <a:pt x="53" y="126"/>
                    <a:pt x="53" y="156"/>
                    <a:pt x="53" y="185"/>
                  </a:cubicBezTo>
                  <a:moveTo>
                    <a:pt x="51" y="185"/>
                  </a:moveTo>
                  <a:lnTo>
                    <a:pt x="51" y="185"/>
                  </a:lnTo>
                  <a:cubicBezTo>
                    <a:pt x="51" y="92"/>
                    <a:pt x="51" y="92"/>
                    <a:pt x="51" y="92"/>
                  </a:cubicBezTo>
                  <a:cubicBezTo>
                    <a:pt x="49" y="63"/>
                    <a:pt x="49" y="34"/>
                    <a:pt x="51" y="2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63"/>
                    <a:pt x="5" y="80"/>
                    <a:pt x="5" y="95"/>
                  </a:cubicBezTo>
                  <a:cubicBezTo>
                    <a:pt x="5" y="109"/>
                    <a:pt x="5" y="124"/>
                    <a:pt x="5" y="141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19" y="185"/>
                    <a:pt x="34" y="185"/>
                    <a:pt x="51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84"/>
            <p:cNvSpPr/>
            <p:nvPr/>
          </p:nvSpPr>
          <p:spPr>
            <a:xfrm>
              <a:off x="1524887" y="1074648"/>
              <a:ext cx="688462" cy="1623141"/>
            </a:xfrm>
            <a:custGeom>
              <a:rect b="b" l="l" r="r" t="t"/>
              <a:pathLst>
                <a:path extrusionOk="0" h="1035" w="439">
                  <a:moveTo>
                    <a:pt x="429" y="1028"/>
                  </a:moveTo>
                  <a:lnTo>
                    <a:pt x="429" y="1028"/>
                  </a:lnTo>
                  <a:cubicBezTo>
                    <a:pt x="221" y="1032"/>
                    <a:pt x="221" y="1032"/>
                    <a:pt x="221" y="1032"/>
                  </a:cubicBezTo>
                  <a:cubicBezTo>
                    <a:pt x="114" y="1032"/>
                    <a:pt x="114" y="1032"/>
                    <a:pt x="114" y="1032"/>
                  </a:cubicBezTo>
                  <a:cubicBezTo>
                    <a:pt x="9" y="1035"/>
                    <a:pt x="9" y="1035"/>
                    <a:pt x="9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42"/>
                    <a:pt x="0" y="858"/>
                    <a:pt x="0" y="772"/>
                  </a:cubicBezTo>
                  <a:cubicBezTo>
                    <a:pt x="0" y="730"/>
                    <a:pt x="0" y="688"/>
                    <a:pt x="3" y="646"/>
                  </a:cubicBezTo>
                  <a:cubicBezTo>
                    <a:pt x="5" y="517"/>
                    <a:pt x="5" y="517"/>
                    <a:pt x="5" y="517"/>
                  </a:cubicBezTo>
                  <a:cubicBezTo>
                    <a:pt x="5" y="475"/>
                    <a:pt x="5" y="433"/>
                    <a:pt x="5" y="391"/>
                  </a:cubicBezTo>
                  <a:cubicBezTo>
                    <a:pt x="5" y="347"/>
                    <a:pt x="5" y="305"/>
                    <a:pt x="5" y="263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8" y="2"/>
                    <a:pt x="148" y="2"/>
                    <a:pt x="219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93"/>
                    <a:pt x="440" y="179"/>
                    <a:pt x="438" y="265"/>
                  </a:cubicBezTo>
                  <a:cubicBezTo>
                    <a:pt x="438" y="349"/>
                    <a:pt x="438" y="435"/>
                    <a:pt x="438" y="522"/>
                  </a:cubicBezTo>
                  <a:cubicBezTo>
                    <a:pt x="434" y="776"/>
                    <a:pt x="434" y="776"/>
                    <a:pt x="434" y="776"/>
                  </a:cubicBezTo>
                  <a:lnTo>
                    <a:pt x="429" y="1028"/>
                  </a:lnTo>
                  <a:moveTo>
                    <a:pt x="429" y="1026"/>
                  </a:moveTo>
                  <a:lnTo>
                    <a:pt x="429" y="1026"/>
                  </a:lnTo>
                  <a:cubicBezTo>
                    <a:pt x="425" y="770"/>
                    <a:pt x="425" y="770"/>
                    <a:pt x="425" y="770"/>
                  </a:cubicBezTo>
                  <a:cubicBezTo>
                    <a:pt x="423" y="515"/>
                    <a:pt x="423" y="515"/>
                    <a:pt x="423" y="515"/>
                  </a:cubicBezTo>
                  <a:cubicBezTo>
                    <a:pt x="421" y="429"/>
                    <a:pt x="421" y="345"/>
                    <a:pt x="421" y="261"/>
                  </a:cubicBezTo>
                  <a:cubicBezTo>
                    <a:pt x="421" y="177"/>
                    <a:pt x="421" y="93"/>
                    <a:pt x="421" y="9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219" y="15"/>
                    <a:pt x="219" y="15"/>
                    <a:pt x="219" y="15"/>
                  </a:cubicBezTo>
                  <a:cubicBezTo>
                    <a:pt x="148" y="15"/>
                    <a:pt x="78" y="13"/>
                    <a:pt x="9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05"/>
                    <a:pt x="11" y="347"/>
                    <a:pt x="11" y="391"/>
                  </a:cubicBezTo>
                  <a:cubicBezTo>
                    <a:pt x="11" y="433"/>
                    <a:pt x="11" y="475"/>
                    <a:pt x="13" y="517"/>
                  </a:cubicBezTo>
                  <a:cubicBezTo>
                    <a:pt x="13" y="646"/>
                    <a:pt x="13" y="646"/>
                    <a:pt x="13" y="646"/>
                  </a:cubicBezTo>
                  <a:cubicBezTo>
                    <a:pt x="15" y="688"/>
                    <a:pt x="15" y="730"/>
                    <a:pt x="15" y="772"/>
                  </a:cubicBezTo>
                  <a:cubicBezTo>
                    <a:pt x="15" y="858"/>
                    <a:pt x="15" y="942"/>
                    <a:pt x="15" y="1028"/>
                  </a:cubicBezTo>
                  <a:cubicBezTo>
                    <a:pt x="9" y="1020"/>
                    <a:pt x="9" y="1020"/>
                    <a:pt x="9" y="1020"/>
                  </a:cubicBezTo>
                  <a:cubicBezTo>
                    <a:pt x="112" y="1022"/>
                    <a:pt x="112" y="1022"/>
                    <a:pt x="112" y="1022"/>
                  </a:cubicBezTo>
                  <a:cubicBezTo>
                    <a:pt x="217" y="1022"/>
                    <a:pt x="217" y="1022"/>
                    <a:pt x="217" y="1022"/>
                  </a:cubicBezTo>
                  <a:lnTo>
                    <a:pt x="429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84"/>
            <p:cNvSpPr/>
            <p:nvPr/>
          </p:nvSpPr>
          <p:spPr>
            <a:xfrm>
              <a:off x="1620550" y="2205358"/>
              <a:ext cx="498703" cy="376381"/>
            </a:xfrm>
            <a:custGeom>
              <a:rect b="b" l="l" r="r" t="t"/>
              <a:pathLst>
                <a:path extrusionOk="0" h="240" w="318">
                  <a:moveTo>
                    <a:pt x="314" y="236"/>
                  </a:moveTo>
                  <a:lnTo>
                    <a:pt x="314" y="236"/>
                  </a:lnTo>
                  <a:cubicBezTo>
                    <a:pt x="236" y="238"/>
                    <a:pt x="236" y="238"/>
                    <a:pt x="236" y="238"/>
                  </a:cubicBezTo>
                  <a:cubicBezTo>
                    <a:pt x="211" y="238"/>
                    <a:pt x="186" y="238"/>
                    <a:pt x="158" y="238"/>
                  </a:cubicBezTo>
                  <a:cubicBezTo>
                    <a:pt x="133" y="238"/>
                    <a:pt x="108" y="240"/>
                    <a:pt x="80" y="240"/>
                  </a:cubicBezTo>
                  <a:cubicBezTo>
                    <a:pt x="55" y="240"/>
                    <a:pt x="30" y="238"/>
                    <a:pt x="3" y="238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196"/>
                    <a:pt x="3" y="158"/>
                    <a:pt x="3" y="120"/>
                  </a:cubicBezTo>
                  <a:cubicBezTo>
                    <a:pt x="3" y="80"/>
                    <a:pt x="0" y="42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5" y="0"/>
                    <a:pt x="106" y="0"/>
                    <a:pt x="158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23"/>
                    <a:pt x="316" y="42"/>
                    <a:pt x="316" y="63"/>
                  </a:cubicBezTo>
                  <a:cubicBezTo>
                    <a:pt x="316" y="120"/>
                    <a:pt x="316" y="120"/>
                    <a:pt x="316" y="120"/>
                  </a:cubicBezTo>
                  <a:lnTo>
                    <a:pt x="314" y="236"/>
                  </a:lnTo>
                  <a:moveTo>
                    <a:pt x="312" y="236"/>
                  </a:moveTo>
                  <a:lnTo>
                    <a:pt x="312" y="236"/>
                  </a:lnTo>
                  <a:cubicBezTo>
                    <a:pt x="309" y="118"/>
                    <a:pt x="309" y="118"/>
                    <a:pt x="309" y="118"/>
                  </a:cubicBezTo>
                  <a:cubicBezTo>
                    <a:pt x="309" y="61"/>
                    <a:pt x="309" y="61"/>
                    <a:pt x="309" y="61"/>
                  </a:cubicBezTo>
                  <a:cubicBezTo>
                    <a:pt x="309" y="42"/>
                    <a:pt x="309" y="23"/>
                    <a:pt x="309" y="5"/>
                  </a:cubicBezTo>
                  <a:cubicBezTo>
                    <a:pt x="314" y="9"/>
                    <a:pt x="314" y="9"/>
                    <a:pt x="314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06" y="7"/>
                    <a:pt x="55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2"/>
                    <a:pt x="5" y="80"/>
                    <a:pt x="5" y="120"/>
                  </a:cubicBezTo>
                  <a:cubicBezTo>
                    <a:pt x="5" y="158"/>
                    <a:pt x="5" y="196"/>
                    <a:pt x="7" y="236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28" y="232"/>
                    <a:pt x="55" y="232"/>
                    <a:pt x="80" y="232"/>
                  </a:cubicBezTo>
                  <a:cubicBezTo>
                    <a:pt x="106" y="232"/>
                    <a:pt x="131" y="232"/>
                    <a:pt x="156" y="232"/>
                  </a:cubicBezTo>
                  <a:cubicBezTo>
                    <a:pt x="234" y="234"/>
                    <a:pt x="234" y="234"/>
                    <a:pt x="234" y="234"/>
                  </a:cubicBezTo>
                  <a:lnTo>
                    <a:pt x="312" y="23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84"/>
            <p:cNvSpPr/>
            <p:nvPr/>
          </p:nvSpPr>
          <p:spPr>
            <a:xfrm>
              <a:off x="1532728" y="1408686"/>
              <a:ext cx="668075" cy="48616"/>
            </a:xfrm>
            <a:custGeom>
              <a:rect b="b" l="l" r="r" t="t"/>
              <a:pathLst>
                <a:path extrusionOk="0" h="31" w="426">
                  <a:moveTo>
                    <a:pt x="424" y="27"/>
                  </a:moveTo>
                  <a:lnTo>
                    <a:pt x="424" y="27"/>
                  </a:lnTo>
                  <a:cubicBezTo>
                    <a:pt x="391" y="29"/>
                    <a:pt x="357" y="29"/>
                    <a:pt x="321" y="29"/>
                  </a:cubicBezTo>
                  <a:cubicBezTo>
                    <a:pt x="286" y="29"/>
                    <a:pt x="250" y="31"/>
                    <a:pt x="216" y="31"/>
                  </a:cubicBezTo>
                  <a:cubicBezTo>
                    <a:pt x="181" y="29"/>
                    <a:pt x="145" y="29"/>
                    <a:pt x="109" y="29"/>
                  </a:cubicBezTo>
                  <a:cubicBezTo>
                    <a:pt x="73" y="27"/>
                    <a:pt x="37" y="29"/>
                    <a:pt x="4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7" y="0"/>
                    <a:pt x="73" y="0"/>
                    <a:pt x="109" y="0"/>
                  </a:cubicBezTo>
                  <a:cubicBezTo>
                    <a:pt x="143" y="0"/>
                    <a:pt x="178" y="0"/>
                    <a:pt x="214" y="0"/>
                  </a:cubicBezTo>
                  <a:cubicBezTo>
                    <a:pt x="250" y="0"/>
                    <a:pt x="284" y="0"/>
                    <a:pt x="319" y="0"/>
                  </a:cubicBezTo>
                  <a:cubicBezTo>
                    <a:pt x="355" y="0"/>
                    <a:pt x="389" y="2"/>
                    <a:pt x="424" y="2"/>
                  </a:cubicBezTo>
                  <a:cubicBezTo>
                    <a:pt x="426" y="2"/>
                    <a:pt x="426" y="2"/>
                    <a:pt x="426" y="2"/>
                  </a:cubicBezTo>
                  <a:cubicBezTo>
                    <a:pt x="426" y="4"/>
                    <a:pt x="426" y="4"/>
                    <a:pt x="426" y="4"/>
                  </a:cubicBezTo>
                  <a:lnTo>
                    <a:pt x="424" y="27"/>
                  </a:lnTo>
                  <a:moveTo>
                    <a:pt x="424" y="27"/>
                  </a:moveTo>
                  <a:lnTo>
                    <a:pt x="424" y="27"/>
                  </a:lnTo>
                  <a:cubicBezTo>
                    <a:pt x="424" y="4"/>
                    <a:pt x="424" y="4"/>
                    <a:pt x="424" y="4"/>
                  </a:cubicBezTo>
                  <a:lnTo>
                    <a:pt x="424" y="4"/>
                  </a:lnTo>
                  <a:cubicBezTo>
                    <a:pt x="389" y="6"/>
                    <a:pt x="355" y="6"/>
                    <a:pt x="319" y="8"/>
                  </a:cubicBezTo>
                  <a:cubicBezTo>
                    <a:pt x="284" y="8"/>
                    <a:pt x="250" y="8"/>
                    <a:pt x="214" y="8"/>
                  </a:cubicBezTo>
                  <a:cubicBezTo>
                    <a:pt x="178" y="8"/>
                    <a:pt x="143" y="8"/>
                    <a:pt x="109" y="8"/>
                  </a:cubicBezTo>
                  <a:cubicBezTo>
                    <a:pt x="73" y="8"/>
                    <a:pt x="37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37" y="25"/>
                    <a:pt x="73" y="25"/>
                    <a:pt x="109" y="25"/>
                  </a:cubicBezTo>
                  <a:cubicBezTo>
                    <a:pt x="143" y="25"/>
                    <a:pt x="178" y="23"/>
                    <a:pt x="212" y="23"/>
                  </a:cubicBezTo>
                  <a:cubicBezTo>
                    <a:pt x="248" y="23"/>
                    <a:pt x="281" y="25"/>
                    <a:pt x="317" y="25"/>
                  </a:cubicBezTo>
                  <a:cubicBezTo>
                    <a:pt x="353" y="25"/>
                    <a:pt x="389" y="25"/>
                    <a:pt x="424" y="2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84"/>
            <p:cNvSpPr/>
            <p:nvPr/>
          </p:nvSpPr>
          <p:spPr>
            <a:xfrm>
              <a:off x="1532728" y="2056374"/>
              <a:ext cx="668075" cy="47048"/>
            </a:xfrm>
            <a:custGeom>
              <a:rect b="b" l="l" r="r" t="t"/>
              <a:pathLst>
                <a:path extrusionOk="0" h="30" w="426">
                  <a:moveTo>
                    <a:pt x="424" y="28"/>
                  </a:moveTo>
                  <a:lnTo>
                    <a:pt x="424" y="28"/>
                  </a:lnTo>
                  <a:cubicBezTo>
                    <a:pt x="391" y="28"/>
                    <a:pt x="357" y="30"/>
                    <a:pt x="321" y="30"/>
                  </a:cubicBezTo>
                  <a:cubicBezTo>
                    <a:pt x="286" y="30"/>
                    <a:pt x="250" y="30"/>
                    <a:pt x="216" y="30"/>
                  </a:cubicBezTo>
                  <a:cubicBezTo>
                    <a:pt x="181" y="30"/>
                    <a:pt x="145" y="30"/>
                    <a:pt x="109" y="28"/>
                  </a:cubicBezTo>
                  <a:cubicBezTo>
                    <a:pt x="73" y="28"/>
                    <a:pt x="37" y="28"/>
                    <a:pt x="4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7" y="1"/>
                    <a:pt x="73" y="1"/>
                    <a:pt x="109" y="1"/>
                  </a:cubicBezTo>
                  <a:cubicBezTo>
                    <a:pt x="143" y="1"/>
                    <a:pt x="178" y="-1"/>
                    <a:pt x="214" y="1"/>
                  </a:cubicBezTo>
                  <a:cubicBezTo>
                    <a:pt x="250" y="1"/>
                    <a:pt x="284" y="1"/>
                    <a:pt x="319" y="1"/>
                  </a:cubicBezTo>
                  <a:cubicBezTo>
                    <a:pt x="355" y="1"/>
                    <a:pt x="389" y="3"/>
                    <a:pt x="424" y="3"/>
                  </a:cubicBezTo>
                  <a:cubicBezTo>
                    <a:pt x="426" y="3"/>
                    <a:pt x="426" y="3"/>
                    <a:pt x="426" y="3"/>
                  </a:cubicBezTo>
                  <a:cubicBezTo>
                    <a:pt x="426" y="5"/>
                    <a:pt x="426" y="5"/>
                    <a:pt x="426" y="5"/>
                  </a:cubicBezTo>
                  <a:lnTo>
                    <a:pt x="424" y="28"/>
                  </a:lnTo>
                  <a:moveTo>
                    <a:pt x="424" y="28"/>
                  </a:moveTo>
                  <a:lnTo>
                    <a:pt x="424" y="28"/>
                  </a:lnTo>
                  <a:cubicBezTo>
                    <a:pt x="424" y="5"/>
                    <a:pt x="424" y="5"/>
                    <a:pt x="424" y="5"/>
                  </a:cubicBezTo>
                  <a:lnTo>
                    <a:pt x="424" y="5"/>
                  </a:lnTo>
                  <a:cubicBezTo>
                    <a:pt x="389" y="7"/>
                    <a:pt x="355" y="7"/>
                    <a:pt x="319" y="7"/>
                  </a:cubicBezTo>
                  <a:cubicBezTo>
                    <a:pt x="284" y="9"/>
                    <a:pt x="250" y="9"/>
                    <a:pt x="214" y="9"/>
                  </a:cubicBezTo>
                  <a:cubicBezTo>
                    <a:pt x="178" y="9"/>
                    <a:pt x="143" y="9"/>
                    <a:pt x="109" y="9"/>
                  </a:cubicBezTo>
                  <a:cubicBezTo>
                    <a:pt x="73" y="7"/>
                    <a:pt x="37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7" y="26"/>
                    <a:pt x="73" y="26"/>
                    <a:pt x="109" y="26"/>
                  </a:cubicBezTo>
                  <a:cubicBezTo>
                    <a:pt x="143" y="26"/>
                    <a:pt x="178" y="24"/>
                    <a:pt x="212" y="24"/>
                  </a:cubicBezTo>
                  <a:cubicBezTo>
                    <a:pt x="248" y="24"/>
                    <a:pt x="281" y="24"/>
                    <a:pt x="317" y="24"/>
                  </a:cubicBezTo>
                  <a:cubicBezTo>
                    <a:pt x="353" y="26"/>
                    <a:pt x="389" y="26"/>
                    <a:pt x="424" y="2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84"/>
            <p:cNvSpPr/>
            <p:nvPr/>
          </p:nvSpPr>
          <p:spPr>
            <a:xfrm>
              <a:off x="2205507" y="1170312"/>
              <a:ext cx="368539" cy="1516500"/>
            </a:xfrm>
            <a:custGeom>
              <a:rect b="b" l="l" r="r" t="t"/>
              <a:pathLst>
                <a:path extrusionOk="0" h="967" w="235">
                  <a:moveTo>
                    <a:pt x="235" y="948"/>
                  </a:moveTo>
                  <a:lnTo>
                    <a:pt x="235" y="948"/>
                  </a:lnTo>
                  <a:cubicBezTo>
                    <a:pt x="166" y="959"/>
                    <a:pt x="166" y="959"/>
                    <a:pt x="166" y="959"/>
                  </a:cubicBezTo>
                  <a:cubicBezTo>
                    <a:pt x="143" y="961"/>
                    <a:pt x="120" y="963"/>
                    <a:pt x="94" y="967"/>
                  </a:cubicBezTo>
                  <a:cubicBezTo>
                    <a:pt x="90" y="967"/>
                    <a:pt x="90" y="967"/>
                    <a:pt x="90" y="967"/>
                  </a:cubicBezTo>
                  <a:cubicBezTo>
                    <a:pt x="90" y="963"/>
                    <a:pt x="90" y="963"/>
                    <a:pt x="90" y="963"/>
                  </a:cubicBezTo>
                  <a:cubicBezTo>
                    <a:pt x="77" y="845"/>
                    <a:pt x="77" y="845"/>
                    <a:pt x="77" y="845"/>
                  </a:cubicBezTo>
                  <a:cubicBezTo>
                    <a:pt x="65" y="728"/>
                    <a:pt x="65" y="728"/>
                    <a:pt x="65" y="728"/>
                  </a:cubicBezTo>
                  <a:cubicBezTo>
                    <a:pt x="59" y="669"/>
                    <a:pt x="59" y="669"/>
                    <a:pt x="59" y="669"/>
                  </a:cubicBezTo>
                  <a:cubicBezTo>
                    <a:pt x="54" y="610"/>
                    <a:pt x="54" y="610"/>
                    <a:pt x="54" y="610"/>
                  </a:cubicBezTo>
                  <a:cubicBezTo>
                    <a:pt x="48" y="551"/>
                    <a:pt x="48" y="551"/>
                    <a:pt x="48" y="551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33" y="374"/>
                    <a:pt x="33" y="374"/>
                    <a:pt x="33" y="374"/>
                  </a:cubicBezTo>
                  <a:cubicBezTo>
                    <a:pt x="31" y="334"/>
                    <a:pt x="27" y="297"/>
                    <a:pt x="25" y="257"/>
                  </a:cubicBezTo>
                  <a:cubicBezTo>
                    <a:pt x="16" y="179"/>
                    <a:pt x="8" y="99"/>
                    <a:pt x="0" y="2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60" y="86"/>
                    <a:pt x="168" y="164"/>
                    <a:pt x="176" y="244"/>
                  </a:cubicBezTo>
                  <a:cubicBezTo>
                    <a:pt x="185" y="322"/>
                    <a:pt x="191" y="402"/>
                    <a:pt x="197" y="480"/>
                  </a:cubicBezTo>
                  <a:cubicBezTo>
                    <a:pt x="206" y="559"/>
                    <a:pt x="212" y="637"/>
                    <a:pt x="218" y="717"/>
                  </a:cubicBezTo>
                  <a:lnTo>
                    <a:pt x="235" y="948"/>
                  </a:lnTo>
                  <a:moveTo>
                    <a:pt x="235" y="948"/>
                  </a:moveTo>
                  <a:lnTo>
                    <a:pt x="235" y="948"/>
                  </a:lnTo>
                  <a:cubicBezTo>
                    <a:pt x="208" y="711"/>
                    <a:pt x="208" y="711"/>
                    <a:pt x="208" y="711"/>
                  </a:cubicBezTo>
                  <a:cubicBezTo>
                    <a:pt x="199" y="631"/>
                    <a:pt x="189" y="553"/>
                    <a:pt x="183" y="475"/>
                  </a:cubicBezTo>
                  <a:cubicBezTo>
                    <a:pt x="174" y="398"/>
                    <a:pt x="166" y="320"/>
                    <a:pt x="160" y="242"/>
                  </a:cubicBezTo>
                  <a:cubicBezTo>
                    <a:pt x="151" y="164"/>
                    <a:pt x="145" y="86"/>
                    <a:pt x="138" y="9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4" y="99"/>
                    <a:pt x="21" y="177"/>
                    <a:pt x="29" y="257"/>
                  </a:cubicBezTo>
                  <a:cubicBezTo>
                    <a:pt x="33" y="294"/>
                    <a:pt x="37" y="334"/>
                    <a:pt x="42" y="374"/>
                  </a:cubicBezTo>
                  <a:cubicBezTo>
                    <a:pt x="54" y="490"/>
                    <a:pt x="54" y="490"/>
                    <a:pt x="54" y="490"/>
                  </a:cubicBezTo>
                  <a:cubicBezTo>
                    <a:pt x="63" y="549"/>
                    <a:pt x="63" y="549"/>
                    <a:pt x="63" y="549"/>
                  </a:cubicBezTo>
                  <a:cubicBezTo>
                    <a:pt x="67" y="608"/>
                    <a:pt x="67" y="608"/>
                    <a:pt x="67" y="608"/>
                  </a:cubicBezTo>
                  <a:cubicBezTo>
                    <a:pt x="73" y="667"/>
                    <a:pt x="73" y="667"/>
                    <a:pt x="73" y="667"/>
                  </a:cubicBezTo>
                  <a:cubicBezTo>
                    <a:pt x="80" y="726"/>
                    <a:pt x="80" y="726"/>
                    <a:pt x="80" y="726"/>
                  </a:cubicBezTo>
                  <a:cubicBezTo>
                    <a:pt x="90" y="843"/>
                    <a:pt x="90" y="843"/>
                    <a:pt x="90" y="843"/>
                  </a:cubicBezTo>
                  <a:cubicBezTo>
                    <a:pt x="98" y="961"/>
                    <a:pt x="98" y="961"/>
                    <a:pt x="98" y="961"/>
                  </a:cubicBezTo>
                  <a:cubicBezTo>
                    <a:pt x="94" y="957"/>
                    <a:pt x="94" y="957"/>
                    <a:pt x="94" y="957"/>
                  </a:cubicBezTo>
                  <a:cubicBezTo>
                    <a:pt x="117" y="957"/>
                    <a:pt x="141" y="955"/>
                    <a:pt x="164" y="953"/>
                  </a:cubicBezTo>
                  <a:lnTo>
                    <a:pt x="235" y="94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84"/>
            <p:cNvSpPr/>
            <p:nvPr/>
          </p:nvSpPr>
          <p:spPr>
            <a:xfrm>
              <a:off x="2313716" y="2228882"/>
              <a:ext cx="247783" cy="304241"/>
            </a:xfrm>
            <a:custGeom>
              <a:rect b="b" l="l" r="r" t="t"/>
              <a:pathLst>
                <a:path extrusionOk="0" h="194" w="158">
                  <a:moveTo>
                    <a:pt x="158" y="177"/>
                  </a:moveTo>
                  <a:lnTo>
                    <a:pt x="158" y="177"/>
                  </a:lnTo>
                  <a:cubicBezTo>
                    <a:pt x="137" y="179"/>
                    <a:pt x="114" y="183"/>
                    <a:pt x="91" y="185"/>
                  </a:cubicBezTo>
                  <a:cubicBezTo>
                    <a:pt x="67" y="189"/>
                    <a:pt x="44" y="191"/>
                    <a:pt x="21" y="194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3" y="162"/>
                    <a:pt x="13" y="133"/>
                    <a:pt x="11" y="105"/>
                  </a:cubicBezTo>
                  <a:cubicBezTo>
                    <a:pt x="8" y="76"/>
                    <a:pt x="4" y="48"/>
                    <a:pt x="0" y="1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5" y="13"/>
                    <a:pt x="48" y="11"/>
                    <a:pt x="72" y="8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7" y="34"/>
                    <a:pt x="149" y="63"/>
                    <a:pt x="151" y="91"/>
                  </a:cubicBezTo>
                  <a:cubicBezTo>
                    <a:pt x="155" y="135"/>
                    <a:pt x="155" y="135"/>
                    <a:pt x="155" y="135"/>
                  </a:cubicBezTo>
                  <a:lnTo>
                    <a:pt x="158" y="177"/>
                  </a:lnTo>
                  <a:moveTo>
                    <a:pt x="158" y="175"/>
                  </a:moveTo>
                  <a:lnTo>
                    <a:pt x="158" y="175"/>
                  </a:lnTo>
                  <a:cubicBezTo>
                    <a:pt x="151" y="133"/>
                    <a:pt x="151" y="133"/>
                    <a:pt x="151" y="133"/>
                  </a:cubicBezTo>
                  <a:cubicBezTo>
                    <a:pt x="145" y="91"/>
                    <a:pt x="145" y="91"/>
                    <a:pt x="145" y="91"/>
                  </a:cubicBezTo>
                  <a:cubicBezTo>
                    <a:pt x="141" y="61"/>
                    <a:pt x="139" y="34"/>
                    <a:pt x="135" y="6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48" y="17"/>
                    <a:pt x="25" y="19"/>
                    <a:pt x="2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46"/>
                    <a:pt x="11" y="76"/>
                    <a:pt x="13" y="105"/>
                  </a:cubicBezTo>
                  <a:cubicBezTo>
                    <a:pt x="17" y="133"/>
                    <a:pt x="21" y="162"/>
                    <a:pt x="23" y="189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42" y="183"/>
                    <a:pt x="65" y="183"/>
                    <a:pt x="86" y="181"/>
                  </a:cubicBezTo>
                  <a:cubicBezTo>
                    <a:pt x="109" y="179"/>
                    <a:pt x="132" y="177"/>
                    <a:pt x="158" y="17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4825" lIns="90000" spcFirstLastPara="1" rIns="90000" wrap="square" tIns="248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84"/>
            <p:cNvSpPr/>
            <p:nvPr/>
          </p:nvSpPr>
          <p:spPr>
            <a:xfrm>
              <a:off x="2323126" y="2264951"/>
              <a:ext cx="23524" cy="254057"/>
            </a:xfrm>
            <a:custGeom>
              <a:rect b="b" l="l" r="r" t="t"/>
              <a:pathLst>
                <a:path extrusionOk="0" fill="none" h="162" w="15">
                  <a:moveTo>
                    <a:pt x="0" y="0"/>
                  </a:moveTo>
                  <a:lnTo>
                    <a:pt x="0" y="0"/>
                  </a:lnTo>
                  <a:cubicBezTo>
                    <a:pt x="5" y="55"/>
                    <a:pt x="9" y="110"/>
                    <a:pt x="15" y="16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12600" lIns="90700" spcFirstLastPara="1" rIns="90700" wrap="square" tIns="12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84"/>
            <p:cNvSpPr/>
            <p:nvPr/>
          </p:nvSpPr>
          <p:spPr>
            <a:xfrm>
              <a:off x="2227463" y="1331842"/>
              <a:ext cx="221123" cy="62730"/>
            </a:xfrm>
            <a:custGeom>
              <a:rect b="b" l="l" r="r" t="t"/>
              <a:pathLst>
                <a:path extrusionOk="0" h="40" w="141">
                  <a:moveTo>
                    <a:pt x="141" y="25"/>
                  </a:moveTo>
                  <a:lnTo>
                    <a:pt x="141" y="25"/>
                  </a:lnTo>
                  <a:cubicBezTo>
                    <a:pt x="131" y="28"/>
                    <a:pt x="120" y="28"/>
                    <a:pt x="110" y="30"/>
                  </a:cubicBezTo>
                  <a:cubicBezTo>
                    <a:pt x="97" y="32"/>
                    <a:pt x="87" y="34"/>
                    <a:pt x="74" y="34"/>
                  </a:cubicBezTo>
                  <a:cubicBezTo>
                    <a:pt x="63" y="36"/>
                    <a:pt x="51" y="36"/>
                    <a:pt x="38" y="36"/>
                  </a:cubicBezTo>
                  <a:cubicBezTo>
                    <a:pt x="28" y="38"/>
                    <a:pt x="15" y="38"/>
                    <a:pt x="5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2"/>
                    <a:pt x="0" y="23"/>
                    <a:pt x="0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3" y="9"/>
                    <a:pt x="47" y="7"/>
                    <a:pt x="70" y="4"/>
                  </a:cubicBezTo>
                  <a:cubicBezTo>
                    <a:pt x="80" y="2"/>
                    <a:pt x="93" y="2"/>
                    <a:pt x="103" y="2"/>
                  </a:cubicBezTo>
                  <a:cubicBezTo>
                    <a:pt x="116" y="0"/>
                    <a:pt x="127" y="0"/>
                    <a:pt x="139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9"/>
                    <a:pt x="141" y="17"/>
                    <a:pt x="141" y="25"/>
                  </a:cubicBezTo>
                  <a:moveTo>
                    <a:pt x="141" y="23"/>
                  </a:moveTo>
                  <a:lnTo>
                    <a:pt x="141" y="23"/>
                  </a:lnTo>
                  <a:cubicBezTo>
                    <a:pt x="139" y="15"/>
                    <a:pt x="137" y="9"/>
                    <a:pt x="137" y="2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29" y="7"/>
                    <a:pt x="116" y="9"/>
                    <a:pt x="106" y="9"/>
                  </a:cubicBezTo>
                  <a:cubicBezTo>
                    <a:pt x="93" y="11"/>
                    <a:pt x="82" y="13"/>
                    <a:pt x="72" y="13"/>
                  </a:cubicBezTo>
                  <a:cubicBezTo>
                    <a:pt x="49" y="15"/>
                    <a:pt x="26" y="17"/>
                    <a:pt x="2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23"/>
                    <a:pt x="5" y="30"/>
                    <a:pt x="7" y="38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15" y="36"/>
                    <a:pt x="28" y="34"/>
                    <a:pt x="38" y="32"/>
                  </a:cubicBezTo>
                  <a:cubicBezTo>
                    <a:pt x="49" y="32"/>
                    <a:pt x="59" y="30"/>
                    <a:pt x="72" y="28"/>
                  </a:cubicBezTo>
                  <a:cubicBezTo>
                    <a:pt x="82" y="28"/>
                    <a:pt x="93" y="25"/>
                    <a:pt x="106" y="25"/>
                  </a:cubicBezTo>
                  <a:cubicBezTo>
                    <a:pt x="116" y="25"/>
                    <a:pt x="129" y="23"/>
                    <a:pt x="141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84"/>
            <p:cNvSpPr/>
            <p:nvPr/>
          </p:nvSpPr>
          <p:spPr>
            <a:xfrm>
              <a:off x="427112" y="2818544"/>
              <a:ext cx="307377" cy="310514"/>
            </a:xfrm>
            <a:custGeom>
              <a:rect b="b" l="l" r="r" t="t"/>
              <a:pathLst>
                <a:path extrusionOk="0" h="198" w="196">
                  <a:moveTo>
                    <a:pt x="192" y="196"/>
                  </a:moveTo>
                  <a:lnTo>
                    <a:pt x="192" y="196"/>
                  </a:lnTo>
                  <a:cubicBezTo>
                    <a:pt x="162" y="196"/>
                    <a:pt x="131" y="196"/>
                    <a:pt x="99" y="198"/>
                  </a:cubicBezTo>
                  <a:cubicBezTo>
                    <a:pt x="51" y="198"/>
                    <a:pt x="51" y="198"/>
                    <a:pt x="51" y="198"/>
                  </a:cubicBezTo>
                  <a:cubicBezTo>
                    <a:pt x="36" y="198"/>
                    <a:pt x="19" y="198"/>
                    <a:pt x="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3" y="131"/>
                    <a:pt x="3" y="99"/>
                  </a:cubicBezTo>
                  <a:cubicBezTo>
                    <a:pt x="3" y="85"/>
                    <a:pt x="3" y="68"/>
                    <a:pt x="3" y="51"/>
                  </a:cubicBezTo>
                  <a:cubicBezTo>
                    <a:pt x="3" y="36"/>
                    <a:pt x="3" y="19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6" y="0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2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36"/>
                    <a:pt x="196" y="68"/>
                    <a:pt x="196" y="101"/>
                  </a:cubicBezTo>
                  <a:lnTo>
                    <a:pt x="192" y="196"/>
                  </a:lnTo>
                  <a:moveTo>
                    <a:pt x="192" y="194"/>
                  </a:moveTo>
                  <a:lnTo>
                    <a:pt x="192" y="194"/>
                  </a:lnTo>
                  <a:cubicBezTo>
                    <a:pt x="190" y="97"/>
                    <a:pt x="190" y="97"/>
                    <a:pt x="190" y="97"/>
                  </a:cubicBezTo>
                  <a:cubicBezTo>
                    <a:pt x="190" y="66"/>
                    <a:pt x="187" y="36"/>
                    <a:pt x="187" y="5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77" y="9"/>
                    <a:pt x="160" y="9"/>
                    <a:pt x="145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65" y="7"/>
                    <a:pt x="36" y="7"/>
                    <a:pt x="5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19"/>
                    <a:pt x="5" y="36"/>
                    <a:pt x="5" y="51"/>
                  </a:cubicBezTo>
                  <a:cubicBezTo>
                    <a:pt x="5" y="68"/>
                    <a:pt x="5" y="85"/>
                    <a:pt x="5" y="99"/>
                  </a:cubicBezTo>
                  <a:cubicBezTo>
                    <a:pt x="5" y="131"/>
                    <a:pt x="7" y="162"/>
                    <a:pt x="7" y="194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19" y="192"/>
                    <a:pt x="34" y="192"/>
                    <a:pt x="51" y="192"/>
                  </a:cubicBezTo>
                  <a:cubicBezTo>
                    <a:pt x="97" y="192"/>
                    <a:pt x="97" y="192"/>
                    <a:pt x="97" y="192"/>
                  </a:cubicBezTo>
                  <a:cubicBezTo>
                    <a:pt x="129" y="192"/>
                    <a:pt x="160" y="194"/>
                    <a:pt x="192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84"/>
            <p:cNvSpPr/>
            <p:nvPr/>
          </p:nvSpPr>
          <p:spPr>
            <a:xfrm>
              <a:off x="474160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8" y="23"/>
                    <a:pt x="8" y="46"/>
                    <a:pt x="8" y="71"/>
                  </a:cubicBezTo>
                  <a:cubicBezTo>
                    <a:pt x="8" y="94"/>
                    <a:pt x="8" y="120"/>
                    <a:pt x="4" y="143"/>
                  </a:cubicBezTo>
                  <a:cubicBezTo>
                    <a:pt x="2" y="120"/>
                    <a:pt x="0" y="94"/>
                    <a:pt x="0" y="71"/>
                  </a:cubicBezTo>
                  <a:cubicBezTo>
                    <a:pt x="0" y="46"/>
                    <a:pt x="2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84"/>
            <p:cNvSpPr/>
            <p:nvPr/>
          </p:nvSpPr>
          <p:spPr>
            <a:xfrm>
              <a:off x="503956" y="2826386"/>
              <a:ext cx="12546" cy="147416"/>
            </a:xfrm>
            <a:custGeom>
              <a:rect b="b" l="l" r="r" t="t"/>
              <a:pathLst>
                <a:path extrusionOk="0" h="94" w="8">
                  <a:moveTo>
                    <a:pt x="4" y="0"/>
                  </a:moveTo>
                  <a:lnTo>
                    <a:pt x="4" y="0"/>
                  </a:lnTo>
                  <a:cubicBezTo>
                    <a:pt x="6" y="14"/>
                    <a:pt x="8" y="31"/>
                    <a:pt x="8" y="46"/>
                  </a:cubicBezTo>
                  <a:cubicBezTo>
                    <a:pt x="8" y="63"/>
                    <a:pt x="6" y="80"/>
                    <a:pt x="4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84"/>
            <p:cNvSpPr/>
            <p:nvPr/>
          </p:nvSpPr>
          <p:spPr>
            <a:xfrm>
              <a:off x="641962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4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84"/>
            <p:cNvSpPr/>
            <p:nvPr/>
          </p:nvSpPr>
          <p:spPr>
            <a:xfrm>
              <a:off x="566686" y="2954982"/>
              <a:ext cx="12546" cy="120755"/>
            </a:xfrm>
            <a:custGeom>
              <a:rect b="b" l="l" r="r" t="t"/>
              <a:pathLst>
                <a:path extrusionOk="0" h="77" w="8">
                  <a:moveTo>
                    <a:pt x="4" y="0"/>
                  </a:moveTo>
                  <a:lnTo>
                    <a:pt x="4" y="0"/>
                  </a:lnTo>
                  <a:cubicBezTo>
                    <a:pt x="8" y="12"/>
                    <a:pt x="8" y="27"/>
                    <a:pt x="8" y="40"/>
                  </a:cubicBezTo>
                  <a:cubicBezTo>
                    <a:pt x="8" y="52"/>
                    <a:pt x="8" y="65"/>
                    <a:pt x="4" y="77"/>
                  </a:cubicBezTo>
                  <a:cubicBezTo>
                    <a:pt x="2" y="65"/>
                    <a:pt x="0" y="52"/>
                    <a:pt x="0" y="40"/>
                  </a:cubicBezTo>
                  <a:cubicBezTo>
                    <a:pt x="0" y="27"/>
                    <a:pt x="2" y="12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84"/>
            <p:cNvSpPr/>
            <p:nvPr/>
          </p:nvSpPr>
          <p:spPr>
            <a:xfrm>
              <a:off x="7989212" y="28185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84"/>
            <p:cNvSpPr/>
            <p:nvPr/>
          </p:nvSpPr>
          <p:spPr>
            <a:xfrm>
              <a:off x="8064488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84"/>
            <p:cNvSpPr/>
            <p:nvPr/>
          </p:nvSpPr>
          <p:spPr>
            <a:xfrm>
              <a:off x="8094285" y="28263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84"/>
            <p:cNvSpPr/>
            <p:nvPr/>
          </p:nvSpPr>
          <p:spPr>
            <a:xfrm>
              <a:off x="8232291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84"/>
            <p:cNvSpPr/>
            <p:nvPr/>
          </p:nvSpPr>
          <p:spPr>
            <a:xfrm>
              <a:off x="8169561" y="28781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84"/>
            <p:cNvSpPr/>
            <p:nvPr/>
          </p:nvSpPr>
          <p:spPr>
            <a:xfrm>
              <a:off x="5253" y="2671129"/>
              <a:ext cx="8705356" cy="164667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84"/>
            <p:cNvSpPr/>
            <p:nvPr/>
          </p:nvSpPr>
          <p:spPr>
            <a:xfrm>
              <a:off x="11526" y="2719744"/>
              <a:ext cx="1800351" cy="10978"/>
            </a:xfrm>
            <a:custGeom>
              <a:rect b="b" l="l" r="r" t="t"/>
              <a:pathLst>
                <a:path extrusionOk="0" h="7" w="1148">
                  <a:moveTo>
                    <a:pt x="0" y="2"/>
                  </a:moveTo>
                  <a:lnTo>
                    <a:pt x="0" y="2"/>
                  </a:lnTo>
                  <a:cubicBezTo>
                    <a:pt x="97" y="0"/>
                    <a:pt x="192" y="0"/>
                    <a:pt x="288" y="0"/>
                  </a:cubicBezTo>
                  <a:cubicBezTo>
                    <a:pt x="337" y="0"/>
                    <a:pt x="383" y="2"/>
                    <a:pt x="431" y="2"/>
                  </a:cubicBezTo>
                  <a:cubicBezTo>
                    <a:pt x="480" y="2"/>
                    <a:pt x="526" y="2"/>
                    <a:pt x="575" y="2"/>
                  </a:cubicBezTo>
                  <a:cubicBezTo>
                    <a:pt x="671" y="0"/>
                    <a:pt x="766" y="0"/>
                    <a:pt x="863" y="0"/>
                  </a:cubicBezTo>
                  <a:cubicBezTo>
                    <a:pt x="909" y="0"/>
                    <a:pt x="957" y="0"/>
                    <a:pt x="1005" y="0"/>
                  </a:cubicBezTo>
                  <a:cubicBezTo>
                    <a:pt x="1054" y="2"/>
                    <a:pt x="1100" y="2"/>
                    <a:pt x="1148" y="2"/>
                  </a:cubicBezTo>
                  <a:cubicBezTo>
                    <a:pt x="1148" y="5"/>
                    <a:pt x="1148" y="5"/>
                    <a:pt x="1148" y="5"/>
                  </a:cubicBezTo>
                  <a:cubicBezTo>
                    <a:pt x="1100" y="5"/>
                    <a:pt x="1054" y="5"/>
                    <a:pt x="1005" y="7"/>
                  </a:cubicBezTo>
                  <a:cubicBezTo>
                    <a:pt x="957" y="7"/>
                    <a:pt x="909" y="7"/>
                    <a:pt x="863" y="7"/>
                  </a:cubicBezTo>
                  <a:cubicBezTo>
                    <a:pt x="766" y="7"/>
                    <a:pt x="671" y="7"/>
                    <a:pt x="575" y="5"/>
                  </a:cubicBezTo>
                  <a:cubicBezTo>
                    <a:pt x="526" y="5"/>
                    <a:pt x="480" y="5"/>
                    <a:pt x="431" y="5"/>
                  </a:cubicBezTo>
                  <a:cubicBezTo>
                    <a:pt x="383" y="5"/>
                    <a:pt x="337" y="7"/>
                    <a:pt x="288" y="7"/>
                  </a:cubicBezTo>
                  <a:cubicBezTo>
                    <a:pt x="192" y="7"/>
                    <a:pt x="97" y="7"/>
                    <a:pt x="0" y="5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84"/>
            <p:cNvSpPr/>
            <p:nvPr/>
          </p:nvSpPr>
          <p:spPr>
            <a:xfrm>
              <a:off x="6903983" y="27495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84"/>
            <p:cNvSpPr/>
            <p:nvPr/>
          </p:nvSpPr>
          <p:spPr>
            <a:xfrm>
              <a:off x="671759" y="2746405"/>
              <a:ext cx="953496" cy="10978"/>
            </a:xfrm>
            <a:custGeom>
              <a:rect b="b" l="l" r="r" t="t"/>
              <a:pathLst>
                <a:path extrusionOk="0" h="7" w="608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4" y="2"/>
                  </a:cubicBezTo>
                  <a:cubicBezTo>
                    <a:pt x="179" y="2"/>
                    <a:pt x="204" y="2"/>
                    <a:pt x="229" y="2"/>
                  </a:cubicBezTo>
                  <a:cubicBezTo>
                    <a:pt x="254" y="4"/>
                    <a:pt x="280" y="2"/>
                    <a:pt x="305" y="2"/>
                  </a:cubicBezTo>
                  <a:cubicBezTo>
                    <a:pt x="355" y="2"/>
                    <a:pt x="406" y="0"/>
                    <a:pt x="456" y="0"/>
                  </a:cubicBezTo>
                  <a:cubicBezTo>
                    <a:pt x="507" y="0"/>
                    <a:pt x="557" y="2"/>
                    <a:pt x="608" y="4"/>
                  </a:cubicBezTo>
                  <a:lnTo>
                    <a:pt x="608" y="4"/>
                  </a:lnTo>
                  <a:cubicBezTo>
                    <a:pt x="557" y="6"/>
                    <a:pt x="507" y="6"/>
                    <a:pt x="456" y="6"/>
                  </a:cubicBezTo>
                  <a:cubicBezTo>
                    <a:pt x="406" y="9"/>
                    <a:pt x="355" y="6"/>
                    <a:pt x="305" y="6"/>
                  </a:cubicBezTo>
                  <a:cubicBezTo>
                    <a:pt x="280" y="6"/>
                    <a:pt x="254" y="4"/>
                    <a:pt x="229" y="4"/>
                  </a:cubicBezTo>
                  <a:cubicBezTo>
                    <a:pt x="204" y="6"/>
                    <a:pt x="179" y="6"/>
                    <a:pt x="154" y="6"/>
                  </a:cubicBezTo>
                  <a:cubicBezTo>
                    <a:pt x="101" y="6"/>
                    <a:pt x="50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84"/>
            <p:cNvSpPr/>
            <p:nvPr/>
          </p:nvSpPr>
          <p:spPr>
            <a:xfrm>
              <a:off x="2702642" y="2769929"/>
              <a:ext cx="953496" cy="12546"/>
            </a:xfrm>
            <a:custGeom>
              <a:rect b="b" l="l" r="r" t="t"/>
              <a:pathLst>
                <a:path extrusionOk="0" h="8" w="608">
                  <a:moveTo>
                    <a:pt x="0" y="4"/>
                  </a:moveTo>
                  <a:lnTo>
                    <a:pt x="0" y="4"/>
                  </a:lnTo>
                  <a:cubicBezTo>
                    <a:pt x="51" y="0"/>
                    <a:pt x="101" y="0"/>
                    <a:pt x="152" y="0"/>
                  </a:cubicBezTo>
                  <a:cubicBezTo>
                    <a:pt x="177" y="2"/>
                    <a:pt x="202" y="2"/>
                    <a:pt x="227" y="2"/>
                  </a:cubicBezTo>
                  <a:cubicBezTo>
                    <a:pt x="252" y="2"/>
                    <a:pt x="278" y="2"/>
                    <a:pt x="303" y="2"/>
                  </a:cubicBezTo>
                  <a:cubicBezTo>
                    <a:pt x="353" y="0"/>
                    <a:pt x="404" y="0"/>
                    <a:pt x="454" y="0"/>
                  </a:cubicBezTo>
                  <a:cubicBezTo>
                    <a:pt x="505" y="0"/>
                    <a:pt x="555" y="2"/>
                    <a:pt x="608" y="4"/>
                  </a:cubicBezTo>
                  <a:lnTo>
                    <a:pt x="608" y="4"/>
                  </a:lnTo>
                  <a:cubicBezTo>
                    <a:pt x="555" y="6"/>
                    <a:pt x="505" y="8"/>
                    <a:pt x="454" y="8"/>
                  </a:cubicBezTo>
                  <a:cubicBezTo>
                    <a:pt x="404" y="8"/>
                    <a:pt x="353" y="8"/>
                    <a:pt x="303" y="6"/>
                  </a:cubicBezTo>
                  <a:cubicBezTo>
                    <a:pt x="278" y="6"/>
                    <a:pt x="252" y="4"/>
                    <a:pt x="227" y="6"/>
                  </a:cubicBezTo>
                  <a:cubicBezTo>
                    <a:pt x="202" y="6"/>
                    <a:pt x="177" y="6"/>
                    <a:pt x="152" y="8"/>
                  </a:cubicBezTo>
                  <a:cubicBezTo>
                    <a:pt x="101" y="8"/>
                    <a:pt x="51" y="8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84"/>
            <p:cNvSpPr/>
            <p:nvPr/>
          </p:nvSpPr>
          <p:spPr>
            <a:xfrm>
              <a:off x="4562587" y="2782475"/>
              <a:ext cx="2590749" cy="14114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84"/>
            <p:cNvSpPr/>
            <p:nvPr/>
          </p:nvSpPr>
          <p:spPr>
            <a:xfrm>
              <a:off x="4473196" y="2760519"/>
              <a:ext cx="468907" cy="12546"/>
            </a:xfrm>
            <a:custGeom>
              <a:rect b="b" l="l" r="r" t="t"/>
              <a:pathLst>
                <a:path extrusionOk="0" h="8" w="299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1" y="2"/>
                    <a:pt x="74" y="2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5" y="0"/>
                    <a:pt x="198" y="0"/>
                    <a:pt x="223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4" y="4"/>
                    <a:pt x="286" y="4"/>
                    <a:pt x="299" y="4"/>
                  </a:cubicBezTo>
                  <a:cubicBezTo>
                    <a:pt x="286" y="6"/>
                    <a:pt x="274" y="6"/>
                    <a:pt x="261" y="6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198" y="8"/>
                    <a:pt x="175" y="8"/>
                    <a:pt x="149" y="8"/>
                  </a:cubicBezTo>
                  <a:cubicBezTo>
                    <a:pt x="124" y="8"/>
                    <a:pt x="99" y="8"/>
                    <a:pt x="74" y="8"/>
                  </a:cubicBezTo>
                  <a:cubicBezTo>
                    <a:pt x="51" y="6"/>
                    <a:pt x="25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84"/>
            <p:cNvSpPr/>
            <p:nvPr/>
          </p:nvSpPr>
          <p:spPr>
            <a:xfrm>
              <a:off x="1766397" y="2782475"/>
              <a:ext cx="266603" cy="14114"/>
            </a:xfrm>
            <a:custGeom>
              <a:rect b="b" l="l" r="r" t="t"/>
              <a:pathLst>
                <a:path extrusionOk="0" h="9" w="170">
                  <a:moveTo>
                    <a:pt x="0" y="4"/>
                  </a:moveTo>
                  <a:lnTo>
                    <a:pt x="0" y="4"/>
                  </a:lnTo>
                  <a:cubicBezTo>
                    <a:pt x="15" y="2"/>
                    <a:pt x="29" y="0"/>
                    <a:pt x="42" y="2"/>
                  </a:cubicBezTo>
                  <a:cubicBezTo>
                    <a:pt x="50" y="2"/>
                    <a:pt x="57" y="2"/>
                    <a:pt x="65" y="4"/>
                  </a:cubicBezTo>
                  <a:cubicBezTo>
                    <a:pt x="72" y="4"/>
                    <a:pt x="78" y="2"/>
                    <a:pt x="86" y="2"/>
                  </a:cubicBezTo>
                  <a:cubicBezTo>
                    <a:pt x="101" y="0"/>
                    <a:pt x="114" y="0"/>
                    <a:pt x="128" y="0"/>
                  </a:cubicBezTo>
                  <a:cubicBezTo>
                    <a:pt x="143" y="0"/>
                    <a:pt x="158" y="2"/>
                    <a:pt x="170" y="4"/>
                  </a:cubicBezTo>
                  <a:lnTo>
                    <a:pt x="170" y="4"/>
                  </a:lnTo>
                  <a:cubicBezTo>
                    <a:pt x="158" y="9"/>
                    <a:pt x="143" y="9"/>
                    <a:pt x="128" y="9"/>
                  </a:cubicBezTo>
                  <a:cubicBezTo>
                    <a:pt x="114" y="9"/>
                    <a:pt x="101" y="9"/>
                    <a:pt x="86" y="7"/>
                  </a:cubicBezTo>
                  <a:cubicBezTo>
                    <a:pt x="78" y="7"/>
                    <a:pt x="72" y="7"/>
                    <a:pt x="65" y="7"/>
                  </a:cubicBezTo>
                  <a:cubicBezTo>
                    <a:pt x="57" y="7"/>
                    <a:pt x="50" y="9"/>
                    <a:pt x="42" y="9"/>
                  </a:cubicBezTo>
                  <a:cubicBezTo>
                    <a:pt x="29" y="9"/>
                    <a:pt x="15" y="9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84"/>
            <p:cNvSpPr/>
            <p:nvPr/>
          </p:nvSpPr>
          <p:spPr>
            <a:xfrm>
              <a:off x="510229" y="1573352"/>
              <a:ext cx="3136" cy="243079"/>
            </a:xfrm>
            <a:custGeom>
              <a:rect b="b" l="l" r="r" t="t"/>
              <a:pathLst>
                <a:path extrusionOk="0" h="15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5"/>
                  </a:cubicBezTo>
                  <a:cubicBezTo>
                    <a:pt x="2" y="40"/>
                    <a:pt x="2" y="58"/>
                    <a:pt x="2" y="77"/>
                  </a:cubicBezTo>
                  <a:cubicBezTo>
                    <a:pt x="2" y="96"/>
                    <a:pt x="0" y="115"/>
                    <a:pt x="0" y="130"/>
                  </a:cubicBezTo>
                  <a:cubicBezTo>
                    <a:pt x="0" y="145"/>
                    <a:pt x="0" y="155"/>
                    <a:pt x="0" y="155"/>
                  </a:cubicBezTo>
                  <a:cubicBezTo>
                    <a:pt x="0" y="155"/>
                    <a:pt x="0" y="145"/>
                    <a:pt x="0" y="130"/>
                  </a:cubicBezTo>
                  <a:cubicBezTo>
                    <a:pt x="0" y="115"/>
                    <a:pt x="0" y="96"/>
                    <a:pt x="0" y="77"/>
                  </a:cubicBezTo>
                  <a:cubicBezTo>
                    <a:pt x="0" y="58"/>
                    <a:pt x="0" y="40"/>
                    <a:pt x="0" y="25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84"/>
            <p:cNvSpPr/>
            <p:nvPr/>
          </p:nvSpPr>
          <p:spPr>
            <a:xfrm>
              <a:off x="489842" y="1636082"/>
              <a:ext cx="3136" cy="65867"/>
            </a:xfrm>
            <a:custGeom>
              <a:rect b="b" l="l" r="r" t="t"/>
              <a:pathLst>
                <a:path extrusionOk="0" h="42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6"/>
                  </a:cubicBezTo>
                  <a:cubicBezTo>
                    <a:pt x="2" y="10"/>
                    <a:pt x="2" y="14"/>
                    <a:pt x="2" y="21"/>
                  </a:cubicBezTo>
                  <a:cubicBezTo>
                    <a:pt x="2" y="25"/>
                    <a:pt x="2" y="31"/>
                    <a:pt x="2" y="35"/>
                  </a:cubicBezTo>
                  <a:cubicBezTo>
                    <a:pt x="2" y="37"/>
                    <a:pt x="2" y="42"/>
                    <a:pt x="2" y="42"/>
                  </a:cubicBezTo>
                  <a:cubicBezTo>
                    <a:pt x="2" y="42"/>
                    <a:pt x="2" y="37"/>
                    <a:pt x="2" y="35"/>
                  </a:cubicBezTo>
                  <a:cubicBezTo>
                    <a:pt x="0" y="31"/>
                    <a:pt x="0" y="25"/>
                    <a:pt x="0" y="21"/>
                  </a:cubicBezTo>
                  <a:cubicBezTo>
                    <a:pt x="0" y="14"/>
                    <a:pt x="0" y="10"/>
                    <a:pt x="0" y="6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84"/>
            <p:cNvSpPr/>
            <p:nvPr/>
          </p:nvSpPr>
          <p:spPr>
            <a:xfrm>
              <a:off x="97780" y="1890139"/>
              <a:ext cx="3137" cy="75276"/>
            </a:xfrm>
            <a:custGeom>
              <a:rect b="b" l="l" r="r" t="t"/>
              <a:pathLst>
                <a:path extrusionOk="0" h="48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8"/>
                  </a:cubicBezTo>
                  <a:cubicBezTo>
                    <a:pt x="2" y="12"/>
                    <a:pt x="2" y="18"/>
                    <a:pt x="2" y="23"/>
                  </a:cubicBezTo>
                  <a:cubicBezTo>
                    <a:pt x="2" y="29"/>
                    <a:pt x="2" y="35"/>
                    <a:pt x="2" y="40"/>
                  </a:cubicBezTo>
                  <a:cubicBezTo>
                    <a:pt x="0" y="46"/>
                    <a:pt x="0" y="48"/>
                    <a:pt x="0" y="48"/>
                  </a:cubicBezTo>
                  <a:cubicBezTo>
                    <a:pt x="0" y="48"/>
                    <a:pt x="0" y="46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8"/>
                    <a:pt x="0" y="12"/>
                    <a:pt x="0" y="8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84"/>
            <p:cNvSpPr/>
            <p:nvPr/>
          </p:nvSpPr>
          <p:spPr>
            <a:xfrm>
              <a:off x="115030" y="1882298"/>
              <a:ext cx="3137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19"/>
                    <a:pt x="2" y="23"/>
                    <a:pt x="0" y="28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0" y="32"/>
                    <a:pt x="0" y="30"/>
                    <a:pt x="0" y="28"/>
                  </a:cubicBezTo>
                  <a:cubicBezTo>
                    <a:pt x="0" y="23"/>
                    <a:pt x="0" y="19"/>
                    <a:pt x="0" y="17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84"/>
            <p:cNvSpPr/>
            <p:nvPr/>
          </p:nvSpPr>
          <p:spPr>
            <a:xfrm>
              <a:off x="351836" y="2575465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0" y="50"/>
                    <a:pt x="0" y="57"/>
                  </a:cubicBezTo>
                  <a:cubicBezTo>
                    <a:pt x="0" y="63"/>
                    <a:pt x="0" y="67"/>
                    <a:pt x="0" y="67"/>
                  </a:cubicBezTo>
                  <a:cubicBezTo>
                    <a:pt x="0" y="67"/>
                    <a:pt x="0" y="63"/>
                    <a:pt x="0" y="57"/>
                  </a:cubicBezTo>
                  <a:cubicBezTo>
                    <a:pt x="0" y="50"/>
                    <a:pt x="0" y="42"/>
                    <a:pt x="0" y="33"/>
                  </a:cubicBezTo>
                  <a:cubicBezTo>
                    <a:pt x="0" y="25"/>
                    <a:pt x="0" y="17"/>
                    <a:pt x="0" y="10"/>
                  </a:cubicBezTo>
                  <a:cubicBezTo>
                    <a:pt x="0" y="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84"/>
            <p:cNvSpPr/>
            <p:nvPr/>
          </p:nvSpPr>
          <p:spPr>
            <a:xfrm>
              <a:off x="836425" y="2159879"/>
              <a:ext cx="6273" cy="277581"/>
            </a:xfrm>
            <a:custGeom>
              <a:rect b="b" l="l" r="r" t="t"/>
              <a:pathLst>
                <a:path extrusionOk="0" h="177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7"/>
                  </a:cubicBezTo>
                  <a:cubicBezTo>
                    <a:pt x="2" y="44"/>
                    <a:pt x="2" y="65"/>
                    <a:pt x="4" y="88"/>
                  </a:cubicBezTo>
                  <a:cubicBezTo>
                    <a:pt x="4" y="111"/>
                    <a:pt x="2" y="132"/>
                    <a:pt x="2" y="149"/>
                  </a:cubicBezTo>
                  <a:cubicBezTo>
                    <a:pt x="2" y="166"/>
                    <a:pt x="2" y="177"/>
                    <a:pt x="2" y="177"/>
                  </a:cubicBezTo>
                  <a:cubicBezTo>
                    <a:pt x="2" y="177"/>
                    <a:pt x="2" y="166"/>
                    <a:pt x="2" y="149"/>
                  </a:cubicBezTo>
                  <a:cubicBezTo>
                    <a:pt x="2" y="132"/>
                    <a:pt x="2" y="111"/>
                    <a:pt x="2" y="88"/>
                  </a:cubicBezTo>
                  <a:cubicBezTo>
                    <a:pt x="2" y="65"/>
                    <a:pt x="0" y="44"/>
                    <a:pt x="0" y="27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84"/>
            <p:cNvSpPr/>
            <p:nvPr/>
          </p:nvSpPr>
          <p:spPr>
            <a:xfrm>
              <a:off x="812902" y="2178698"/>
              <a:ext cx="3136" cy="56457"/>
            </a:xfrm>
            <a:custGeom>
              <a:rect b="b" l="l" r="r" t="t"/>
              <a:pathLst>
                <a:path extrusionOk="0" h="3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3"/>
                    <a:pt x="2" y="7"/>
                  </a:cubicBezTo>
                  <a:cubicBezTo>
                    <a:pt x="2" y="9"/>
                    <a:pt x="2" y="15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2" y="34"/>
                    <a:pt x="2" y="36"/>
                    <a:pt x="2" y="36"/>
                  </a:cubicBezTo>
                  <a:cubicBezTo>
                    <a:pt x="2" y="36"/>
                    <a:pt x="0" y="34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5"/>
                    <a:pt x="0" y="9"/>
                    <a:pt x="0" y="7"/>
                  </a:cubicBezTo>
                  <a:cubicBezTo>
                    <a:pt x="0" y="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84"/>
            <p:cNvSpPr/>
            <p:nvPr/>
          </p:nvSpPr>
          <p:spPr>
            <a:xfrm>
              <a:off x="794083" y="804909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2" y="50"/>
                    <a:pt x="2" y="57"/>
                  </a:cubicBezTo>
                  <a:cubicBezTo>
                    <a:pt x="2" y="63"/>
                    <a:pt x="2" y="67"/>
                    <a:pt x="2" y="67"/>
                  </a:cubicBezTo>
                  <a:cubicBezTo>
                    <a:pt x="2" y="67"/>
                    <a:pt x="2" y="63"/>
                    <a:pt x="2" y="57"/>
                  </a:cubicBezTo>
                  <a:cubicBezTo>
                    <a:pt x="2" y="50"/>
                    <a:pt x="0" y="42"/>
                    <a:pt x="0" y="33"/>
                  </a:cubicBezTo>
                  <a:cubicBezTo>
                    <a:pt x="0" y="25"/>
                    <a:pt x="2" y="17"/>
                    <a:pt x="2" y="10"/>
                  </a:cubicBezTo>
                  <a:cubicBezTo>
                    <a:pt x="2" y="4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84"/>
            <p:cNvSpPr/>
            <p:nvPr/>
          </p:nvSpPr>
          <p:spPr>
            <a:xfrm>
              <a:off x="809765" y="870776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0"/>
                    <a:pt x="2" y="12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3"/>
                    <a:pt x="2" y="25"/>
                    <a:pt x="2" y="25"/>
                  </a:cubicBezTo>
                  <a:cubicBezTo>
                    <a:pt x="2" y="25"/>
                    <a:pt x="2" y="23"/>
                    <a:pt x="2" y="21"/>
                  </a:cubicBezTo>
                  <a:cubicBezTo>
                    <a:pt x="0" y="19"/>
                    <a:pt x="0" y="17"/>
                    <a:pt x="0" y="12"/>
                  </a:cubicBezTo>
                  <a:cubicBezTo>
                    <a:pt x="0" y="10"/>
                    <a:pt x="0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84"/>
            <p:cNvSpPr/>
            <p:nvPr/>
          </p:nvSpPr>
          <p:spPr>
            <a:xfrm>
              <a:off x="1360221" y="2258678"/>
              <a:ext cx="4705" cy="59594"/>
            </a:xfrm>
            <a:custGeom>
              <a:rect b="b" l="l" r="r" t="t"/>
              <a:pathLst>
                <a:path extrusionOk="0" h="3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3" y="8"/>
                    <a:pt x="3" y="15"/>
                    <a:pt x="3" y="19"/>
                  </a:cubicBezTo>
                  <a:cubicBezTo>
                    <a:pt x="3" y="23"/>
                    <a:pt x="3" y="27"/>
                    <a:pt x="0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5"/>
                    <a:pt x="0" y="8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84"/>
            <p:cNvSpPr/>
            <p:nvPr/>
          </p:nvSpPr>
          <p:spPr>
            <a:xfrm>
              <a:off x="1377471" y="2235155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7"/>
                    <a:pt x="2" y="11"/>
                    <a:pt x="2" y="13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3"/>
                  </a:lnTo>
                  <a:cubicBezTo>
                    <a:pt x="0" y="19"/>
                    <a:pt x="0" y="17"/>
                    <a:pt x="0" y="13"/>
                  </a:cubicBezTo>
                  <a:cubicBezTo>
                    <a:pt x="0" y="11"/>
                    <a:pt x="0" y="7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84"/>
            <p:cNvSpPr/>
            <p:nvPr/>
          </p:nvSpPr>
          <p:spPr>
            <a:xfrm>
              <a:off x="1139097" y="1669016"/>
              <a:ext cx="4705" cy="72140"/>
            </a:xfrm>
            <a:custGeom>
              <a:rect b="b" l="l" r="r" t="t"/>
              <a:pathLst>
                <a:path extrusionOk="0" h="46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0" y="10"/>
                    <a:pt x="3" y="16"/>
                    <a:pt x="3" y="23"/>
                  </a:cubicBezTo>
                  <a:cubicBezTo>
                    <a:pt x="3" y="29"/>
                    <a:pt x="0" y="35"/>
                    <a:pt x="0" y="40"/>
                  </a:cubicBezTo>
                  <a:cubicBezTo>
                    <a:pt x="0" y="44"/>
                    <a:pt x="0" y="46"/>
                    <a:pt x="0" y="46"/>
                  </a:cubicBezTo>
                  <a:cubicBezTo>
                    <a:pt x="0" y="46"/>
                    <a:pt x="0" y="44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6"/>
                    <a:pt x="0" y="10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84"/>
            <p:cNvSpPr/>
            <p:nvPr/>
          </p:nvSpPr>
          <p:spPr>
            <a:xfrm>
              <a:off x="1007364" y="1242451"/>
              <a:ext cx="3136" cy="59594"/>
            </a:xfrm>
            <a:custGeom>
              <a:rect b="b" l="l" r="r" t="t"/>
              <a:pathLst>
                <a:path extrusionOk="0" h="38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5"/>
                  </a:cubicBezTo>
                  <a:cubicBezTo>
                    <a:pt x="2" y="9"/>
                    <a:pt x="2" y="13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84"/>
            <p:cNvSpPr/>
            <p:nvPr/>
          </p:nvSpPr>
          <p:spPr>
            <a:xfrm>
              <a:off x="1021479" y="1253429"/>
              <a:ext cx="3136" cy="21956"/>
            </a:xfrm>
            <a:custGeom>
              <a:rect b="b" l="l" r="r" t="t"/>
              <a:pathLst>
                <a:path extrusionOk="0" h="14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4"/>
                    <a:pt x="2" y="6"/>
                    <a:pt x="2" y="8"/>
                  </a:cubicBezTo>
                  <a:cubicBezTo>
                    <a:pt x="2" y="10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12"/>
                  </a:ln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4"/>
                    <a:pt x="0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84"/>
            <p:cNvSpPr/>
            <p:nvPr/>
          </p:nvSpPr>
          <p:spPr>
            <a:xfrm>
              <a:off x="2080047" y="2139491"/>
              <a:ext cx="3137" cy="119187"/>
            </a:xfrm>
            <a:custGeom>
              <a:rect b="b" l="l" r="r" t="t"/>
              <a:pathLst>
                <a:path extrusionOk="0" h="7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7"/>
                    <a:pt x="2" y="13"/>
                  </a:cubicBezTo>
                  <a:cubicBezTo>
                    <a:pt x="2" y="19"/>
                    <a:pt x="2" y="30"/>
                    <a:pt x="2" y="38"/>
                  </a:cubicBezTo>
                  <a:cubicBezTo>
                    <a:pt x="2" y="49"/>
                    <a:pt x="2" y="57"/>
                    <a:pt x="2" y="63"/>
                  </a:cubicBezTo>
                  <a:cubicBezTo>
                    <a:pt x="0" y="72"/>
                    <a:pt x="0" y="76"/>
                    <a:pt x="0" y="76"/>
                  </a:cubicBezTo>
                  <a:cubicBezTo>
                    <a:pt x="0" y="76"/>
                    <a:pt x="0" y="72"/>
                    <a:pt x="0" y="63"/>
                  </a:cubicBezTo>
                  <a:cubicBezTo>
                    <a:pt x="0" y="57"/>
                    <a:pt x="0" y="49"/>
                    <a:pt x="0" y="38"/>
                  </a:cubicBezTo>
                  <a:cubicBezTo>
                    <a:pt x="0" y="30"/>
                    <a:pt x="2" y="19"/>
                    <a:pt x="2" y="13"/>
                  </a:cubicBezTo>
                  <a:cubicBezTo>
                    <a:pt x="2" y="7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84"/>
            <p:cNvSpPr/>
            <p:nvPr/>
          </p:nvSpPr>
          <p:spPr>
            <a:xfrm>
              <a:off x="2095730" y="2133218"/>
              <a:ext cx="3137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1"/>
                    <a:pt x="2" y="13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5"/>
                    <a:pt x="2" y="25"/>
                    <a:pt x="2" y="25"/>
                  </a:cubicBezTo>
                  <a:lnTo>
                    <a:pt x="2" y="21"/>
                  </a:lnTo>
                  <a:cubicBezTo>
                    <a:pt x="2" y="19"/>
                    <a:pt x="0" y="17"/>
                    <a:pt x="0" y="13"/>
                  </a:cubicBezTo>
                  <a:cubicBezTo>
                    <a:pt x="0" y="11"/>
                    <a:pt x="2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84"/>
            <p:cNvSpPr/>
            <p:nvPr/>
          </p:nvSpPr>
          <p:spPr>
            <a:xfrm>
              <a:off x="1658188" y="2274361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5"/>
                    <a:pt x="2" y="22"/>
                    <a:pt x="2" y="30"/>
                  </a:cubicBezTo>
                  <a:cubicBezTo>
                    <a:pt x="2" y="36"/>
                    <a:pt x="2" y="45"/>
                    <a:pt x="2" y="51"/>
                  </a:cubicBezTo>
                  <a:cubicBezTo>
                    <a:pt x="2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6"/>
                    <a:pt x="0" y="30"/>
                  </a:cubicBezTo>
                  <a:cubicBezTo>
                    <a:pt x="0" y="22"/>
                    <a:pt x="0" y="15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84"/>
            <p:cNvSpPr/>
            <p:nvPr/>
          </p:nvSpPr>
          <p:spPr>
            <a:xfrm>
              <a:off x="1587617" y="1091899"/>
              <a:ext cx="3136" cy="161530"/>
            </a:xfrm>
            <a:custGeom>
              <a:rect b="b" l="l" r="r" t="t"/>
              <a:pathLst>
                <a:path extrusionOk="0" h="103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2" y="17"/>
                  </a:cubicBezTo>
                  <a:cubicBezTo>
                    <a:pt x="2" y="25"/>
                    <a:pt x="2" y="40"/>
                    <a:pt x="2" y="52"/>
                  </a:cubicBezTo>
                  <a:cubicBezTo>
                    <a:pt x="2" y="65"/>
                    <a:pt x="2" y="77"/>
                    <a:pt x="2" y="88"/>
                  </a:cubicBezTo>
                  <a:cubicBezTo>
                    <a:pt x="0" y="96"/>
                    <a:pt x="0" y="103"/>
                    <a:pt x="0" y="103"/>
                  </a:cubicBezTo>
                  <a:cubicBezTo>
                    <a:pt x="0" y="103"/>
                    <a:pt x="0" y="96"/>
                    <a:pt x="0" y="88"/>
                  </a:cubicBezTo>
                  <a:cubicBezTo>
                    <a:pt x="0" y="77"/>
                    <a:pt x="0" y="65"/>
                    <a:pt x="0" y="52"/>
                  </a:cubicBezTo>
                  <a:cubicBezTo>
                    <a:pt x="0" y="40"/>
                    <a:pt x="0" y="25"/>
                    <a:pt x="0" y="17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84"/>
            <p:cNvSpPr/>
            <p:nvPr/>
          </p:nvSpPr>
          <p:spPr>
            <a:xfrm>
              <a:off x="1604868" y="1146788"/>
              <a:ext cx="3136" cy="40775"/>
            </a:xfrm>
            <a:custGeom>
              <a:rect b="b" l="l" r="r" t="t"/>
              <a:pathLst>
                <a:path extrusionOk="0" h="26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2" y="9"/>
                    <a:pt x="2" y="13"/>
                  </a:cubicBezTo>
                  <a:cubicBezTo>
                    <a:pt x="2" y="15"/>
                    <a:pt x="0" y="19"/>
                    <a:pt x="0" y="21"/>
                  </a:cubicBezTo>
                  <a:cubicBezTo>
                    <a:pt x="0" y="24"/>
                    <a:pt x="0" y="26"/>
                    <a:pt x="0" y="26"/>
                  </a:cubicBezTo>
                  <a:cubicBezTo>
                    <a:pt x="0" y="26"/>
                    <a:pt x="0" y="24"/>
                    <a:pt x="0" y="21"/>
                  </a:cubicBezTo>
                  <a:cubicBezTo>
                    <a:pt x="0" y="19"/>
                    <a:pt x="0" y="15"/>
                    <a:pt x="0" y="13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bg>
      <p:bgPr>
        <a:solidFill>
          <a:schemeClr val="dk1"/>
        </a:solidFill>
      </p:bgPr>
    </p:bg>
    <p:spTree>
      <p:nvGrpSpPr>
        <p:cNvPr id="2903" name="Shape 2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04" name="Google Shape;2904;p8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905" name="Google Shape;2905;p8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906" name="Google Shape;2906;p85"/>
          <p:cNvGrpSpPr/>
          <p:nvPr/>
        </p:nvGrpSpPr>
        <p:grpSpPr>
          <a:xfrm>
            <a:off x="7766988" y="3925313"/>
            <a:ext cx="1175174" cy="1017140"/>
            <a:chOff x="-498149" y="884163"/>
            <a:chExt cx="1175174" cy="1017140"/>
          </a:xfrm>
        </p:grpSpPr>
        <p:sp>
          <p:nvSpPr>
            <p:cNvPr id="2907" name="Google Shape;2907;p85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85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85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85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85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85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85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85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85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85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85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85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85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85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85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85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85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85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85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85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85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85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9" name="Google Shape;2929;p85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2930" name="Google Shape;2930;p85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85"/>
            <p:cNvSpPr/>
            <p:nvPr/>
          </p:nvSpPr>
          <p:spPr>
            <a:xfrm rot="-5400000">
              <a:off x="-1842849" y="2543177"/>
              <a:ext cx="44198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8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85"/>
            <p:cNvSpPr/>
            <p:nvPr/>
          </p:nvSpPr>
          <p:spPr>
            <a:xfrm rot="-5400000">
              <a:off x="7400536" y="1716012"/>
              <a:ext cx="2765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bg>
      <p:bgPr>
        <a:solidFill>
          <a:schemeClr val="dk1"/>
        </a:solidFill>
      </p:bgPr>
    </p:bg>
    <p:spTree>
      <p:nvGrpSpPr>
        <p:cNvPr id="2934" name="Shape 2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35" name="Google Shape;2935;p8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936" name="Google Shape;2936;p86"/>
          <p:cNvSpPr txBox="1"/>
          <p:nvPr>
            <p:ph type="title"/>
          </p:nvPr>
        </p:nvSpPr>
        <p:spPr>
          <a:xfrm>
            <a:off x="5148475" y="1213963"/>
            <a:ext cx="3282300" cy="156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937" name="Google Shape;2937;p86"/>
          <p:cNvSpPr txBox="1"/>
          <p:nvPr>
            <p:ph idx="1" type="subTitle"/>
          </p:nvPr>
        </p:nvSpPr>
        <p:spPr>
          <a:xfrm>
            <a:off x="5148475" y="2776938"/>
            <a:ext cx="3282300" cy="11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38" name="Google Shape;2938;p86"/>
          <p:cNvSpPr/>
          <p:nvPr>
            <p:ph idx="2" type="pic"/>
          </p:nvPr>
        </p:nvSpPr>
        <p:spPr>
          <a:xfrm>
            <a:off x="713225" y="1293601"/>
            <a:ext cx="3884100" cy="25563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939" name="Google Shape;2939;p8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940" name="Google Shape;2940;p86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86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8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8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bg>
      <p:bgPr>
        <a:solidFill>
          <a:schemeClr val="dk1"/>
        </a:solidFill>
      </p:bgPr>
    </p:bg>
    <p:spTree>
      <p:nvGrpSpPr>
        <p:cNvPr id="2944" name="Shape 2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45" name="Google Shape;2945;p8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946" name="Google Shape;2946;p87"/>
          <p:cNvSpPr txBox="1"/>
          <p:nvPr>
            <p:ph type="title"/>
          </p:nvPr>
        </p:nvSpPr>
        <p:spPr>
          <a:xfrm>
            <a:off x="4799600" y="1835650"/>
            <a:ext cx="36315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947" name="Google Shape;2947;p87"/>
          <p:cNvSpPr txBox="1"/>
          <p:nvPr>
            <p:ph idx="1" type="subTitle"/>
          </p:nvPr>
        </p:nvSpPr>
        <p:spPr>
          <a:xfrm>
            <a:off x="4799600" y="2368250"/>
            <a:ext cx="36315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948" name="Google Shape;2948;p8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949" name="Google Shape;2949;p87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87"/>
            <p:cNvSpPr/>
            <p:nvPr/>
          </p:nvSpPr>
          <p:spPr>
            <a:xfrm rot="-5400000">
              <a:off x="-1826063" y="2526388"/>
              <a:ext cx="43863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8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8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bg>
      <p:bgPr>
        <a:solidFill>
          <a:schemeClr val="dk1"/>
        </a:solidFill>
      </p:bgPr>
    </p:bg>
    <p:spTree>
      <p:nvGrpSpPr>
        <p:cNvPr id="2953" name="Shape 2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54" name="Google Shape;2954;p8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955" name="Google Shape;2955;p88"/>
          <p:cNvSpPr txBox="1"/>
          <p:nvPr>
            <p:ph type="title"/>
          </p:nvPr>
        </p:nvSpPr>
        <p:spPr>
          <a:xfrm>
            <a:off x="713225" y="1835650"/>
            <a:ext cx="36312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956" name="Google Shape;2956;p88"/>
          <p:cNvSpPr txBox="1"/>
          <p:nvPr>
            <p:ph idx="1" type="subTitle"/>
          </p:nvPr>
        </p:nvSpPr>
        <p:spPr>
          <a:xfrm>
            <a:off x="713403" y="2368250"/>
            <a:ext cx="36312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957" name="Google Shape;2957;p88"/>
          <p:cNvGrpSpPr/>
          <p:nvPr/>
        </p:nvGrpSpPr>
        <p:grpSpPr>
          <a:xfrm>
            <a:off x="350950" y="342300"/>
            <a:ext cx="8448500" cy="4460451"/>
            <a:chOff x="350950" y="342300"/>
            <a:chExt cx="8448500" cy="4460451"/>
          </a:xfrm>
        </p:grpSpPr>
        <p:sp>
          <p:nvSpPr>
            <p:cNvPr id="2958" name="Google Shape;2958;p88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88"/>
            <p:cNvSpPr/>
            <p:nvPr/>
          </p:nvSpPr>
          <p:spPr>
            <a:xfrm rot="-5400000">
              <a:off x="-1859601" y="2559925"/>
              <a:ext cx="4453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8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8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bg>
      <p:bgPr>
        <a:solidFill>
          <a:schemeClr val="dk1"/>
        </a:solidFill>
      </p:bgPr>
    </p:bg>
    <p:spTree>
      <p:nvGrpSpPr>
        <p:cNvPr id="2962" name="Shape 2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3" name="Google Shape;2963;p8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2964" name="Google Shape;2964;p8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965" name="Google Shape;2965;p89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66" name="Google Shape;2966;p89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67" name="Google Shape;2967;p89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968" name="Google Shape;2968;p89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2969" name="Google Shape;2969;p8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2970" name="Google Shape;2970;p89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89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8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89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74" name="Google Shape;2974;p89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2975" name="Google Shape;2975;p89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89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89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89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89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89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89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89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89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89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89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89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89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89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89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89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89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89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89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89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89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89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89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89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89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89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89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89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89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89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89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89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89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89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89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89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89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89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89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89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89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89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89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89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89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89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89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89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89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89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89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89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89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89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89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89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89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89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89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89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89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89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89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89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89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89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89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89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89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89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89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89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89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89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89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89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89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89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89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89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89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89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89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89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89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89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89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89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89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89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89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89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89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89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89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89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89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89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89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89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89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89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89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89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89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89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89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89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89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89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89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89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89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89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89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89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89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89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89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89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89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89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89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89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89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89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89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89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89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89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89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89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89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89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89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89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89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89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89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89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89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89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89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89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89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89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89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89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89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89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89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89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89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89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89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89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89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3132" name="Shape 3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33" name="Google Shape;3133;p9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134" name="Google Shape;3134;p9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135" name="Google Shape;3135;p90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36" name="Google Shape;3136;p90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137" name="Google Shape;3137;p9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138" name="Google Shape;3138;p90"/>
            <p:cNvSpPr/>
            <p:nvPr/>
          </p:nvSpPr>
          <p:spPr>
            <a:xfrm>
              <a:off x="1208650" y="4764550"/>
              <a:ext cx="7490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90"/>
            <p:cNvSpPr/>
            <p:nvPr/>
          </p:nvSpPr>
          <p:spPr>
            <a:xfrm rot="-5400000">
              <a:off x="-1257776" y="1958100"/>
              <a:ext cx="32497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9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90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42" name="Google Shape;3142;p90"/>
          <p:cNvGrpSpPr/>
          <p:nvPr/>
        </p:nvGrpSpPr>
        <p:grpSpPr>
          <a:xfrm>
            <a:off x="-631915" y="4022366"/>
            <a:ext cx="1488946" cy="955802"/>
            <a:chOff x="-1053822" y="5316830"/>
            <a:chExt cx="1773822" cy="1138537"/>
          </a:xfrm>
        </p:grpSpPr>
        <p:sp>
          <p:nvSpPr>
            <p:cNvPr id="3143" name="Google Shape;3143;p90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90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90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90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90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90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90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90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90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90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90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90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90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90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90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90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90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90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90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90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90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90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90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90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90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90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90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90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90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90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90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90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90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90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90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90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90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90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90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90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90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90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90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90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90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90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90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90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TITLE_AND_BODY_1">
    <p:bg>
      <p:bgPr>
        <a:solidFill>
          <a:schemeClr val="dk1"/>
        </a:solidFill>
      </p:bgPr>
    </p:bg>
    <p:spTree>
      <p:nvGrpSpPr>
        <p:cNvPr id="3191" name="Shape 3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92" name="Google Shape;3192;p9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193" name="Google Shape;3193;p9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194" name="Google Shape;3194;p91"/>
          <p:cNvSpPr txBox="1"/>
          <p:nvPr>
            <p:ph idx="1" type="body"/>
          </p:nvPr>
        </p:nvSpPr>
        <p:spPr>
          <a:xfrm>
            <a:off x="7200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3195" name="Google Shape;3195;p91"/>
          <p:cNvSpPr txBox="1"/>
          <p:nvPr>
            <p:ph idx="2" type="body"/>
          </p:nvPr>
        </p:nvSpPr>
        <p:spPr>
          <a:xfrm>
            <a:off x="46371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196" name="Google Shape;3196;p9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197" name="Google Shape;3197;p91"/>
            <p:cNvSpPr/>
            <p:nvPr/>
          </p:nvSpPr>
          <p:spPr>
            <a:xfrm>
              <a:off x="383224" y="4764550"/>
              <a:ext cx="69646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91"/>
            <p:cNvSpPr/>
            <p:nvPr/>
          </p:nvSpPr>
          <p:spPr>
            <a:xfrm rot="-5400000">
              <a:off x="-1846800" y="2547126"/>
              <a:ext cx="44277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9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91"/>
            <p:cNvSpPr/>
            <p:nvPr/>
          </p:nvSpPr>
          <p:spPr>
            <a:xfrm rot="-5400000">
              <a:off x="7257113" y="1859439"/>
              <a:ext cx="30523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01" name="Google Shape;3201;p91"/>
          <p:cNvGrpSpPr/>
          <p:nvPr/>
        </p:nvGrpSpPr>
        <p:grpSpPr>
          <a:xfrm>
            <a:off x="8477575" y="3806678"/>
            <a:ext cx="2259229" cy="966847"/>
            <a:chOff x="9821900" y="2863078"/>
            <a:chExt cx="2259229" cy="966847"/>
          </a:xfrm>
        </p:grpSpPr>
        <p:sp>
          <p:nvSpPr>
            <p:cNvPr id="3202" name="Google Shape;3202;p91"/>
            <p:cNvSpPr/>
            <p:nvPr/>
          </p:nvSpPr>
          <p:spPr>
            <a:xfrm>
              <a:off x="9965291" y="3565756"/>
              <a:ext cx="261529" cy="264170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91"/>
            <p:cNvSpPr/>
            <p:nvPr/>
          </p:nvSpPr>
          <p:spPr>
            <a:xfrm>
              <a:off x="10028692" y="3571039"/>
              <a:ext cx="11888" cy="18888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91"/>
            <p:cNvSpPr/>
            <p:nvPr/>
          </p:nvSpPr>
          <p:spPr>
            <a:xfrm>
              <a:off x="10053788" y="3571039"/>
              <a:ext cx="6604" cy="12812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91"/>
            <p:cNvSpPr/>
            <p:nvPr/>
          </p:nvSpPr>
          <p:spPr>
            <a:xfrm>
              <a:off x="10171344" y="3571039"/>
              <a:ext cx="10567" cy="166427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91"/>
            <p:cNvSpPr/>
            <p:nvPr/>
          </p:nvSpPr>
          <p:spPr>
            <a:xfrm>
              <a:off x="10118510" y="3615948"/>
              <a:ext cx="10567" cy="16906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91"/>
            <p:cNvSpPr/>
            <p:nvPr/>
          </p:nvSpPr>
          <p:spPr>
            <a:xfrm>
              <a:off x="9821900" y="3442925"/>
              <a:ext cx="2259229" cy="1373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91"/>
            <p:cNvSpPr/>
            <p:nvPr/>
          </p:nvSpPr>
          <p:spPr>
            <a:xfrm>
              <a:off x="10559507" y="3508959"/>
              <a:ext cx="1512376" cy="9246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91"/>
            <p:cNvSpPr/>
            <p:nvPr/>
          </p:nvSpPr>
          <p:spPr>
            <a:xfrm>
              <a:off x="9878123" y="3536700"/>
              <a:ext cx="891403" cy="1187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91"/>
            <p:cNvSpPr/>
            <p:nvPr/>
          </p:nvSpPr>
          <p:spPr>
            <a:xfrm>
              <a:off x="9878132" y="3235558"/>
              <a:ext cx="1264056" cy="20737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91"/>
            <p:cNvSpPr/>
            <p:nvPr/>
          </p:nvSpPr>
          <p:spPr>
            <a:xfrm>
              <a:off x="10881980" y="3246125"/>
              <a:ext cx="161144" cy="196807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91"/>
            <p:cNvSpPr/>
            <p:nvPr/>
          </p:nvSpPr>
          <p:spPr>
            <a:xfrm>
              <a:off x="10887263" y="3420477"/>
              <a:ext cx="143973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91"/>
            <p:cNvSpPr/>
            <p:nvPr/>
          </p:nvSpPr>
          <p:spPr>
            <a:xfrm>
              <a:off x="9915116" y="3047997"/>
              <a:ext cx="1262735" cy="208694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91"/>
            <p:cNvSpPr/>
            <p:nvPr/>
          </p:nvSpPr>
          <p:spPr>
            <a:xfrm>
              <a:off x="10916322" y="3054602"/>
              <a:ext cx="162465" cy="199448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91"/>
            <p:cNvSpPr/>
            <p:nvPr/>
          </p:nvSpPr>
          <p:spPr>
            <a:xfrm>
              <a:off x="9890019" y="2863078"/>
              <a:ext cx="1262735" cy="207373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91"/>
            <p:cNvSpPr/>
            <p:nvPr/>
          </p:nvSpPr>
          <p:spPr>
            <a:xfrm>
              <a:off x="10892547" y="2868362"/>
              <a:ext cx="161144" cy="199448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91"/>
            <p:cNvSpPr/>
            <p:nvPr/>
          </p:nvSpPr>
          <p:spPr>
            <a:xfrm>
              <a:off x="10809333" y="300440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91"/>
            <p:cNvSpPr/>
            <p:nvPr/>
          </p:nvSpPr>
          <p:spPr>
            <a:xfrm>
              <a:off x="10792162" y="2989880"/>
              <a:ext cx="33021" cy="2642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91"/>
            <p:cNvSpPr/>
            <p:nvPr/>
          </p:nvSpPr>
          <p:spPr>
            <a:xfrm>
              <a:off x="10311372" y="3190649"/>
              <a:ext cx="64722" cy="2642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91"/>
            <p:cNvSpPr/>
            <p:nvPr/>
          </p:nvSpPr>
          <p:spPr>
            <a:xfrm>
              <a:off x="9953420" y="329895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91"/>
            <p:cNvSpPr/>
            <p:nvPr/>
          </p:nvSpPr>
          <p:spPr>
            <a:xfrm>
              <a:off x="9965308" y="3287071"/>
              <a:ext cx="18492" cy="3963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bg>
      <p:bgPr>
        <a:solidFill>
          <a:schemeClr val="dk1"/>
        </a:solidFill>
      </p:bgPr>
    </p:bg>
    <p:spTree>
      <p:nvGrpSpPr>
        <p:cNvPr id="3222" name="Shape 3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3" name="Google Shape;3223;p9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224" name="Google Shape;3224;p9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225" name="Google Shape;3225;p92"/>
          <p:cNvSpPr txBox="1"/>
          <p:nvPr>
            <p:ph idx="1" type="subTitle"/>
          </p:nvPr>
        </p:nvSpPr>
        <p:spPr>
          <a:xfrm>
            <a:off x="1223853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26" name="Google Shape;3226;p92"/>
          <p:cNvSpPr txBox="1"/>
          <p:nvPr>
            <p:ph idx="2" type="subTitle"/>
          </p:nvPr>
        </p:nvSpPr>
        <p:spPr>
          <a:xfrm>
            <a:off x="3633761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27" name="Google Shape;3227;p92"/>
          <p:cNvSpPr txBox="1"/>
          <p:nvPr>
            <p:ph idx="3" type="subTitle"/>
          </p:nvPr>
        </p:nvSpPr>
        <p:spPr>
          <a:xfrm>
            <a:off x="6043647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28" name="Google Shape;3228;p92"/>
          <p:cNvSpPr txBox="1"/>
          <p:nvPr>
            <p:ph idx="4" type="subTitle"/>
          </p:nvPr>
        </p:nvSpPr>
        <p:spPr>
          <a:xfrm>
            <a:off x="1223853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229" name="Google Shape;3229;p92"/>
          <p:cNvSpPr txBox="1"/>
          <p:nvPr>
            <p:ph idx="5" type="subTitle"/>
          </p:nvPr>
        </p:nvSpPr>
        <p:spPr>
          <a:xfrm>
            <a:off x="3633761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230" name="Google Shape;3230;p92"/>
          <p:cNvSpPr txBox="1"/>
          <p:nvPr>
            <p:ph idx="6" type="subTitle"/>
          </p:nvPr>
        </p:nvSpPr>
        <p:spPr>
          <a:xfrm>
            <a:off x="6043647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3231" name="Google Shape;3231;p9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232" name="Google Shape;3232;p92"/>
            <p:cNvSpPr/>
            <p:nvPr/>
          </p:nvSpPr>
          <p:spPr>
            <a:xfrm>
              <a:off x="444975" y="4764550"/>
              <a:ext cx="73846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92"/>
            <p:cNvSpPr/>
            <p:nvPr/>
          </p:nvSpPr>
          <p:spPr>
            <a:xfrm rot="-5400000">
              <a:off x="-1832726" y="2533050"/>
              <a:ext cx="43996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9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92"/>
            <p:cNvSpPr/>
            <p:nvPr/>
          </p:nvSpPr>
          <p:spPr>
            <a:xfrm rot="-5400000">
              <a:off x="7238725" y="1877825"/>
              <a:ext cx="30891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36" name="Google Shape;3236;p92"/>
          <p:cNvGrpSpPr/>
          <p:nvPr/>
        </p:nvGrpSpPr>
        <p:grpSpPr>
          <a:xfrm flipH="1">
            <a:off x="8278560" y="4022366"/>
            <a:ext cx="1488946" cy="955802"/>
            <a:chOff x="-1053822" y="5316830"/>
            <a:chExt cx="1773822" cy="1138537"/>
          </a:xfrm>
        </p:grpSpPr>
        <p:sp>
          <p:nvSpPr>
            <p:cNvPr id="3237" name="Google Shape;3237;p92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92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92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92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92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92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92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92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92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92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92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92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92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92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92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92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92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92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92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92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92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92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92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92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92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92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92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92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92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92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92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92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92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92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92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92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92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92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92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92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92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92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92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92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92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92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92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92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bg>
      <p:bgPr>
        <a:solidFill>
          <a:schemeClr val="dk1"/>
        </a:solidFill>
      </p:bgPr>
    </p:bg>
    <p:spTree>
      <p:nvGrpSpPr>
        <p:cNvPr id="3285" name="Shape 3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86" name="Google Shape;3286;p9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287" name="Google Shape;3287;p9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288" name="Google Shape;3288;p93"/>
          <p:cNvSpPr txBox="1"/>
          <p:nvPr>
            <p:ph idx="1" type="subTitle"/>
          </p:nvPr>
        </p:nvSpPr>
        <p:spPr>
          <a:xfrm>
            <a:off x="2279380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89" name="Google Shape;3289;p93"/>
          <p:cNvSpPr txBox="1"/>
          <p:nvPr>
            <p:ph idx="2" type="subTitle"/>
          </p:nvPr>
        </p:nvSpPr>
        <p:spPr>
          <a:xfrm>
            <a:off x="5783581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90" name="Google Shape;3290;p93"/>
          <p:cNvSpPr txBox="1"/>
          <p:nvPr>
            <p:ph idx="3" type="subTitle"/>
          </p:nvPr>
        </p:nvSpPr>
        <p:spPr>
          <a:xfrm>
            <a:off x="2279380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91" name="Google Shape;3291;p93"/>
          <p:cNvSpPr txBox="1"/>
          <p:nvPr>
            <p:ph idx="4" type="subTitle"/>
          </p:nvPr>
        </p:nvSpPr>
        <p:spPr>
          <a:xfrm>
            <a:off x="5783581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92" name="Google Shape;3292;p93"/>
          <p:cNvSpPr txBox="1"/>
          <p:nvPr>
            <p:ph idx="5" type="subTitle"/>
          </p:nvPr>
        </p:nvSpPr>
        <p:spPr>
          <a:xfrm>
            <a:off x="2279380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293" name="Google Shape;3293;p93"/>
          <p:cNvSpPr txBox="1"/>
          <p:nvPr>
            <p:ph idx="6" type="subTitle"/>
          </p:nvPr>
        </p:nvSpPr>
        <p:spPr>
          <a:xfrm>
            <a:off x="2279380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294" name="Google Shape;3294;p93"/>
          <p:cNvSpPr txBox="1"/>
          <p:nvPr>
            <p:ph idx="7" type="subTitle"/>
          </p:nvPr>
        </p:nvSpPr>
        <p:spPr>
          <a:xfrm>
            <a:off x="5783579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295" name="Google Shape;3295;p93"/>
          <p:cNvSpPr txBox="1"/>
          <p:nvPr>
            <p:ph idx="8" type="subTitle"/>
          </p:nvPr>
        </p:nvSpPr>
        <p:spPr>
          <a:xfrm>
            <a:off x="5783579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3296" name="Google Shape;3296;p93"/>
          <p:cNvGrpSpPr/>
          <p:nvPr/>
        </p:nvGrpSpPr>
        <p:grpSpPr>
          <a:xfrm>
            <a:off x="-498149" y="3741653"/>
            <a:ext cx="1175174" cy="1017149"/>
            <a:chOff x="-498149" y="884153"/>
            <a:chExt cx="1175174" cy="1017149"/>
          </a:xfrm>
        </p:grpSpPr>
        <p:sp>
          <p:nvSpPr>
            <p:cNvPr id="3297" name="Google Shape;3297;p93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93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93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93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93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93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93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93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93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93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93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93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93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93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93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93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93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93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93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93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93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93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93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93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93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22" name="Google Shape;3322;p9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323" name="Google Shape;3323;p93"/>
            <p:cNvSpPr/>
            <p:nvPr/>
          </p:nvSpPr>
          <p:spPr>
            <a:xfrm>
              <a:off x="1048125" y="4764550"/>
              <a:ext cx="76509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93"/>
            <p:cNvSpPr/>
            <p:nvPr/>
          </p:nvSpPr>
          <p:spPr>
            <a:xfrm rot="-5400000">
              <a:off x="-1065337" y="1765664"/>
              <a:ext cx="28648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9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9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bg>
      <p:bgPr>
        <a:solidFill>
          <a:schemeClr val="dk1"/>
        </a:solidFill>
      </p:bgPr>
    </p:bg>
    <p:spTree>
      <p:nvGrpSpPr>
        <p:cNvPr id="3327" name="Shape 3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8" name="Google Shape;3328;p9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329" name="Google Shape;3329;p9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330" name="Google Shape;3330;p94"/>
          <p:cNvSpPr txBox="1"/>
          <p:nvPr>
            <p:ph idx="1" type="subTitle"/>
          </p:nvPr>
        </p:nvSpPr>
        <p:spPr>
          <a:xfrm>
            <a:off x="1044753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1" name="Google Shape;3331;p94"/>
          <p:cNvSpPr txBox="1"/>
          <p:nvPr>
            <p:ph idx="2" type="subTitle"/>
          </p:nvPr>
        </p:nvSpPr>
        <p:spPr>
          <a:xfrm>
            <a:off x="3574050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2" name="Google Shape;3332;p94"/>
          <p:cNvSpPr txBox="1"/>
          <p:nvPr>
            <p:ph idx="3" type="subTitle"/>
          </p:nvPr>
        </p:nvSpPr>
        <p:spPr>
          <a:xfrm>
            <a:off x="1044753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3" name="Google Shape;3333;p94"/>
          <p:cNvSpPr txBox="1"/>
          <p:nvPr>
            <p:ph idx="4" type="subTitle"/>
          </p:nvPr>
        </p:nvSpPr>
        <p:spPr>
          <a:xfrm>
            <a:off x="3574050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4" name="Google Shape;3334;p94"/>
          <p:cNvSpPr txBox="1"/>
          <p:nvPr>
            <p:ph idx="5" type="subTitle"/>
          </p:nvPr>
        </p:nvSpPr>
        <p:spPr>
          <a:xfrm>
            <a:off x="6103347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5" name="Google Shape;3335;p94"/>
          <p:cNvSpPr txBox="1"/>
          <p:nvPr>
            <p:ph idx="6" type="subTitle"/>
          </p:nvPr>
        </p:nvSpPr>
        <p:spPr>
          <a:xfrm>
            <a:off x="6103347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6" name="Google Shape;3336;p94"/>
          <p:cNvSpPr txBox="1"/>
          <p:nvPr>
            <p:ph idx="7" type="subTitle"/>
          </p:nvPr>
        </p:nvSpPr>
        <p:spPr>
          <a:xfrm>
            <a:off x="1044753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337" name="Google Shape;3337;p94"/>
          <p:cNvSpPr txBox="1"/>
          <p:nvPr>
            <p:ph idx="8" type="subTitle"/>
          </p:nvPr>
        </p:nvSpPr>
        <p:spPr>
          <a:xfrm>
            <a:off x="3574050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338" name="Google Shape;3338;p94"/>
          <p:cNvSpPr txBox="1"/>
          <p:nvPr>
            <p:ph idx="9" type="subTitle"/>
          </p:nvPr>
        </p:nvSpPr>
        <p:spPr>
          <a:xfrm>
            <a:off x="6103347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339" name="Google Shape;3339;p94"/>
          <p:cNvSpPr txBox="1"/>
          <p:nvPr>
            <p:ph idx="13" type="subTitle"/>
          </p:nvPr>
        </p:nvSpPr>
        <p:spPr>
          <a:xfrm>
            <a:off x="1044753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340" name="Google Shape;3340;p94"/>
          <p:cNvSpPr txBox="1"/>
          <p:nvPr>
            <p:ph idx="14" type="subTitle"/>
          </p:nvPr>
        </p:nvSpPr>
        <p:spPr>
          <a:xfrm>
            <a:off x="3574050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341" name="Google Shape;3341;p94"/>
          <p:cNvSpPr txBox="1"/>
          <p:nvPr>
            <p:ph idx="15" type="subTitle"/>
          </p:nvPr>
        </p:nvSpPr>
        <p:spPr>
          <a:xfrm>
            <a:off x="6103347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3342" name="Google Shape;3342;p94"/>
          <p:cNvGrpSpPr/>
          <p:nvPr/>
        </p:nvGrpSpPr>
        <p:grpSpPr>
          <a:xfrm flipH="1">
            <a:off x="8423974" y="1257907"/>
            <a:ext cx="1248129" cy="860168"/>
            <a:chOff x="-4004220" y="1207709"/>
            <a:chExt cx="3372411" cy="2324149"/>
          </a:xfrm>
        </p:grpSpPr>
        <p:sp>
          <p:nvSpPr>
            <p:cNvPr id="3343" name="Google Shape;3343;p94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94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94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94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94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94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94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94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94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94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94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94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94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94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94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94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94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94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94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94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94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94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94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94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94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94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94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94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94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94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94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94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94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94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94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94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94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94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94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94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94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94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94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94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94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94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94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94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94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94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94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94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94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94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94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94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94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94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94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94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94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94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05" name="Google Shape;3405;p9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406" name="Google Shape;3406;p94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94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9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94"/>
            <p:cNvSpPr/>
            <p:nvPr/>
          </p:nvSpPr>
          <p:spPr>
            <a:xfrm rot="-5400000">
              <a:off x="7628550" y="3602625"/>
              <a:ext cx="2309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bg>
      <p:bgPr>
        <a:solidFill>
          <a:schemeClr val="dk1"/>
        </a:solidFill>
      </p:bgPr>
    </p:bg>
    <p:spTree>
      <p:nvGrpSpPr>
        <p:cNvPr id="3410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11" name="Google Shape;3411;p9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412" name="Google Shape;3412;p95"/>
          <p:cNvSpPr txBox="1"/>
          <p:nvPr>
            <p:ph hasCustomPrompt="1" type="title"/>
          </p:nvPr>
        </p:nvSpPr>
        <p:spPr>
          <a:xfrm>
            <a:off x="1970775" y="601338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13" name="Google Shape;3413;p95"/>
          <p:cNvSpPr txBox="1"/>
          <p:nvPr>
            <p:ph idx="1" type="subTitle"/>
          </p:nvPr>
        </p:nvSpPr>
        <p:spPr>
          <a:xfrm>
            <a:off x="1970775" y="129026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14" name="Google Shape;3414;p95"/>
          <p:cNvSpPr txBox="1"/>
          <p:nvPr>
            <p:ph hasCustomPrompt="1" idx="2" type="title"/>
          </p:nvPr>
        </p:nvSpPr>
        <p:spPr>
          <a:xfrm>
            <a:off x="1970775" y="1890512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15" name="Google Shape;3415;p95"/>
          <p:cNvSpPr txBox="1"/>
          <p:nvPr>
            <p:ph idx="3" type="subTitle"/>
          </p:nvPr>
        </p:nvSpPr>
        <p:spPr>
          <a:xfrm>
            <a:off x="1970775" y="2579437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16" name="Google Shape;3416;p95"/>
          <p:cNvSpPr txBox="1"/>
          <p:nvPr>
            <p:ph hasCustomPrompt="1" idx="4" type="title"/>
          </p:nvPr>
        </p:nvSpPr>
        <p:spPr>
          <a:xfrm>
            <a:off x="1970775" y="3179687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17" name="Google Shape;3417;p95"/>
          <p:cNvSpPr txBox="1"/>
          <p:nvPr>
            <p:ph idx="5" type="subTitle"/>
          </p:nvPr>
        </p:nvSpPr>
        <p:spPr>
          <a:xfrm>
            <a:off x="1970775" y="386861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418" name="Google Shape;3418;p9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419" name="Google Shape;3419;p95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95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9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95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bg>
      <p:bgPr>
        <a:solidFill>
          <a:schemeClr val="dk1"/>
        </a:solidFill>
      </p:bgPr>
    </p:bg>
    <p:spTree>
      <p:nvGrpSpPr>
        <p:cNvPr id="3423" name="Shape 3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4" name="Google Shape;3424;p9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425" name="Google Shape;3425;p96"/>
          <p:cNvSpPr txBox="1"/>
          <p:nvPr>
            <p:ph type="title"/>
          </p:nvPr>
        </p:nvSpPr>
        <p:spPr>
          <a:xfrm>
            <a:off x="1638675" y="612180"/>
            <a:ext cx="4151700" cy="91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426" name="Google Shape;3426;p96"/>
          <p:cNvSpPr txBox="1"/>
          <p:nvPr>
            <p:ph idx="1" type="subTitle"/>
          </p:nvPr>
        </p:nvSpPr>
        <p:spPr>
          <a:xfrm>
            <a:off x="1638675" y="1745139"/>
            <a:ext cx="4151700" cy="13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427" name="Google Shape;3427;p96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3428" name="Google Shape;3428;p96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96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9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96"/>
            <p:cNvSpPr/>
            <p:nvPr/>
          </p:nvSpPr>
          <p:spPr>
            <a:xfrm rot="-5400000">
              <a:off x="7567861" y="1548687"/>
              <a:ext cx="24309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32" name="Google Shape;3432;p96"/>
          <p:cNvSpPr txBox="1"/>
          <p:nvPr/>
        </p:nvSpPr>
        <p:spPr>
          <a:xfrm>
            <a:off x="1638675" y="4006102"/>
            <a:ext cx="41517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CREDITS: This presentation template was created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 and includes icons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infographics &amp; images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 u="sng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dk1"/>
        </a:solidFill>
      </p:bgPr>
    </p:bg>
    <p:spTree>
      <p:nvGrpSpPr>
        <p:cNvPr id="3433" name="Shape 3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34" name="Google Shape;3434;p9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3435" name="Google Shape;3435;p97"/>
          <p:cNvGrpSpPr/>
          <p:nvPr/>
        </p:nvGrpSpPr>
        <p:grpSpPr>
          <a:xfrm>
            <a:off x="444975" y="342300"/>
            <a:ext cx="8354475" cy="2353075"/>
            <a:chOff x="444975" y="342300"/>
            <a:chExt cx="8354475" cy="2353075"/>
          </a:xfrm>
        </p:grpSpPr>
        <p:sp>
          <p:nvSpPr>
            <p:cNvPr id="3436" name="Google Shape;3436;p9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97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dk1"/>
        </a:solidFill>
      </p:bgPr>
    </p:bg>
    <p:spTree>
      <p:nvGrpSpPr>
        <p:cNvPr id="3438" name="Shape 3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39" name="Google Shape;3439;p9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3440" name="Google Shape;3440;p98"/>
          <p:cNvGrpSpPr/>
          <p:nvPr/>
        </p:nvGrpSpPr>
        <p:grpSpPr>
          <a:xfrm>
            <a:off x="350950" y="349378"/>
            <a:ext cx="2932125" cy="4447447"/>
            <a:chOff x="350950" y="349378"/>
            <a:chExt cx="2932125" cy="4447447"/>
          </a:xfrm>
        </p:grpSpPr>
        <p:sp>
          <p:nvSpPr>
            <p:cNvPr id="3441" name="Google Shape;3441;p98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98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9_1_1">
    <p:bg>
      <p:bgPr>
        <a:solidFill>
          <a:schemeClr val="dk1"/>
        </a:solidFill>
      </p:bgPr>
    </p:bg>
    <p:spTree>
      <p:nvGrpSpPr>
        <p:cNvPr id="3443" name="Shape 3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44" name="Google Shape;3444;p9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445" name="Google Shape;3445;p99"/>
          <p:cNvSpPr/>
          <p:nvPr/>
        </p:nvSpPr>
        <p:spPr>
          <a:xfrm>
            <a:off x="444975" y="4764550"/>
            <a:ext cx="7985799" cy="32275"/>
          </a:xfrm>
          <a:custGeom>
            <a:rect b="b" l="l" r="r" t="t"/>
            <a:pathLst>
              <a:path extrusionOk="0" h="8" w="1951">
                <a:moveTo>
                  <a:pt x="1951" y="4"/>
                </a:moveTo>
                <a:lnTo>
                  <a:pt x="1951" y="4"/>
                </a:lnTo>
                <a:cubicBezTo>
                  <a:pt x="1787" y="8"/>
                  <a:pt x="1625" y="8"/>
                  <a:pt x="1463" y="8"/>
                </a:cubicBezTo>
                <a:cubicBezTo>
                  <a:pt x="1381" y="6"/>
                  <a:pt x="1299" y="6"/>
                  <a:pt x="1219" y="6"/>
                </a:cubicBezTo>
                <a:cubicBezTo>
                  <a:pt x="1137" y="6"/>
                  <a:pt x="1055" y="6"/>
                  <a:pt x="976" y="6"/>
                </a:cubicBezTo>
                <a:cubicBezTo>
                  <a:pt x="811" y="8"/>
                  <a:pt x="650" y="8"/>
                  <a:pt x="488" y="8"/>
                </a:cubicBezTo>
                <a:cubicBezTo>
                  <a:pt x="406" y="8"/>
                  <a:pt x="324" y="8"/>
                  <a:pt x="244" y="6"/>
                </a:cubicBezTo>
                <a:cubicBezTo>
                  <a:pt x="162" y="6"/>
                  <a:pt x="80" y="6"/>
                  <a:pt x="0" y="4"/>
                </a:cubicBezTo>
                <a:lnTo>
                  <a:pt x="0" y="4"/>
                </a:lnTo>
                <a:cubicBezTo>
                  <a:pt x="80" y="2"/>
                  <a:pt x="162" y="2"/>
                  <a:pt x="244" y="2"/>
                </a:cubicBezTo>
                <a:cubicBezTo>
                  <a:pt x="324" y="0"/>
                  <a:pt x="406" y="0"/>
                  <a:pt x="488" y="0"/>
                </a:cubicBezTo>
                <a:cubicBezTo>
                  <a:pt x="650" y="0"/>
                  <a:pt x="811" y="0"/>
                  <a:pt x="976" y="2"/>
                </a:cubicBezTo>
                <a:cubicBezTo>
                  <a:pt x="1055" y="2"/>
                  <a:pt x="1137" y="4"/>
                  <a:pt x="1219" y="2"/>
                </a:cubicBezTo>
                <a:cubicBezTo>
                  <a:pt x="1299" y="2"/>
                  <a:pt x="1381" y="2"/>
                  <a:pt x="1463" y="2"/>
                </a:cubicBezTo>
                <a:cubicBezTo>
                  <a:pt x="1625" y="0"/>
                  <a:pt x="1787" y="2"/>
                  <a:pt x="1951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1" anchor="ctr" bIns="0" lIns="90000" spcFirstLastPara="1" rIns="9000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800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 and three columns (h5eba166b6c259807_13_0)">
    <p:bg>
      <p:bgPr>
        <a:solidFill>
          <a:schemeClr val="dk1"/>
        </a:solidFill>
      </p:bgPr>
    </p:bg>
    <p:spTree>
      <p:nvGrpSpPr>
        <p:cNvPr id="3446" name="Shape 3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7" name="Google Shape;3447;p10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448" name="Google Shape;3448;p100"/>
          <p:cNvSpPr txBox="1"/>
          <p:nvPr>
            <p:ph idx="1" type="subTitle"/>
          </p:nvPr>
        </p:nvSpPr>
        <p:spPr>
          <a:xfrm>
            <a:off x="1223853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49" name="Google Shape;3449;p100"/>
          <p:cNvSpPr txBox="1"/>
          <p:nvPr>
            <p:ph idx="2" type="subTitle"/>
          </p:nvPr>
        </p:nvSpPr>
        <p:spPr>
          <a:xfrm>
            <a:off x="3633761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50" name="Google Shape;3450;p100"/>
          <p:cNvSpPr txBox="1"/>
          <p:nvPr>
            <p:ph idx="3" type="subTitle"/>
          </p:nvPr>
        </p:nvSpPr>
        <p:spPr>
          <a:xfrm>
            <a:off x="6043647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51" name="Google Shape;3451;p100"/>
          <p:cNvSpPr txBox="1"/>
          <p:nvPr>
            <p:ph idx="4" type="subTitle"/>
          </p:nvPr>
        </p:nvSpPr>
        <p:spPr>
          <a:xfrm>
            <a:off x="1223853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452" name="Google Shape;3452;p100"/>
          <p:cNvSpPr txBox="1"/>
          <p:nvPr>
            <p:ph idx="5" type="subTitle"/>
          </p:nvPr>
        </p:nvSpPr>
        <p:spPr>
          <a:xfrm>
            <a:off x="3633761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453" name="Google Shape;3453;p100"/>
          <p:cNvSpPr txBox="1"/>
          <p:nvPr>
            <p:ph idx="6" type="subTitle"/>
          </p:nvPr>
        </p:nvSpPr>
        <p:spPr>
          <a:xfrm>
            <a:off x="6043647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 1">
  <p:cSld name="Title and two columns 1 (h482cdf1703c758d8_17_0)">
    <p:bg>
      <p:bgPr>
        <a:solidFill>
          <a:schemeClr val="dk1"/>
        </a:solidFill>
      </p:bgPr>
    </p:bg>
    <p:spTree>
      <p:nvGrpSpPr>
        <p:cNvPr id="3454" name="Shape 3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5" name="Google Shape;3455;p10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456" name="Google Shape;3456;p101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57" name="Google Shape;3457;p101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58" name="Google Shape;3458;p101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459" name="Google Shape;3459;p101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(h3155dd782e2016d2_46_0)">
  <p:cSld name="Title only (h3155dd782e2016d2_46_0)">
    <p:bg>
      <p:bgPr>
        <a:solidFill>
          <a:schemeClr val="dk1"/>
        </a:solidFill>
      </p:bgPr>
    </p:bg>
    <p:spTree>
      <p:nvGrpSpPr>
        <p:cNvPr id="3460" name="Shape 3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" name="Google Shape;3461;p10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 1">
  <p:cSld name="Title and two columns 2 (h3155dd782e2016d2_27_0)">
    <p:bg>
      <p:bgPr>
        <a:solidFill>
          <a:schemeClr val="dk1"/>
        </a:solidFill>
      </p:bgPr>
    </p:bg>
    <p:spTree>
      <p:nvGrpSpPr>
        <p:cNvPr id="3462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3" name="Google Shape;3463;p10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464" name="Google Shape;3464;p103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65" name="Google Shape;3465;p103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3469" name="Shape 3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70" name="Google Shape;3470;p10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471" name="Google Shape;3471;p105"/>
          <p:cNvSpPr txBox="1"/>
          <p:nvPr>
            <p:ph type="ctrTitle"/>
          </p:nvPr>
        </p:nvSpPr>
        <p:spPr>
          <a:xfrm>
            <a:off x="1570950" y="1510425"/>
            <a:ext cx="6002100" cy="121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3472" name="Google Shape;3472;p105"/>
          <p:cNvSpPr txBox="1"/>
          <p:nvPr>
            <p:ph idx="1" type="subTitle"/>
          </p:nvPr>
        </p:nvSpPr>
        <p:spPr>
          <a:xfrm>
            <a:off x="2590800" y="2806975"/>
            <a:ext cx="3962400" cy="4209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3473" name="Google Shape;3473;p105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3474" name="Google Shape;3474;p105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105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10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105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3478" name="Shape 3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79" name="Google Shape;3479;p10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480" name="Google Shape;3480;p106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481" name="Google Shape;3481;p106"/>
          <p:cNvSpPr txBox="1"/>
          <p:nvPr>
            <p:ph hasCustomPrompt="1"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3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82" name="Google Shape;3482;p106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483" name="Google Shape;3483;p10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484" name="Google Shape;3484;p106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106"/>
            <p:cNvSpPr/>
            <p:nvPr/>
          </p:nvSpPr>
          <p:spPr>
            <a:xfrm rot="-5400000">
              <a:off x="-1833150" y="2548175"/>
              <a:ext cx="44004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10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106"/>
            <p:cNvSpPr/>
            <p:nvPr/>
          </p:nvSpPr>
          <p:spPr>
            <a:xfrm rot="-5400000">
              <a:off x="7457537" y="3431612"/>
              <a:ext cx="26515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3488" name="Shape 3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9" name="Google Shape;3489;p10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490" name="Google Shape;3490;p10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491" name="Google Shape;3491;p107"/>
          <p:cNvSpPr txBox="1"/>
          <p:nvPr>
            <p:ph idx="1" type="body"/>
          </p:nvPr>
        </p:nvSpPr>
        <p:spPr>
          <a:xfrm>
            <a:off x="720000" y="1074750"/>
            <a:ext cx="7710900" cy="13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492" name="Google Shape;3492;p107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3493" name="Google Shape;3493;p107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107"/>
            <p:cNvSpPr/>
            <p:nvPr/>
          </p:nvSpPr>
          <p:spPr>
            <a:xfrm rot="-5400000">
              <a:off x="-265463" y="965786"/>
              <a:ext cx="12651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10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10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97" name="Google Shape;3497;p107"/>
          <p:cNvGrpSpPr/>
          <p:nvPr/>
        </p:nvGrpSpPr>
        <p:grpSpPr>
          <a:xfrm>
            <a:off x="-1175150" y="2854154"/>
            <a:ext cx="2259230" cy="2237521"/>
            <a:chOff x="6104069" y="1664684"/>
            <a:chExt cx="2705016" cy="2679025"/>
          </a:xfrm>
        </p:grpSpPr>
        <p:sp>
          <p:nvSpPr>
            <p:cNvPr id="3498" name="Google Shape;3498;p107"/>
            <p:cNvSpPr/>
            <p:nvPr/>
          </p:nvSpPr>
          <p:spPr>
            <a:xfrm>
              <a:off x="6613989" y="1664684"/>
              <a:ext cx="1635250" cy="692687"/>
            </a:xfrm>
            <a:custGeom>
              <a:rect b="b" l="l" r="r" t="t"/>
              <a:pathLst>
                <a:path extrusionOk="0" h="438" w="1034">
                  <a:moveTo>
                    <a:pt x="1028" y="7"/>
                  </a:moveTo>
                  <a:lnTo>
                    <a:pt x="1028" y="7"/>
                  </a:lnTo>
                  <a:cubicBezTo>
                    <a:pt x="1032" y="218"/>
                    <a:pt x="1032" y="218"/>
                    <a:pt x="1032" y="218"/>
                  </a:cubicBezTo>
                  <a:cubicBezTo>
                    <a:pt x="1034" y="325"/>
                    <a:pt x="1034" y="325"/>
                    <a:pt x="1034" y="325"/>
                  </a:cubicBezTo>
                  <a:cubicBezTo>
                    <a:pt x="1034" y="430"/>
                    <a:pt x="1034" y="430"/>
                    <a:pt x="1034" y="430"/>
                  </a:cubicBezTo>
                  <a:cubicBezTo>
                    <a:pt x="1034" y="438"/>
                    <a:pt x="1034" y="438"/>
                    <a:pt x="1034" y="438"/>
                  </a:cubicBezTo>
                  <a:cubicBezTo>
                    <a:pt x="1028" y="438"/>
                    <a:pt x="1028" y="438"/>
                    <a:pt x="1028" y="438"/>
                  </a:cubicBezTo>
                  <a:cubicBezTo>
                    <a:pt x="944" y="438"/>
                    <a:pt x="858" y="438"/>
                    <a:pt x="774" y="438"/>
                  </a:cubicBezTo>
                  <a:cubicBezTo>
                    <a:pt x="732" y="438"/>
                    <a:pt x="687" y="438"/>
                    <a:pt x="645" y="436"/>
                  </a:cubicBezTo>
                  <a:cubicBezTo>
                    <a:pt x="519" y="434"/>
                    <a:pt x="519" y="434"/>
                    <a:pt x="519" y="434"/>
                  </a:cubicBezTo>
                  <a:cubicBezTo>
                    <a:pt x="475" y="434"/>
                    <a:pt x="433" y="434"/>
                    <a:pt x="391" y="434"/>
                  </a:cubicBezTo>
                  <a:cubicBezTo>
                    <a:pt x="349" y="434"/>
                    <a:pt x="307" y="432"/>
                    <a:pt x="263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8" y="436"/>
                    <a:pt x="8" y="436"/>
                    <a:pt x="8" y="436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4" y="430"/>
                    <a:pt x="4" y="430"/>
                    <a:pt x="4" y="430"/>
                  </a:cubicBezTo>
                  <a:cubicBezTo>
                    <a:pt x="4" y="361"/>
                    <a:pt x="2" y="291"/>
                    <a:pt x="2" y="22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5" y="1"/>
                    <a:pt x="179" y="-1"/>
                    <a:pt x="265" y="1"/>
                  </a:cubicBezTo>
                  <a:cubicBezTo>
                    <a:pt x="351" y="1"/>
                    <a:pt x="437" y="1"/>
                    <a:pt x="521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8" y="9"/>
                  </a:moveTo>
                  <a:lnTo>
                    <a:pt x="1028" y="9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31" y="18"/>
                    <a:pt x="347" y="18"/>
                    <a:pt x="263" y="18"/>
                  </a:cubicBezTo>
                  <a:cubicBezTo>
                    <a:pt x="177" y="18"/>
                    <a:pt x="92" y="18"/>
                    <a:pt x="8" y="1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220"/>
                    <a:pt x="15" y="220"/>
                    <a:pt x="15" y="220"/>
                  </a:cubicBezTo>
                  <a:cubicBezTo>
                    <a:pt x="15" y="291"/>
                    <a:pt x="15" y="361"/>
                    <a:pt x="12" y="430"/>
                  </a:cubicBezTo>
                  <a:cubicBezTo>
                    <a:pt x="8" y="426"/>
                    <a:pt x="8" y="426"/>
                    <a:pt x="8" y="426"/>
                  </a:cubicBezTo>
                  <a:cubicBezTo>
                    <a:pt x="137" y="428"/>
                    <a:pt x="137" y="428"/>
                    <a:pt x="137" y="428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307" y="428"/>
                    <a:pt x="349" y="428"/>
                    <a:pt x="391" y="428"/>
                  </a:cubicBezTo>
                  <a:cubicBezTo>
                    <a:pt x="433" y="428"/>
                    <a:pt x="475" y="428"/>
                    <a:pt x="519" y="426"/>
                  </a:cubicBezTo>
                  <a:cubicBezTo>
                    <a:pt x="645" y="426"/>
                    <a:pt x="645" y="426"/>
                    <a:pt x="645" y="426"/>
                  </a:cubicBezTo>
                  <a:cubicBezTo>
                    <a:pt x="687" y="424"/>
                    <a:pt x="732" y="424"/>
                    <a:pt x="774" y="424"/>
                  </a:cubicBezTo>
                  <a:cubicBezTo>
                    <a:pt x="858" y="424"/>
                    <a:pt x="944" y="424"/>
                    <a:pt x="1028" y="424"/>
                  </a:cubicBezTo>
                  <a:cubicBezTo>
                    <a:pt x="1022" y="430"/>
                    <a:pt x="1022" y="430"/>
                    <a:pt x="1022" y="430"/>
                  </a:cubicBezTo>
                  <a:cubicBezTo>
                    <a:pt x="1022" y="327"/>
                    <a:pt x="1022" y="327"/>
                    <a:pt x="1022" y="327"/>
                  </a:cubicBezTo>
                  <a:cubicBezTo>
                    <a:pt x="1024" y="222"/>
                    <a:pt x="1024" y="222"/>
                    <a:pt x="1024" y="222"/>
                  </a:cubicBezTo>
                  <a:lnTo>
                    <a:pt x="1028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107"/>
            <p:cNvSpPr/>
            <p:nvPr/>
          </p:nvSpPr>
          <p:spPr>
            <a:xfrm>
              <a:off x="6949262" y="1675754"/>
              <a:ext cx="50607" cy="675291"/>
            </a:xfrm>
            <a:custGeom>
              <a:rect b="b" l="l" r="r" t="t"/>
              <a:pathLst>
                <a:path extrusionOk="0" h="427" w="32">
                  <a:moveTo>
                    <a:pt x="30" y="2"/>
                  </a:moveTo>
                  <a:lnTo>
                    <a:pt x="30" y="2"/>
                  </a:lnTo>
                  <a:cubicBezTo>
                    <a:pt x="30" y="36"/>
                    <a:pt x="30" y="70"/>
                    <a:pt x="32" y="106"/>
                  </a:cubicBezTo>
                  <a:cubicBezTo>
                    <a:pt x="32" y="141"/>
                    <a:pt x="32" y="175"/>
                    <a:pt x="32" y="211"/>
                  </a:cubicBezTo>
                  <a:cubicBezTo>
                    <a:pt x="32" y="246"/>
                    <a:pt x="30" y="282"/>
                    <a:pt x="30" y="318"/>
                  </a:cubicBezTo>
                  <a:cubicBezTo>
                    <a:pt x="30" y="354"/>
                    <a:pt x="30" y="389"/>
                    <a:pt x="30" y="423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28" y="425"/>
                    <a:pt x="28" y="425"/>
                    <a:pt x="28" y="425"/>
                  </a:cubicBezTo>
                  <a:cubicBezTo>
                    <a:pt x="5" y="425"/>
                    <a:pt x="5" y="425"/>
                    <a:pt x="5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2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2" y="108"/>
                  </a:cubicBezTo>
                  <a:cubicBezTo>
                    <a:pt x="2" y="72"/>
                    <a:pt x="2" y="36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5" y="0"/>
                  </a:lnTo>
                  <a:lnTo>
                    <a:pt x="30" y="2"/>
                  </a:lnTo>
                  <a:moveTo>
                    <a:pt x="28" y="2"/>
                  </a:moveTo>
                  <a:lnTo>
                    <a:pt x="28" y="2"/>
                  </a:ln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6"/>
                    <a:pt x="9" y="72"/>
                    <a:pt x="9" y="108"/>
                  </a:cubicBezTo>
                  <a:cubicBezTo>
                    <a:pt x="9" y="143"/>
                    <a:pt x="9" y="177"/>
                    <a:pt x="9" y="213"/>
                  </a:cubicBezTo>
                  <a:cubicBezTo>
                    <a:pt x="11" y="248"/>
                    <a:pt x="9" y="284"/>
                    <a:pt x="9" y="318"/>
                  </a:cubicBezTo>
                  <a:cubicBezTo>
                    <a:pt x="9" y="354"/>
                    <a:pt x="9" y="389"/>
                    <a:pt x="7" y="423"/>
                  </a:cubicBezTo>
                  <a:cubicBezTo>
                    <a:pt x="5" y="421"/>
                    <a:pt x="5" y="421"/>
                    <a:pt x="5" y="421"/>
                  </a:cubicBezTo>
                  <a:cubicBezTo>
                    <a:pt x="28" y="421"/>
                    <a:pt x="28" y="421"/>
                    <a:pt x="28" y="421"/>
                  </a:cubicBezTo>
                  <a:cubicBezTo>
                    <a:pt x="26" y="423"/>
                    <a:pt x="26" y="423"/>
                    <a:pt x="26" y="423"/>
                  </a:cubicBezTo>
                  <a:cubicBezTo>
                    <a:pt x="28" y="389"/>
                    <a:pt x="28" y="354"/>
                    <a:pt x="28" y="318"/>
                  </a:cubicBezTo>
                  <a:cubicBezTo>
                    <a:pt x="26" y="284"/>
                    <a:pt x="26" y="248"/>
                    <a:pt x="26" y="215"/>
                  </a:cubicBezTo>
                  <a:cubicBezTo>
                    <a:pt x="26" y="179"/>
                    <a:pt x="26" y="143"/>
                    <a:pt x="26" y="110"/>
                  </a:cubicBezTo>
                  <a:cubicBezTo>
                    <a:pt x="26" y="74"/>
                    <a:pt x="28" y="38"/>
                    <a:pt x="28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107"/>
            <p:cNvSpPr/>
            <p:nvPr/>
          </p:nvSpPr>
          <p:spPr>
            <a:xfrm>
              <a:off x="7605577" y="1675754"/>
              <a:ext cx="49026" cy="675291"/>
            </a:xfrm>
            <a:custGeom>
              <a:rect b="b" l="l" r="r" t="t"/>
              <a:pathLst>
                <a:path extrusionOk="0" h="427" w="31">
                  <a:moveTo>
                    <a:pt x="27" y="2"/>
                  </a:moveTo>
                  <a:lnTo>
                    <a:pt x="27" y="2"/>
                  </a:lnTo>
                  <a:cubicBezTo>
                    <a:pt x="29" y="36"/>
                    <a:pt x="29" y="70"/>
                    <a:pt x="29" y="106"/>
                  </a:cubicBezTo>
                  <a:cubicBezTo>
                    <a:pt x="31" y="141"/>
                    <a:pt x="31" y="175"/>
                    <a:pt x="31" y="211"/>
                  </a:cubicBezTo>
                  <a:cubicBezTo>
                    <a:pt x="31" y="246"/>
                    <a:pt x="29" y="282"/>
                    <a:pt x="29" y="318"/>
                  </a:cubicBezTo>
                  <a:cubicBezTo>
                    <a:pt x="29" y="354"/>
                    <a:pt x="29" y="389"/>
                    <a:pt x="29" y="423"/>
                  </a:cubicBezTo>
                  <a:cubicBezTo>
                    <a:pt x="29" y="425"/>
                    <a:pt x="29" y="425"/>
                    <a:pt x="29" y="425"/>
                  </a:cubicBezTo>
                  <a:cubicBezTo>
                    <a:pt x="27" y="425"/>
                    <a:pt x="27" y="425"/>
                    <a:pt x="27" y="425"/>
                  </a:cubicBezTo>
                  <a:cubicBezTo>
                    <a:pt x="4" y="425"/>
                    <a:pt x="4" y="425"/>
                    <a:pt x="4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0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0" y="108"/>
                  </a:cubicBezTo>
                  <a:cubicBezTo>
                    <a:pt x="2" y="72"/>
                    <a:pt x="2" y="36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7" y="2"/>
                  </a:lnTo>
                  <a:moveTo>
                    <a:pt x="27" y="2"/>
                  </a:moveTo>
                  <a:lnTo>
                    <a:pt x="27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6"/>
                    <a:pt x="8" y="72"/>
                    <a:pt x="8" y="108"/>
                  </a:cubicBezTo>
                  <a:cubicBezTo>
                    <a:pt x="8" y="143"/>
                    <a:pt x="8" y="177"/>
                    <a:pt x="8" y="213"/>
                  </a:cubicBezTo>
                  <a:cubicBezTo>
                    <a:pt x="8" y="248"/>
                    <a:pt x="8" y="284"/>
                    <a:pt x="8" y="318"/>
                  </a:cubicBezTo>
                  <a:cubicBezTo>
                    <a:pt x="8" y="354"/>
                    <a:pt x="8" y="389"/>
                    <a:pt x="6" y="423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27" y="421"/>
                    <a:pt x="27" y="421"/>
                    <a:pt x="27" y="421"/>
                  </a:cubicBezTo>
                  <a:cubicBezTo>
                    <a:pt x="25" y="423"/>
                    <a:pt x="25" y="423"/>
                    <a:pt x="25" y="423"/>
                  </a:cubicBezTo>
                  <a:cubicBezTo>
                    <a:pt x="27" y="389"/>
                    <a:pt x="27" y="354"/>
                    <a:pt x="25" y="318"/>
                  </a:cubicBezTo>
                  <a:cubicBezTo>
                    <a:pt x="25" y="284"/>
                    <a:pt x="25" y="248"/>
                    <a:pt x="25" y="215"/>
                  </a:cubicBezTo>
                  <a:cubicBezTo>
                    <a:pt x="23" y="179"/>
                    <a:pt x="25" y="143"/>
                    <a:pt x="25" y="110"/>
                  </a:cubicBezTo>
                  <a:cubicBezTo>
                    <a:pt x="25" y="74"/>
                    <a:pt x="25" y="38"/>
                    <a:pt x="27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107"/>
            <p:cNvSpPr/>
            <p:nvPr/>
          </p:nvSpPr>
          <p:spPr>
            <a:xfrm>
              <a:off x="7754236" y="1759573"/>
              <a:ext cx="379555" cy="501328"/>
            </a:xfrm>
            <a:custGeom>
              <a:rect b="b" l="l" r="r" t="t"/>
              <a:pathLst>
                <a:path extrusionOk="0" h="317" w="240">
                  <a:moveTo>
                    <a:pt x="236" y="4"/>
                  </a:moveTo>
                  <a:lnTo>
                    <a:pt x="236" y="4"/>
                  </a:lnTo>
                  <a:cubicBezTo>
                    <a:pt x="238" y="82"/>
                    <a:pt x="238" y="82"/>
                    <a:pt x="238" y="82"/>
                  </a:cubicBezTo>
                  <a:cubicBezTo>
                    <a:pt x="238" y="107"/>
                    <a:pt x="240" y="132"/>
                    <a:pt x="240" y="158"/>
                  </a:cubicBezTo>
                  <a:cubicBezTo>
                    <a:pt x="240" y="185"/>
                    <a:pt x="240" y="210"/>
                    <a:pt x="240" y="237"/>
                  </a:cubicBezTo>
                  <a:cubicBezTo>
                    <a:pt x="240" y="263"/>
                    <a:pt x="240" y="288"/>
                    <a:pt x="240" y="315"/>
                  </a:cubicBezTo>
                  <a:cubicBezTo>
                    <a:pt x="240" y="317"/>
                    <a:pt x="240" y="317"/>
                    <a:pt x="240" y="317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198" y="317"/>
                    <a:pt x="160" y="315"/>
                    <a:pt x="120" y="315"/>
                  </a:cubicBezTo>
                  <a:cubicBezTo>
                    <a:pt x="82" y="315"/>
                    <a:pt x="42" y="317"/>
                    <a:pt x="4" y="317"/>
                  </a:cubicBezTo>
                  <a:cubicBezTo>
                    <a:pt x="2" y="317"/>
                    <a:pt x="2" y="317"/>
                    <a:pt x="2" y="317"/>
                  </a:cubicBezTo>
                  <a:cubicBezTo>
                    <a:pt x="2" y="315"/>
                    <a:pt x="2" y="315"/>
                    <a:pt x="2" y="315"/>
                  </a:cubicBezTo>
                  <a:cubicBezTo>
                    <a:pt x="2" y="263"/>
                    <a:pt x="0" y="212"/>
                    <a:pt x="0" y="16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4" y="2"/>
                    <a:pt x="63" y="2"/>
                  </a:cubicBezTo>
                  <a:cubicBezTo>
                    <a:pt x="122" y="2"/>
                    <a:pt x="122" y="2"/>
                    <a:pt x="122" y="2"/>
                  </a:cubicBezTo>
                  <a:lnTo>
                    <a:pt x="236" y="4"/>
                  </a:lnTo>
                  <a:moveTo>
                    <a:pt x="236" y="6"/>
                  </a:moveTo>
                  <a:lnTo>
                    <a:pt x="236" y="6"/>
                  </a:lnTo>
                  <a:cubicBezTo>
                    <a:pt x="120" y="8"/>
                    <a:pt x="120" y="8"/>
                    <a:pt x="12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42" y="8"/>
                    <a:pt x="23" y="8"/>
                    <a:pt x="4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212"/>
                    <a:pt x="9" y="263"/>
                    <a:pt x="6" y="315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2" y="313"/>
                    <a:pt x="82" y="313"/>
                    <a:pt x="120" y="313"/>
                  </a:cubicBezTo>
                  <a:cubicBezTo>
                    <a:pt x="160" y="313"/>
                    <a:pt x="198" y="313"/>
                    <a:pt x="236" y="311"/>
                  </a:cubicBezTo>
                  <a:cubicBezTo>
                    <a:pt x="234" y="315"/>
                    <a:pt x="234" y="315"/>
                    <a:pt x="234" y="315"/>
                  </a:cubicBezTo>
                  <a:cubicBezTo>
                    <a:pt x="234" y="290"/>
                    <a:pt x="234" y="263"/>
                    <a:pt x="234" y="237"/>
                  </a:cubicBezTo>
                  <a:cubicBezTo>
                    <a:pt x="231" y="212"/>
                    <a:pt x="234" y="187"/>
                    <a:pt x="234" y="162"/>
                  </a:cubicBezTo>
                  <a:cubicBezTo>
                    <a:pt x="234" y="84"/>
                    <a:pt x="234" y="84"/>
                    <a:pt x="234" y="84"/>
                  </a:cubicBezTo>
                  <a:lnTo>
                    <a:pt x="236" y="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107"/>
            <p:cNvSpPr/>
            <p:nvPr/>
          </p:nvSpPr>
          <p:spPr>
            <a:xfrm>
              <a:off x="7687814" y="1769062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107"/>
            <p:cNvSpPr/>
            <p:nvPr/>
          </p:nvSpPr>
          <p:spPr>
            <a:xfrm>
              <a:off x="7694140" y="1786458"/>
              <a:ext cx="120192" cy="3163"/>
            </a:xfrm>
            <a:custGeom>
              <a:rect b="b" l="l" r="r" t="t"/>
              <a:pathLst>
                <a:path extrusionOk="0" h="2" w="76">
                  <a:moveTo>
                    <a:pt x="0" y="0"/>
                  </a:moveTo>
                  <a:lnTo>
                    <a:pt x="0" y="0"/>
                  </a:lnTo>
                  <a:cubicBezTo>
                    <a:pt x="13" y="0"/>
                    <a:pt x="25" y="0"/>
                    <a:pt x="38" y="0"/>
                  </a:cubicBezTo>
                  <a:cubicBezTo>
                    <a:pt x="51" y="0"/>
                    <a:pt x="63" y="0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107"/>
            <p:cNvSpPr/>
            <p:nvPr/>
          </p:nvSpPr>
          <p:spPr>
            <a:xfrm>
              <a:off x="7830147" y="2211876"/>
              <a:ext cx="93307" cy="3163"/>
            </a:xfrm>
            <a:custGeom>
              <a:rect b="b" l="l" r="r" t="t"/>
              <a:pathLst>
                <a:path extrusionOk="0" h="2" w="5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9" y="0"/>
                    <a:pt x="30" y="0"/>
                  </a:cubicBezTo>
                  <a:cubicBezTo>
                    <a:pt x="38" y="0"/>
                    <a:pt x="49" y="0"/>
                    <a:pt x="59" y="2"/>
                  </a:cubicBezTo>
                  <a:cubicBezTo>
                    <a:pt x="49" y="2"/>
                    <a:pt x="38" y="2"/>
                    <a:pt x="30" y="2"/>
                  </a:cubicBezTo>
                  <a:cubicBezTo>
                    <a:pt x="19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107"/>
            <p:cNvSpPr/>
            <p:nvPr/>
          </p:nvSpPr>
          <p:spPr>
            <a:xfrm>
              <a:off x="6693063" y="2268809"/>
              <a:ext cx="41118" cy="3163"/>
            </a:xfrm>
            <a:custGeom>
              <a:rect b="b" l="l" r="r" t="t"/>
              <a:pathLst>
                <a:path extrusionOk="0" h="2" w="26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  <a:cubicBezTo>
                    <a:pt x="17" y="0"/>
                    <a:pt x="21" y="0"/>
                    <a:pt x="26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5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107"/>
            <p:cNvSpPr/>
            <p:nvPr/>
          </p:nvSpPr>
          <p:spPr>
            <a:xfrm>
              <a:off x="6637711" y="2281461"/>
              <a:ext cx="162892" cy="316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6" y="2"/>
                    <a:pt x="33" y="0"/>
                    <a:pt x="52" y="0"/>
                  </a:cubicBezTo>
                  <a:cubicBezTo>
                    <a:pt x="69" y="0"/>
                    <a:pt x="86" y="2"/>
                    <a:pt x="103" y="2"/>
                  </a:cubicBezTo>
                  <a:cubicBezTo>
                    <a:pt x="86" y="2"/>
                    <a:pt x="69" y="2"/>
                    <a:pt x="52" y="2"/>
                  </a:cubicBezTo>
                  <a:cubicBezTo>
                    <a:pt x="33" y="2"/>
                    <a:pt x="1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107"/>
            <p:cNvSpPr/>
            <p:nvPr/>
          </p:nvSpPr>
          <p:spPr>
            <a:xfrm>
              <a:off x="6677248" y="2332068"/>
              <a:ext cx="1511895" cy="248292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107"/>
            <p:cNvSpPr/>
            <p:nvPr/>
          </p:nvSpPr>
          <p:spPr>
            <a:xfrm>
              <a:off x="7877592" y="2338394"/>
              <a:ext cx="192941" cy="238803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107"/>
            <p:cNvSpPr/>
            <p:nvPr/>
          </p:nvSpPr>
          <p:spPr>
            <a:xfrm>
              <a:off x="7757399" y="2483890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107"/>
            <p:cNvSpPr/>
            <p:nvPr/>
          </p:nvSpPr>
          <p:spPr>
            <a:xfrm>
              <a:off x="7777958" y="250128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107"/>
            <p:cNvSpPr/>
            <p:nvPr/>
          </p:nvSpPr>
          <p:spPr>
            <a:xfrm>
              <a:off x="6707296" y="2553475"/>
              <a:ext cx="1511895" cy="249873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107"/>
            <p:cNvSpPr/>
            <p:nvPr/>
          </p:nvSpPr>
          <p:spPr>
            <a:xfrm>
              <a:off x="7906058" y="2561382"/>
              <a:ext cx="194522" cy="238803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107"/>
            <p:cNvSpPr/>
            <p:nvPr/>
          </p:nvSpPr>
          <p:spPr>
            <a:xfrm>
              <a:off x="7181740" y="2724275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107"/>
            <p:cNvSpPr/>
            <p:nvPr/>
          </p:nvSpPr>
          <p:spPr>
            <a:xfrm>
              <a:off x="6663014" y="2778045"/>
              <a:ext cx="1513476" cy="248292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107"/>
            <p:cNvSpPr/>
            <p:nvPr/>
          </p:nvSpPr>
          <p:spPr>
            <a:xfrm>
              <a:off x="7864940" y="2790697"/>
              <a:ext cx="192941" cy="235640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107"/>
            <p:cNvSpPr/>
            <p:nvPr/>
          </p:nvSpPr>
          <p:spPr>
            <a:xfrm>
              <a:off x="6767392" y="2839723"/>
              <a:ext cx="22141" cy="4744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107"/>
            <p:cNvSpPr/>
            <p:nvPr/>
          </p:nvSpPr>
          <p:spPr>
            <a:xfrm>
              <a:off x="6753159" y="285395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107"/>
            <p:cNvSpPr/>
            <p:nvPr/>
          </p:nvSpPr>
          <p:spPr>
            <a:xfrm>
              <a:off x="7871266" y="2999452"/>
              <a:ext cx="172381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107"/>
            <p:cNvSpPr/>
            <p:nvPr/>
          </p:nvSpPr>
          <p:spPr>
            <a:xfrm>
              <a:off x="6397326" y="3001033"/>
              <a:ext cx="1918335" cy="314714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107"/>
            <p:cNvSpPr/>
            <p:nvPr/>
          </p:nvSpPr>
          <p:spPr>
            <a:xfrm>
              <a:off x="657761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107"/>
            <p:cNvSpPr/>
            <p:nvPr/>
          </p:nvSpPr>
          <p:spPr>
            <a:xfrm>
              <a:off x="671678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107"/>
            <p:cNvSpPr/>
            <p:nvPr/>
          </p:nvSpPr>
          <p:spPr>
            <a:xfrm>
              <a:off x="7950340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107"/>
            <p:cNvSpPr/>
            <p:nvPr/>
          </p:nvSpPr>
          <p:spPr>
            <a:xfrm>
              <a:off x="8094255" y="3008941"/>
              <a:ext cx="58515" cy="300481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107"/>
            <p:cNvSpPr/>
            <p:nvPr/>
          </p:nvSpPr>
          <p:spPr>
            <a:xfrm>
              <a:off x="7784284" y="3059548"/>
              <a:ext cx="279922" cy="3163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107"/>
            <p:cNvSpPr/>
            <p:nvPr/>
          </p:nvSpPr>
          <p:spPr>
            <a:xfrm>
              <a:off x="7804844" y="3083270"/>
              <a:ext cx="55352" cy="3163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107"/>
            <p:cNvSpPr/>
            <p:nvPr/>
          </p:nvSpPr>
          <p:spPr>
            <a:xfrm>
              <a:off x="6484307" y="3086433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107"/>
            <p:cNvSpPr/>
            <p:nvPr/>
          </p:nvSpPr>
          <p:spPr>
            <a:xfrm>
              <a:off x="6417885" y="3102248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107"/>
            <p:cNvSpPr/>
            <p:nvPr/>
          </p:nvSpPr>
          <p:spPr>
            <a:xfrm>
              <a:off x="6903400" y="3116481"/>
              <a:ext cx="295737" cy="8540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107"/>
            <p:cNvSpPr/>
            <p:nvPr/>
          </p:nvSpPr>
          <p:spPr>
            <a:xfrm>
              <a:off x="6574452" y="3290444"/>
              <a:ext cx="1635250" cy="604124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107"/>
            <p:cNvSpPr/>
            <p:nvPr/>
          </p:nvSpPr>
          <p:spPr>
            <a:xfrm>
              <a:off x="7581855" y="3306259"/>
              <a:ext cx="438070" cy="581984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107"/>
            <p:cNvSpPr/>
            <p:nvPr/>
          </p:nvSpPr>
          <p:spPr>
            <a:xfrm>
              <a:off x="7588181" y="3323655"/>
              <a:ext cx="425418" cy="4744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107"/>
            <p:cNvSpPr/>
            <p:nvPr/>
          </p:nvSpPr>
          <p:spPr>
            <a:xfrm>
              <a:off x="7086851" y="3379007"/>
              <a:ext cx="241966" cy="3163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107"/>
            <p:cNvSpPr/>
            <p:nvPr/>
          </p:nvSpPr>
          <p:spPr>
            <a:xfrm>
              <a:off x="7148529" y="3394822"/>
              <a:ext cx="66422" cy="4744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107"/>
            <p:cNvSpPr/>
            <p:nvPr/>
          </p:nvSpPr>
          <p:spPr>
            <a:xfrm>
              <a:off x="677371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107"/>
            <p:cNvSpPr/>
            <p:nvPr/>
          </p:nvSpPr>
          <p:spPr>
            <a:xfrm>
              <a:off x="691288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107"/>
            <p:cNvSpPr/>
            <p:nvPr/>
          </p:nvSpPr>
          <p:spPr>
            <a:xfrm>
              <a:off x="6843303" y="3454918"/>
              <a:ext cx="39537" cy="27992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107"/>
            <p:cNvSpPr/>
            <p:nvPr/>
          </p:nvSpPr>
          <p:spPr>
            <a:xfrm>
              <a:off x="8097418" y="3538736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107"/>
            <p:cNvSpPr/>
            <p:nvPr/>
          </p:nvSpPr>
          <p:spPr>
            <a:xfrm>
              <a:off x="7398403" y="3777540"/>
              <a:ext cx="50607" cy="316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107"/>
            <p:cNvSpPr/>
            <p:nvPr/>
          </p:nvSpPr>
          <p:spPr>
            <a:xfrm>
              <a:off x="7404729" y="3791773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107"/>
            <p:cNvSpPr/>
            <p:nvPr/>
          </p:nvSpPr>
          <p:spPr>
            <a:xfrm>
              <a:off x="6104069" y="3880346"/>
              <a:ext cx="2705016" cy="16445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107"/>
            <p:cNvSpPr/>
            <p:nvPr/>
          </p:nvSpPr>
          <p:spPr>
            <a:xfrm>
              <a:off x="6987218" y="3959410"/>
              <a:ext cx="1810795" cy="11070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107"/>
            <p:cNvSpPr/>
            <p:nvPr/>
          </p:nvSpPr>
          <p:spPr>
            <a:xfrm>
              <a:off x="6171385" y="3992624"/>
              <a:ext cx="1067291" cy="14218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107"/>
            <p:cNvSpPr/>
            <p:nvPr/>
          </p:nvSpPr>
          <p:spPr>
            <a:xfrm>
              <a:off x="8080021" y="4027413"/>
              <a:ext cx="313133" cy="316296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107"/>
            <p:cNvSpPr/>
            <p:nvPr/>
          </p:nvSpPr>
          <p:spPr>
            <a:xfrm>
              <a:off x="8155932" y="4033739"/>
              <a:ext cx="14233" cy="226151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107"/>
            <p:cNvSpPr/>
            <p:nvPr/>
          </p:nvSpPr>
          <p:spPr>
            <a:xfrm>
              <a:off x="8185980" y="4033739"/>
              <a:ext cx="7907" cy="153403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107"/>
            <p:cNvSpPr/>
            <p:nvPr/>
          </p:nvSpPr>
          <p:spPr>
            <a:xfrm>
              <a:off x="8326732" y="4033739"/>
              <a:ext cx="12652" cy="199266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107"/>
            <p:cNvSpPr/>
            <p:nvPr/>
          </p:nvSpPr>
          <p:spPr>
            <a:xfrm>
              <a:off x="8263473" y="4087509"/>
              <a:ext cx="12652" cy="20242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dk1"/>
        </a:solidFill>
      </p:bgPr>
    </p:bg>
    <p:spTree>
      <p:nvGrpSpPr>
        <p:cNvPr id="3548" name="Shape 3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9" name="Google Shape;3549;p10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550" name="Google Shape;3550;p10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551" name="Google Shape;3551;p108"/>
          <p:cNvSpPr txBox="1"/>
          <p:nvPr>
            <p:ph idx="1" type="subTitle"/>
          </p:nvPr>
        </p:nvSpPr>
        <p:spPr>
          <a:xfrm>
            <a:off x="4840462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552" name="Google Shape;3552;p108"/>
          <p:cNvSpPr txBox="1"/>
          <p:nvPr>
            <p:ph idx="2" type="subTitle"/>
          </p:nvPr>
        </p:nvSpPr>
        <p:spPr>
          <a:xfrm>
            <a:off x="1797938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553" name="Google Shape;3553;p108"/>
          <p:cNvSpPr txBox="1"/>
          <p:nvPr>
            <p:ph idx="3" type="subTitle"/>
          </p:nvPr>
        </p:nvSpPr>
        <p:spPr>
          <a:xfrm>
            <a:off x="484045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554" name="Google Shape;3554;p108"/>
          <p:cNvSpPr txBox="1"/>
          <p:nvPr>
            <p:ph idx="4" type="subTitle"/>
          </p:nvPr>
        </p:nvSpPr>
        <p:spPr>
          <a:xfrm>
            <a:off x="179793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3555" name="Google Shape;3555;p10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556" name="Google Shape;3556;p108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108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10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10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dk1"/>
        </a:solidFill>
      </p:bgPr>
    </p:bg>
    <p:spTree>
      <p:nvGrpSpPr>
        <p:cNvPr id="3560" name="Shape 3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61" name="Google Shape;3561;p10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562" name="Google Shape;3562;p10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3563" name="Google Shape;3563;p10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564" name="Google Shape;3564;p109"/>
            <p:cNvSpPr/>
            <p:nvPr/>
          </p:nvSpPr>
          <p:spPr>
            <a:xfrm>
              <a:off x="376850" y="4764550"/>
              <a:ext cx="83221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109"/>
            <p:cNvSpPr/>
            <p:nvPr/>
          </p:nvSpPr>
          <p:spPr>
            <a:xfrm rot="-5400000">
              <a:off x="-970750" y="3410575"/>
              <a:ext cx="2675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10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109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8" name="Google Shape;3568;p109"/>
          <p:cNvGrpSpPr/>
          <p:nvPr/>
        </p:nvGrpSpPr>
        <p:grpSpPr>
          <a:xfrm>
            <a:off x="-498149" y="884153"/>
            <a:ext cx="1175174" cy="1017149"/>
            <a:chOff x="-498149" y="884153"/>
            <a:chExt cx="1175174" cy="1017149"/>
          </a:xfrm>
        </p:grpSpPr>
        <p:sp>
          <p:nvSpPr>
            <p:cNvPr id="3569" name="Google Shape;3569;p109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109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109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109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109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09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09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09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09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09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09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09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09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09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09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09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09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09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09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09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09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09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09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09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09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3594" name="Shape 3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95" name="Google Shape;3595;p11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596" name="Google Shape;3596;p110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3597" name="Google Shape;3597;p11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598" name="Google Shape;3598;p110"/>
            <p:cNvSpPr/>
            <p:nvPr/>
          </p:nvSpPr>
          <p:spPr>
            <a:xfrm>
              <a:off x="383225" y="4764550"/>
              <a:ext cx="7358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110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11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110"/>
            <p:cNvSpPr/>
            <p:nvPr/>
          </p:nvSpPr>
          <p:spPr>
            <a:xfrm rot="-5400000">
              <a:off x="7228639" y="1887914"/>
              <a:ext cx="31093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02" name="Google Shape;3602;p110"/>
          <p:cNvGrpSpPr/>
          <p:nvPr/>
        </p:nvGrpSpPr>
        <p:grpSpPr>
          <a:xfrm>
            <a:off x="8178156" y="3958298"/>
            <a:ext cx="2091543" cy="992656"/>
            <a:chOff x="6907899" y="758528"/>
            <a:chExt cx="2456304" cy="1165637"/>
          </a:xfrm>
        </p:grpSpPr>
        <p:sp>
          <p:nvSpPr>
            <p:cNvPr id="3603" name="Google Shape;3603;p110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110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10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10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10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10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10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10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10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10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10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10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10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10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10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10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10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10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10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10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10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110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110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110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110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110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110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110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110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110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10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110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110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110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37" name="Google Shape;3637;p110"/>
          <p:cNvSpPr txBox="1"/>
          <p:nvPr>
            <p:ph idx="1" type="body"/>
          </p:nvPr>
        </p:nvSpPr>
        <p:spPr>
          <a:xfrm>
            <a:off x="1823100" y="1780400"/>
            <a:ext cx="5497800" cy="21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dk1"/>
        </a:solidFill>
      </p:bgPr>
    </p:bg>
    <p:spTree>
      <p:nvGrpSpPr>
        <p:cNvPr id="3638" name="Shape 3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39" name="Google Shape;3639;p11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640" name="Google Shape;3640;p111"/>
          <p:cNvSpPr txBox="1"/>
          <p:nvPr>
            <p:ph type="title"/>
          </p:nvPr>
        </p:nvSpPr>
        <p:spPr>
          <a:xfrm>
            <a:off x="2417400" y="1583150"/>
            <a:ext cx="4309200" cy="16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3641" name="Google Shape;3641;p11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642" name="Google Shape;3642;p111"/>
            <p:cNvSpPr/>
            <p:nvPr/>
          </p:nvSpPr>
          <p:spPr>
            <a:xfrm>
              <a:off x="1842475" y="4764550"/>
              <a:ext cx="68565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111"/>
            <p:cNvSpPr/>
            <p:nvPr/>
          </p:nvSpPr>
          <p:spPr>
            <a:xfrm rot="-5400000">
              <a:off x="-730674" y="1431001"/>
              <a:ext cx="21955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11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111"/>
            <p:cNvSpPr/>
            <p:nvPr/>
          </p:nvSpPr>
          <p:spPr>
            <a:xfrm rot="-5400000">
              <a:off x="6574912" y="2541638"/>
              <a:ext cx="4416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3646" name="Shape 3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47" name="Google Shape;3647;p11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648" name="Google Shape;3648;p112"/>
          <p:cNvSpPr txBox="1"/>
          <p:nvPr>
            <p:ph type="title"/>
          </p:nvPr>
        </p:nvSpPr>
        <p:spPr>
          <a:xfrm>
            <a:off x="2699250" y="1409524"/>
            <a:ext cx="3745500" cy="11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649" name="Google Shape;3649;p112"/>
          <p:cNvSpPr txBox="1"/>
          <p:nvPr>
            <p:ph idx="1" type="subTitle"/>
          </p:nvPr>
        </p:nvSpPr>
        <p:spPr>
          <a:xfrm>
            <a:off x="2203725" y="2660500"/>
            <a:ext cx="4736400" cy="7077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650" name="Google Shape;3650;p11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651" name="Google Shape;3651;p112"/>
            <p:cNvSpPr/>
            <p:nvPr/>
          </p:nvSpPr>
          <p:spPr>
            <a:xfrm>
              <a:off x="4303226" y="4764550"/>
              <a:ext cx="43957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112"/>
            <p:cNvSpPr/>
            <p:nvPr/>
          </p:nvSpPr>
          <p:spPr>
            <a:xfrm rot="-5400000">
              <a:off x="-1093963" y="1794288"/>
              <a:ext cx="2922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11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11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655" name="Shape 3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6" name="Google Shape;3656;p113"/>
          <p:cNvSpPr/>
          <p:nvPr>
            <p:ph idx="2" type="pic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3657" name="Google Shape;3657;p113"/>
          <p:cNvSpPr txBox="1"/>
          <p:nvPr>
            <p:ph type="title"/>
          </p:nvPr>
        </p:nvSpPr>
        <p:spPr>
          <a:xfrm>
            <a:off x="720000" y="1026725"/>
            <a:ext cx="3399300" cy="8637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dk1"/>
        </a:solidFill>
      </p:bgPr>
    </p:bg>
    <p:spTree>
      <p:nvGrpSpPr>
        <p:cNvPr id="3658" name="Shape 3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59" name="Google Shape;3659;p11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660" name="Google Shape;3660;p114"/>
          <p:cNvSpPr txBox="1"/>
          <p:nvPr>
            <p:ph hasCustomPrompt="1" type="title"/>
          </p:nvPr>
        </p:nvSpPr>
        <p:spPr>
          <a:xfrm>
            <a:off x="2175100" y="1883700"/>
            <a:ext cx="4793700" cy="87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661" name="Google Shape;3661;p114"/>
          <p:cNvSpPr txBox="1"/>
          <p:nvPr>
            <p:ph idx="1" type="subTitle"/>
          </p:nvPr>
        </p:nvSpPr>
        <p:spPr>
          <a:xfrm>
            <a:off x="2175100" y="2762703"/>
            <a:ext cx="4793700" cy="4971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3662" name="Google Shape;3662;p11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663" name="Google Shape;3663;p114"/>
            <p:cNvSpPr/>
            <p:nvPr/>
          </p:nvSpPr>
          <p:spPr>
            <a:xfrm>
              <a:off x="6031276" y="4764550"/>
              <a:ext cx="26677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114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11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11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3667" name="Shape 36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3668" name="Shape 3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9" name="Google Shape;3669;p11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670" name="Google Shape;3670;p11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671" name="Google Shape;3671;p116"/>
          <p:cNvSpPr txBox="1"/>
          <p:nvPr>
            <p:ph idx="1" type="subTitle"/>
          </p:nvPr>
        </p:nvSpPr>
        <p:spPr>
          <a:xfrm>
            <a:off x="719976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72" name="Google Shape;3672;p116"/>
          <p:cNvSpPr txBox="1"/>
          <p:nvPr>
            <p:ph idx="2" type="subTitle"/>
          </p:nvPr>
        </p:nvSpPr>
        <p:spPr>
          <a:xfrm>
            <a:off x="3419247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73" name="Google Shape;3673;p116"/>
          <p:cNvSpPr txBox="1"/>
          <p:nvPr>
            <p:ph idx="3" type="subTitle"/>
          </p:nvPr>
        </p:nvSpPr>
        <p:spPr>
          <a:xfrm>
            <a:off x="719976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74" name="Google Shape;3674;p116"/>
          <p:cNvSpPr txBox="1"/>
          <p:nvPr>
            <p:ph idx="4" type="subTitle"/>
          </p:nvPr>
        </p:nvSpPr>
        <p:spPr>
          <a:xfrm>
            <a:off x="3419247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75" name="Google Shape;3675;p116"/>
          <p:cNvSpPr txBox="1"/>
          <p:nvPr>
            <p:ph idx="5" type="subTitle"/>
          </p:nvPr>
        </p:nvSpPr>
        <p:spPr>
          <a:xfrm>
            <a:off x="6118524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76" name="Google Shape;3676;p116"/>
          <p:cNvSpPr txBox="1"/>
          <p:nvPr>
            <p:ph idx="6" type="subTitle"/>
          </p:nvPr>
        </p:nvSpPr>
        <p:spPr>
          <a:xfrm>
            <a:off x="6118524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77" name="Google Shape;3677;p116"/>
          <p:cNvSpPr txBox="1"/>
          <p:nvPr>
            <p:ph hasCustomPrompt="1" idx="7" type="title"/>
          </p:nvPr>
        </p:nvSpPr>
        <p:spPr>
          <a:xfrm>
            <a:off x="1532675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678" name="Google Shape;3678;p116"/>
          <p:cNvSpPr txBox="1"/>
          <p:nvPr>
            <p:ph hasCustomPrompt="1" idx="8" type="title"/>
          </p:nvPr>
        </p:nvSpPr>
        <p:spPr>
          <a:xfrm>
            <a:off x="1532675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679" name="Google Shape;3679;p116"/>
          <p:cNvSpPr txBox="1"/>
          <p:nvPr>
            <p:ph hasCustomPrompt="1" idx="9" type="title"/>
          </p:nvPr>
        </p:nvSpPr>
        <p:spPr>
          <a:xfrm>
            <a:off x="4231950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680" name="Google Shape;3680;p116"/>
          <p:cNvSpPr txBox="1"/>
          <p:nvPr>
            <p:ph hasCustomPrompt="1" idx="13" type="title"/>
          </p:nvPr>
        </p:nvSpPr>
        <p:spPr>
          <a:xfrm>
            <a:off x="4231950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681" name="Google Shape;3681;p116"/>
          <p:cNvSpPr txBox="1"/>
          <p:nvPr>
            <p:ph hasCustomPrompt="1" idx="14" type="title"/>
          </p:nvPr>
        </p:nvSpPr>
        <p:spPr>
          <a:xfrm>
            <a:off x="6931162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682" name="Google Shape;3682;p116"/>
          <p:cNvSpPr txBox="1"/>
          <p:nvPr>
            <p:ph hasCustomPrompt="1" idx="15" type="title"/>
          </p:nvPr>
        </p:nvSpPr>
        <p:spPr>
          <a:xfrm>
            <a:off x="6931162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683" name="Google Shape;3683;p116"/>
          <p:cNvSpPr txBox="1"/>
          <p:nvPr>
            <p:ph idx="16" type="subTitle"/>
          </p:nvPr>
        </p:nvSpPr>
        <p:spPr>
          <a:xfrm>
            <a:off x="719976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3684" name="Google Shape;3684;p116"/>
          <p:cNvSpPr txBox="1"/>
          <p:nvPr>
            <p:ph idx="17" type="subTitle"/>
          </p:nvPr>
        </p:nvSpPr>
        <p:spPr>
          <a:xfrm>
            <a:off x="3419247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3685" name="Google Shape;3685;p116"/>
          <p:cNvSpPr txBox="1"/>
          <p:nvPr>
            <p:ph idx="18" type="subTitle"/>
          </p:nvPr>
        </p:nvSpPr>
        <p:spPr>
          <a:xfrm>
            <a:off x="6118524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3686" name="Google Shape;3686;p116"/>
          <p:cNvSpPr txBox="1"/>
          <p:nvPr>
            <p:ph idx="19" type="subTitle"/>
          </p:nvPr>
        </p:nvSpPr>
        <p:spPr>
          <a:xfrm>
            <a:off x="719976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3687" name="Google Shape;3687;p116"/>
          <p:cNvSpPr txBox="1"/>
          <p:nvPr>
            <p:ph idx="20" type="subTitle"/>
          </p:nvPr>
        </p:nvSpPr>
        <p:spPr>
          <a:xfrm>
            <a:off x="3419247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3688" name="Google Shape;3688;p116"/>
          <p:cNvSpPr txBox="1"/>
          <p:nvPr>
            <p:ph idx="21" type="subTitle"/>
          </p:nvPr>
        </p:nvSpPr>
        <p:spPr>
          <a:xfrm>
            <a:off x="6118524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grpSp>
        <p:nvGrpSpPr>
          <p:cNvPr id="3689" name="Google Shape;3689;p11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690" name="Google Shape;3690;p116"/>
            <p:cNvSpPr/>
            <p:nvPr/>
          </p:nvSpPr>
          <p:spPr>
            <a:xfrm flipH="1">
              <a:off x="451376" y="4764550"/>
              <a:ext cx="74373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116"/>
            <p:cNvSpPr/>
            <p:nvPr/>
          </p:nvSpPr>
          <p:spPr>
            <a:xfrm flipH="1" rot="5400000">
              <a:off x="7246512" y="1870038"/>
              <a:ext cx="30736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116"/>
            <p:cNvSpPr/>
            <p:nvPr/>
          </p:nvSpPr>
          <p:spPr>
            <a:xfrm flipH="1">
              <a:off x="451373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116"/>
            <p:cNvSpPr/>
            <p:nvPr/>
          </p:nvSpPr>
          <p:spPr>
            <a:xfrm flipH="1" rot="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94" name="Google Shape;3694;p116"/>
          <p:cNvGrpSpPr/>
          <p:nvPr/>
        </p:nvGrpSpPr>
        <p:grpSpPr>
          <a:xfrm flipH="1">
            <a:off x="8166884" y="3722371"/>
            <a:ext cx="2277007" cy="1194421"/>
            <a:chOff x="2924575" y="1948482"/>
            <a:chExt cx="3830121" cy="2009118"/>
          </a:xfrm>
        </p:grpSpPr>
        <p:sp>
          <p:nvSpPr>
            <p:cNvPr id="3695" name="Google Shape;3695;p116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116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116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116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116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116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116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116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116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116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116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116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116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116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116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116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116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116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116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116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116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116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116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116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116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116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116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116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116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116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116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116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116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116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116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116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116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116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116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116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116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116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116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116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116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116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116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116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116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116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116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116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116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116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116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116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116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116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116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116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116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116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116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16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16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116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116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116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116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116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116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116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116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116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116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116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116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116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116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116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116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116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116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116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116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116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116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116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116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116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116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116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116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116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116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116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116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116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116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116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116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116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116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116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116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116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116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116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116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116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116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116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116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116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116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116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116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116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116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116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116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116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116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116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116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116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116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116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116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116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116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116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116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116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116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116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116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116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116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116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116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116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116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116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116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116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116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116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116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116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116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116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116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116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116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116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116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bg>
      <p:bgPr>
        <a:solidFill>
          <a:schemeClr val="dk1"/>
        </a:solidFill>
      </p:bgPr>
    </p:bg>
    <p:spTree>
      <p:nvGrpSpPr>
        <p:cNvPr id="3852" name="Shape 3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53" name="Google Shape;3853;p11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854" name="Google Shape;3854;p117"/>
          <p:cNvSpPr txBox="1"/>
          <p:nvPr>
            <p:ph type="title"/>
          </p:nvPr>
        </p:nvSpPr>
        <p:spPr>
          <a:xfrm>
            <a:off x="713225" y="3488039"/>
            <a:ext cx="5867700" cy="5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855" name="Google Shape;3855;p117"/>
          <p:cNvSpPr txBox="1"/>
          <p:nvPr>
            <p:ph idx="1" type="subTitle"/>
          </p:nvPr>
        </p:nvSpPr>
        <p:spPr>
          <a:xfrm>
            <a:off x="713225" y="984245"/>
            <a:ext cx="5867700" cy="227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856" name="Google Shape;3856;p11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857" name="Google Shape;3857;p117"/>
            <p:cNvSpPr/>
            <p:nvPr/>
          </p:nvSpPr>
          <p:spPr>
            <a:xfrm>
              <a:off x="383225" y="4764550"/>
              <a:ext cx="68850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117"/>
            <p:cNvSpPr/>
            <p:nvPr/>
          </p:nvSpPr>
          <p:spPr>
            <a:xfrm rot="-5400000">
              <a:off x="-1846824" y="2547152"/>
              <a:ext cx="44278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11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117"/>
            <p:cNvSpPr/>
            <p:nvPr/>
          </p:nvSpPr>
          <p:spPr>
            <a:xfrm rot="-5400000">
              <a:off x="7760050" y="1356500"/>
              <a:ext cx="2046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bg>
      <p:bgPr>
        <a:solidFill>
          <a:schemeClr val="dk1"/>
        </a:solidFill>
      </p:bgPr>
    </p:bg>
    <p:spTree>
      <p:nvGrpSpPr>
        <p:cNvPr id="3861" name="Shape 3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62" name="Google Shape;3862;p11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863" name="Google Shape;3863;p1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3864" name="Google Shape;3864;p11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865" name="Google Shape;3865;p118"/>
            <p:cNvSpPr/>
            <p:nvPr/>
          </p:nvSpPr>
          <p:spPr>
            <a:xfrm>
              <a:off x="1205275" y="4764550"/>
              <a:ext cx="74937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118"/>
            <p:cNvSpPr/>
            <p:nvPr/>
          </p:nvSpPr>
          <p:spPr>
            <a:xfrm rot="-5400000">
              <a:off x="-1355899" y="2056227"/>
              <a:ext cx="34459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11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11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69" name="Google Shape;3869;p118"/>
          <p:cNvGrpSpPr/>
          <p:nvPr/>
        </p:nvGrpSpPr>
        <p:grpSpPr>
          <a:xfrm flipH="1">
            <a:off x="-389122" y="4063632"/>
            <a:ext cx="1248129" cy="860168"/>
            <a:chOff x="-4004220" y="1207709"/>
            <a:chExt cx="3372411" cy="2324149"/>
          </a:xfrm>
        </p:grpSpPr>
        <p:sp>
          <p:nvSpPr>
            <p:cNvPr id="3870" name="Google Shape;3870;p118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118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118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118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118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118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118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118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118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118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118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118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118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118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118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118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118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118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118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118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118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118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118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118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118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118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118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118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118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118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118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118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118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118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118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118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118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118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118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118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118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118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118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118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118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118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118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118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118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118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118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118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118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118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118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118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118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118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118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118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118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118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bg>
      <p:bgPr>
        <a:solidFill>
          <a:schemeClr val="dk1"/>
        </a:solidFill>
      </p:bgPr>
    </p:bg>
    <p:spTree>
      <p:nvGrpSpPr>
        <p:cNvPr id="3932" name="Shape 3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3" name="Google Shape;3933;p11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934" name="Google Shape;3934;p1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3935" name="Google Shape;3935;p11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936" name="Google Shape;3936;p119"/>
            <p:cNvSpPr/>
            <p:nvPr/>
          </p:nvSpPr>
          <p:spPr>
            <a:xfrm>
              <a:off x="383225" y="4764550"/>
              <a:ext cx="71641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119"/>
            <p:cNvSpPr/>
            <p:nvPr/>
          </p:nvSpPr>
          <p:spPr>
            <a:xfrm rot="-5400000">
              <a:off x="-1835250" y="2535576"/>
              <a:ext cx="4404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11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119"/>
            <p:cNvSpPr/>
            <p:nvPr/>
          </p:nvSpPr>
          <p:spPr>
            <a:xfrm rot="-5400000">
              <a:off x="7289388" y="1827163"/>
              <a:ext cx="29878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40" name="Google Shape;3940;p119"/>
          <p:cNvGrpSpPr/>
          <p:nvPr/>
        </p:nvGrpSpPr>
        <p:grpSpPr>
          <a:xfrm flipH="1">
            <a:off x="8336654" y="3930705"/>
            <a:ext cx="1488946" cy="1030148"/>
            <a:chOff x="-1053822" y="5316830"/>
            <a:chExt cx="1773822" cy="1227097"/>
          </a:xfrm>
        </p:grpSpPr>
        <p:sp>
          <p:nvSpPr>
            <p:cNvPr id="3941" name="Google Shape;3941;p119"/>
            <p:cNvSpPr/>
            <p:nvPr/>
          </p:nvSpPr>
          <p:spPr>
            <a:xfrm flipH="1">
              <a:off x="349979" y="6284041"/>
              <a:ext cx="169615" cy="259887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119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119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119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119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119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119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119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119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119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119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119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119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119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119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119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119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119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119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119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119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119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119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119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119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119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119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119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119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119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119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119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119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119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119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119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119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119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119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119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119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119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119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119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119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119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119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119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bg>
      <p:bgPr>
        <a:solidFill>
          <a:schemeClr val="dk1"/>
        </a:solidFill>
      </p:bgPr>
    </p:bg>
    <p:spTree>
      <p:nvGrpSpPr>
        <p:cNvPr id="3989" name="Shape 3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0" name="Google Shape;3990;p12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3991" name="Google Shape;3991;p12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3992" name="Google Shape;3992;p12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3993" name="Google Shape;3993;p120"/>
            <p:cNvSpPr/>
            <p:nvPr/>
          </p:nvSpPr>
          <p:spPr>
            <a:xfrm>
              <a:off x="3795300" y="4764550"/>
              <a:ext cx="49037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120"/>
            <p:cNvSpPr/>
            <p:nvPr/>
          </p:nvSpPr>
          <p:spPr>
            <a:xfrm rot="-5400000">
              <a:off x="-1308063" y="2008388"/>
              <a:ext cx="33503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12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120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97" name="Google Shape;3997;p120"/>
          <p:cNvGrpSpPr/>
          <p:nvPr/>
        </p:nvGrpSpPr>
        <p:grpSpPr>
          <a:xfrm>
            <a:off x="-199726" y="4160228"/>
            <a:ext cx="2986142" cy="802866"/>
            <a:chOff x="2116" y="787658"/>
            <a:chExt cx="8708492" cy="2341400"/>
          </a:xfrm>
        </p:grpSpPr>
        <p:sp>
          <p:nvSpPr>
            <p:cNvPr id="3998" name="Google Shape;3998;p120"/>
            <p:cNvSpPr/>
            <p:nvPr/>
          </p:nvSpPr>
          <p:spPr>
            <a:xfrm>
              <a:off x="2116" y="1074648"/>
              <a:ext cx="599072" cy="1623141"/>
            </a:xfrm>
            <a:custGeom>
              <a:rect b="b" l="l" r="r" t="t"/>
              <a:pathLst>
                <a:path extrusionOk="0" h="1035" w="382">
                  <a:moveTo>
                    <a:pt x="374" y="1028"/>
                  </a:moveTo>
                  <a:lnTo>
                    <a:pt x="374" y="1028"/>
                  </a:lnTo>
                  <a:cubicBezTo>
                    <a:pt x="191" y="1032"/>
                    <a:pt x="191" y="1032"/>
                    <a:pt x="191" y="1032"/>
                  </a:cubicBezTo>
                  <a:cubicBezTo>
                    <a:pt x="130" y="1032"/>
                    <a:pt x="69" y="1035"/>
                    <a:pt x="6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00"/>
                    <a:pt x="0" y="900"/>
                    <a:pt x="0" y="900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0" y="688"/>
                    <a:pt x="2" y="604"/>
                    <a:pt x="2" y="517"/>
                  </a:cubicBezTo>
                  <a:cubicBezTo>
                    <a:pt x="4" y="433"/>
                    <a:pt x="4" y="347"/>
                    <a:pt x="4" y="263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9"/>
                    <a:pt x="381" y="9"/>
                    <a:pt x="381" y="9"/>
                  </a:cubicBezTo>
                  <a:cubicBezTo>
                    <a:pt x="381" y="93"/>
                    <a:pt x="383" y="179"/>
                    <a:pt x="381" y="265"/>
                  </a:cubicBezTo>
                  <a:cubicBezTo>
                    <a:pt x="381" y="349"/>
                    <a:pt x="381" y="435"/>
                    <a:pt x="381" y="522"/>
                  </a:cubicBezTo>
                  <a:cubicBezTo>
                    <a:pt x="376" y="776"/>
                    <a:pt x="376" y="776"/>
                    <a:pt x="376" y="776"/>
                  </a:cubicBezTo>
                  <a:lnTo>
                    <a:pt x="374" y="1028"/>
                  </a:lnTo>
                  <a:moveTo>
                    <a:pt x="372" y="1026"/>
                  </a:moveTo>
                  <a:lnTo>
                    <a:pt x="372" y="1026"/>
                  </a:lnTo>
                  <a:cubicBezTo>
                    <a:pt x="368" y="770"/>
                    <a:pt x="368" y="770"/>
                    <a:pt x="368" y="770"/>
                  </a:cubicBezTo>
                  <a:cubicBezTo>
                    <a:pt x="366" y="515"/>
                    <a:pt x="366" y="515"/>
                    <a:pt x="366" y="515"/>
                  </a:cubicBezTo>
                  <a:cubicBezTo>
                    <a:pt x="364" y="429"/>
                    <a:pt x="364" y="345"/>
                    <a:pt x="364" y="261"/>
                  </a:cubicBezTo>
                  <a:cubicBezTo>
                    <a:pt x="364" y="177"/>
                    <a:pt x="364" y="93"/>
                    <a:pt x="364" y="9"/>
                  </a:cubicBezTo>
                  <a:cubicBezTo>
                    <a:pt x="372" y="17"/>
                    <a:pt x="372" y="17"/>
                    <a:pt x="372" y="1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47"/>
                    <a:pt x="11" y="433"/>
                    <a:pt x="13" y="517"/>
                  </a:cubicBezTo>
                  <a:cubicBezTo>
                    <a:pt x="13" y="604"/>
                    <a:pt x="15" y="688"/>
                    <a:pt x="15" y="772"/>
                  </a:cubicBezTo>
                  <a:cubicBezTo>
                    <a:pt x="15" y="837"/>
                    <a:pt x="15" y="837"/>
                    <a:pt x="15" y="837"/>
                  </a:cubicBezTo>
                  <a:cubicBezTo>
                    <a:pt x="15" y="900"/>
                    <a:pt x="15" y="900"/>
                    <a:pt x="15" y="900"/>
                  </a:cubicBezTo>
                  <a:cubicBezTo>
                    <a:pt x="13" y="1028"/>
                    <a:pt x="13" y="1028"/>
                    <a:pt x="13" y="1028"/>
                  </a:cubicBezTo>
                  <a:cubicBezTo>
                    <a:pt x="6" y="1020"/>
                    <a:pt x="6" y="1020"/>
                    <a:pt x="6" y="1020"/>
                  </a:cubicBezTo>
                  <a:cubicBezTo>
                    <a:pt x="67" y="1020"/>
                    <a:pt x="128" y="1022"/>
                    <a:pt x="189" y="1024"/>
                  </a:cubicBezTo>
                  <a:lnTo>
                    <a:pt x="372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120"/>
            <p:cNvSpPr/>
            <p:nvPr/>
          </p:nvSpPr>
          <p:spPr>
            <a:xfrm>
              <a:off x="8389" y="2073625"/>
              <a:ext cx="577116" cy="437542"/>
            </a:xfrm>
            <a:custGeom>
              <a:rect b="b" l="l" r="r" t="t"/>
              <a:pathLst>
                <a:path extrusionOk="0" h="279" w="368">
                  <a:moveTo>
                    <a:pt x="364" y="276"/>
                  </a:moveTo>
                  <a:lnTo>
                    <a:pt x="364" y="276"/>
                  </a:lnTo>
                  <a:cubicBezTo>
                    <a:pt x="276" y="278"/>
                    <a:pt x="276" y="278"/>
                    <a:pt x="276" y="278"/>
                  </a:cubicBezTo>
                  <a:cubicBezTo>
                    <a:pt x="185" y="278"/>
                    <a:pt x="185" y="278"/>
                    <a:pt x="185" y="278"/>
                  </a:cubicBezTo>
                  <a:cubicBezTo>
                    <a:pt x="154" y="278"/>
                    <a:pt x="124" y="280"/>
                    <a:pt x="95" y="278"/>
                  </a:cubicBezTo>
                  <a:cubicBezTo>
                    <a:pt x="63" y="278"/>
                    <a:pt x="34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2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3" y="2"/>
                    <a:pt x="124" y="0"/>
                    <a:pt x="183" y="0"/>
                  </a:cubicBezTo>
                  <a:cubicBezTo>
                    <a:pt x="274" y="0"/>
                    <a:pt x="274" y="0"/>
                    <a:pt x="274" y="0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8" y="4"/>
                    <a:pt x="368" y="4"/>
                    <a:pt x="368" y="4"/>
                  </a:cubicBezTo>
                  <a:cubicBezTo>
                    <a:pt x="368" y="27"/>
                    <a:pt x="368" y="51"/>
                    <a:pt x="368" y="74"/>
                  </a:cubicBezTo>
                  <a:cubicBezTo>
                    <a:pt x="366" y="141"/>
                    <a:pt x="366" y="141"/>
                    <a:pt x="366" y="141"/>
                  </a:cubicBezTo>
                  <a:cubicBezTo>
                    <a:pt x="366" y="208"/>
                    <a:pt x="366" y="208"/>
                    <a:pt x="366" y="208"/>
                  </a:cubicBezTo>
                  <a:lnTo>
                    <a:pt x="364" y="276"/>
                  </a:lnTo>
                  <a:moveTo>
                    <a:pt x="364" y="276"/>
                  </a:moveTo>
                  <a:lnTo>
                    <a:pt x="364" y="276"/>
                  </a:lnTo>
                  <a:cubicBezTo>
                    <a:pt x="362" y="206"/>
                    <a:pt x="362" y="206"/>
                    <a:pt x="362" y="206"/>
                  </a:cubicBezTo>
                  <a:cubicBezTo>
                    <a:pt x="362" y="139"/>
                    <a:pt x="362" y="139"/>
                    <a:pt x="362" y="139"/>
                  </a:cubicBezTo>
                  <a:cubicBezTo>
                    <a:pt x="362" y="72"/>
                    <a:pt x="362" y="72"/>
                    <a:pt x="362" y="72"/>
                  </a:cubicBezTo>
                  <a:cubicBezTo>
                    <a:pt x="360" y="49"/>
                    <a:pt x="360" y="27"/>
                    <a:pt x="360" y="4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24" y="9"/>
                    <a:pt x="63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7" y="276"/>
                  </a:cubicBezTo>
                  <a:cubicBezTo>
                    <a:pt x="2" y="272"/>
                    <a:pt x="2" y="272"/>
                    <a:pt x="2" y="272"/>
                  </a:cubicBezTo>
                  <a:cubicBezTo>
                    <a:pt x="34" y="272"/>
                    <a:pt x="63" y="272"/>
                    <a:pt x="93" y="272"/>
                  </a:cubicBezTo>
                  <a:cubicBezTo>
                    <a:pt x="122" y="272"/>
                    <a:pt x="152" y="272"/>
                    <a:pt x="183" y="272"/>
                  </a:cubicBezTo>
                  <a:cubicBezTo>
                    <a:pt x="274" y="274"/>
                    <a:pt x="274" y="274"/>
                    <a:pt x="274" y="274"/>
                  </a:cubicBezTo>
                  <a:lnTo>
                    <a:pt x="364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120"/>
            <p:cNvSpPr/>
            <p:nvPr/>
          </p:nvSpPr>
          <p:spPr>
            <a:xfrm>
              <a:off x="133849" y="1411822"/>
              <a:ext cx="329333" cy="39206"/>
            </a:xfrm>
            <a:custGeom>
              <a:rect b="b" l="l" r="r" t="t"/>
              <a:pathLst>
                <a:path extrusionOk="0" h="25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7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2"/>
                    <a:pt x="210" y="2"/>
                  </a:cubicBezTo>
                  <a:lnTo>
                    <a:pt x="210" y="2"/>
                  </a:lnTo>
                  <a:cubicBezTo>
                    <a:pt x="210" y="4"/>
                    <a:pt x="210" y="4"/>
                    <a:pt x="210" y="4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4"/>
                    <a:pt x="208" y="4"/>
                    <a:pt x="208" y="4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175" y="8"/>
                    <a:pt x="141" y="8"/>
                    <a:pt x="105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21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120"/>
            <p:cNvSpPr/>
            <p:nvPr/>
          </p:nvSpPr>
          <p:spPr>
            <a:xfrm>
              <a:off x="160510" y="13428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0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8" y="0"/>
                  </a:cubicBezTo>
                  <a:cubicBezTo>
                    <a:pt x="118" y="0"/>
                    <a:pt x="145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5" y="8"/>
                    <a:pt x="118" y="8"/>
                    <a:pt x="88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59" y="18"/>
                    <a:pt x="74" y="18"/>
                    <a:pt x="88" y="18"/>
                  </a:cubicBezTo>
                  <a:cubicBezTo>
                    <a:pt x="101" y="18"/>
                    <a:pt x="116" y="18"/>
                    <a:pt x="130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120"/>
            <p:cNvSpPr/>
            <p:nvPr/>
          </p:nvSpPr>
          <p:spPr>
            <a:xfrm>
              <a:off x="133849" y="1272248"/>
              <a:ext cx="329333" cy="40775"/>
            </a:xfrm>
            <a:custGeom>
              <a:rect b="b" l="l" r="r" t="t"/>
              <a:pathLst>
                <a:path extrusionOk="0" h="26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3"/>
                    <a:pt x="160" y="26"/>
                  </a:cubicBezTo>
                  <a:cubicBezTo>
                    <a:pt x="143" y="26"/>
                    <a:pt x="124" y="26"/>
                    <a:pt x="107" y="26"/>
                  </a:cubicBezTo>
                  <a:cubicBezTo>
                    <a:pt x="91" y="26"/>
                    <a:pt x="72" y="26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0"/>
                    <a:pt x="210" y="2"/>
                  </a:cubicBezTo>
                  <a:lnTo>
                    <a:pt x="210" y="2"/>
                  </a:lnTo>
                  <a:cubicBezTo>
                    <a:pt x="210" y="5"/>
                    <a:pt x="210" y="5"/>
                    <a:pt x="210" y="5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5"/>
                    <a:pt x="208" y="5"/>
                    <a:pt x="208" y="5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175" y="9"/>
                    <a:pt x="141" y="9"/>
                    <a:pt x="105" y="9"/>
                  </a:cubicBezTo>
                  <a:cubicBezTo>
                    <a:pt x="89" y="9"/>
                    <a:pt x="72" y="9"/>
                    <a:pt x="55" y="9"/>
                  </a:cubicBezTo>
                  <a:cubicBezTo>
                    <a:pt x="38" y="9"/>
                    <a:pt x="19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19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120"/>
            <p:cNvSpPr/>
            <p:nvPr/>
          </p:nvSpPr>
          <p:spPr>
            <a:xfrm>
              <a:off x="863086" y="1193835"/>
              <a:ext cx="244647" cy="1499249"/>
            </a:xfrm>
            <a:custGeom>
              <a:rect b="b" l="l" r="r" t="t"/>
              <a:pathLst>
                <a:path extrusionOk="0" h="956" w="156">
                  <a:moveTo>
                    <a:pt x="149" y="952"/>
                  </a:moveTo>
                  <a:lnTo>
                    <a:pt x="149" y="952"/>
                  </a:lnTo>
                  <a:cubicBezTo>
                    <a:pt x="78" y="954"/>
                    <a:pt x="78" y="954"/>
                    <a:pt x="78" y="954"/>
                  </a:cubicBezTo>
                  <a:cubicBezTo>
                    <a:pt x="55" y="954"/>
                    <a:pt x="32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5" y="244"/>
                  </a:cubicBezTo>
                  <a:cubicBezTo>
                    <a:pt x="158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39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3" y="479"/>
                    <a:pt x="13" y="479"/>
                    <a:pt x="13" y="479"/>
                  </a:cubicBezTo>
                  <a:cubicBezTo>
                    <a:pt x="15" y="538"/>
                    <a:pt x="15" y="538"/>
                    <a:pt x="15" y="538"/>
                  </a:cubicBezTo>
                  <a:cubicBezTo>
                    <a:pt x="15" y="597"/>
                    <a:pt x="15" y="597"/>
                    <a:pt x="15" y="597"/>
                  </a:cubicBezTo>
                  <a:cubicBezTo>
                    <a:pt x="15" y="656"/>
                    <a:pt x="15" y="656"/>
                    <a:pt x="15" y="656"/>
                  </a:cubicBezTo>
                  <a:cubicBezTo>
                    <a:pt x="15" y="715"/>
                    <a:pt x="15" y="715"/>
                    <a:pt x="15" y="715"/>
                  </a:cubicBezTo>
                  <a:cubicBezTo>
                    <a:pt x="13" y="833"/>
                    <a:pt x="13" y="833"/>
                    <a:pt x="13" y="833"/>
                  </a:cubicBezTo>
                  <a:cubicBezTo>
                    <a:pt x="13" y="952"/>
                    <a:pt x="13" y="952"/>
                    <a:pt x="13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6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120"/>
            <p:cNvSpPr/>
            <p:nvPr/>
          </p:nvSpPr>
          <p:spPr>
            <a:xfrm>
              <a:off x="863086" y="2381002"/>
              <a:ext cx="233669" cy="194463"/>
            </a:xfrm>
            <a:custGeom>
              <a:rect b="b" l="l" r="r" t="t"/>
              <a:pathLst>
                <a:path extrusionOk="0" h="124" w="149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5" y="2"/>
                    <a:pt x="38" y="2"/>
                  </a:cubicBezTo>
                  <a:cubicBezTo>
                    <a:pt x="50" y="2"/>
                    <a:pt x="61" y="2"/>
                    <a:pt x="73" y="2"/>
                  </a:cubicBezTo>
                  <a:cubicBezTo>
                    <a:pt x="99" y="0"/>
                    <a:pt x="122" y="0"/>
                    <a:pt x="147" y="2"/>
                  </a:cubicBezTo>
                  <a:cubicBezTo>
                    <a:pt x="149" y="2"/>
                    <a:pt x="149" y="2"/>
                    <a:pt x="149" y="2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0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0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5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6" y="8"/>
                  </a:cubicBezTo>
                  <a:cubicBezTo>
                    <a:pt x="65" y="8"/>
                    <a:pt x="52" y="6"/>
                    <a:pt x="40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120"/>
            <p:cNvSpPr/>
            <p:nvPr/>
          </p:nvSpPr>
          <p:spPr>
            <a:xfrm>
              <a:off x="889746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120"/>
            <p:cNvSpPr/>
            <p:nvPr/>
          </p:nvSpPr>
          <p:spPr>
            <a:xfrm>
              <a:off x="896019" y="2387275"/>
              <a:ext cx="0" cy="174076"/>
            </a:xfrm>
            <a:custGeom>
              <a:rect b="b" l="l" r="r" t="t"/>
              <a:pathLst>
                <a:path extrusionOk="0" fill="none" h="111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6"/>
                    <a:pt x="0" y="11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120"/>
            <p:cNvSpPr/>
            <p:nvPr/>
          </p:nvSpPr>
          <p:spPr>
            <a:xfrm>
              <a:off x="1081072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120"/>
            <p:cNvSpPr/>
            <p:nvPr/>
          </p:nvSpPr>
          <p:spPr>
            <a:xfrm>
              <a:off x="1084209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41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2" y="833"/>
                    <a:pt x="12" y="833"/>
                    <a:pt x="12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5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120"/>
            <p:cNvSpPr/>
            <p:nvPr/>
          </p:nvSpPr>
          <p:spPr>
            <a:xfrm>
              <a:off x="1087345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120"/>
            <p:cNvSpPr/>
            <p:nvPr/>
          </p:nvSpPr>
          <p:spPr>
            <a:xfrm>
              <a:off x="1110869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120"/>
            <p:cNvSpPr/>
            <p:nvPr/>
          </p:nvSpPr>
          <p:spPr>
            <a:xfrm>
              <a:off x="1305332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8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0" y="553"/>
                    <a:pt x="140" y="475"/>
                  </a:cubicBezTo>
                  <a:cubicBezTo>
                    <a:pt x="140" y="397"/>
                    <a:pt x="138" y="319"/>
                    <a:pt x="140" y="240"/>
                  </a:cubicBezTo>
                  <a:cubicBezTo>
                    <a:pt x="140" y="162"/>
                    <a:pt x="140" y="84"/>
                    <a:pt x="140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833"/>
                    <a:pt x="14" y="833"/>
                    <a:pt x="14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8" y="946"/>
                    <a:pt x="8" y="946"/>
                    <a:pt x="8" y="946"/>
                  </a:cubicBezTo>
                  <a:cubicBezTo>
                    <a:pt x="29" y="948"/>
                    <a:pt x="52" y="948"/>
                    <a:pt x="78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120"/>
            <p:cNvSpPr/>
            <p:nvPr/>
          </p:nvSpPr>
          <p:spPr>
            <a:xfrm>
              <a:off x="1308468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4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2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8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7" y="61"/>
                  </a:cubicBezTo>
                  <a:cubicBezTo>
                    <a:pt x="147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120"/>
            <p:cNvSpPr/>
            <p:nvPr/>
          </p:nvSpPr>
          <p:spPr>
            <a:xfrm>
              <a:off x="1330424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120"/>
            <p:cNvSpPr/>
            <p:nvPr/>
          </p:nvSpPr>
          <p:spPr>
            <a:xfrm>
              <a:off x="1521750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120"/>
            <p:cNvSpPr/>
            <p:nvPr/>
          </p:nvSpPr>
          <p:spPr>
            <a:xfrm>
              <a:off x="576096" y="787658"/>
              <a:ext cx="312082" cy="1905427"/>
            </a:xfrm>
            <a:custGeom>
              <a:rect b="b" l="l" r="r" t="t"/>
              <a:pathLst>
                <a:path extrusionOk="0" h="1215" w="199">
                  <a:moveTo>
                    <a:pt x="191" y="1211"/>
                  </a:moveTo>
                  <a:lnTo>
                    <a:pt x="191" y="1211"/>
                  </a:lnTo>
                  <a:cubicBezTo>
                    <a:pt x="99" y="1213"/>
                    <a:pt x="99" y="1213"/>
                    <a:pt x="99" y="1213"/>
                  </a:cubicBezTo>
                  <a:cubicBezTo>
                    <a:pt x="69" y="1213"/>
                    <a:pt x="38" y="1215"/>
                    <a:pt x="6" y="1215"/>
                  </a:cubicBezTo>
                  <a:cubicBezTo>
                    <a:pt x="2" y="1215"/>
                    <a:pt x="2" y="1215"/>
                    <a:pt x="2" y="1215"/>
                  </a:cubicBezTo>
                  <a:cubicBezTo>
                    <a:pt x="2" y="1211"/>
                    <a:pt x="2" y="1211"/>
                    <a:pt x="2" y="1211"/>
                  </a:cubicBezTo>
                  <a:cubicBezTo>
                    <a:pt x="0" y="1060"/>
                    <a:pt x="0" y="1060"/>
                    <a:pt x="0" y="1060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835"/>
                    <a:pt x="0" y="835"/>
                    <a:pt x="0" y="835"/>
                  </a:cubicBezTo>
                  <a:cubicBezTo>
                    <a:pt x="0" y="759"/>
                    <a:pt x="0" y="759"/>
                    <a:pt x="0" y="759"/>
                  </a:cubicBezTo>
                  <a:cubicBezTo>
                    <a:pt x="0" y="684"/>
                    <a:pt x="0" y="684"/>
                    <a:pt x="0" y="684"/>
                  </a:cubicBezTo>
                  <a:cubicBezTo>
                    <a:pt x="2" y="608"/>
                    <a:pt x="2" y="608"/>
                    <a:pt x="2" y="608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4" y="408"/>
                    <a:pt x="4" y="358"/>
                    <a:pt x="4" y="307"/>
                  </a:cubicBezTo>
                  <a:cubicBezTo>
                    <a:pt x="4" y="208"/>
                    <a:pt x="4" y="108"/>
                    <a:pt x="2" y="7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8" y="108"/>
                    <a:pt x="198" y="208"/>
                    <a:pt x="198" y="309"/>
                  </a:cubicBezTo>
                  <a:cubicBezTo>
                    <a:pt x="200" y="410"/>
                    <a:pt x="198" y="511"/>
                    <a:pt x="198" y="612"/>
                  </a:cubicBezTo>
                  <a:cubicBezTo>
                    <a:pt x="198" y="713"/>
                    <a:pt x="196" y="814"/>
                    <a:pt x="196" y="913"/>
                  </a:cubicBezTo>
                  <a:lnTo>
                    <a:pt x="191" y="1211"/>
                  </a:lnTo>
                  <a:moveTo>
                    <a:pt x="189" y="1209"/>
                  </a:moveTo>
                  <a:lnTo>
                    <a:pt x="189" y="1209"/>
                  </a:lnTo>
                  <a:cubicBezTo>
                    <a:pt x="185" y="906"/>
                    <a:pt x="185" y="906"/>
                    <a:pt x="185" y="906"/>
                  </a:cubicBezTo>
                  <a:cubicBezTo>
                    <a:pt x="185" y="806"/>
                    <a:pt x="183" y="705"/>
                    <a:pt x="183" y="606"/>
                  </a:cubicBezTo>
                  <a:cubicBezTo>
                    <a:pt x="183" y="505"/>
                    <a:pt x="181" y="406"/>
                    <a:pt x="181" y="307"/>
                  </a:cubicBezTo>
                  <a:cubicBezTo>
                    <a:pt x="183" y="206"/>
                    <a:pt x="183" y="108"/>
                    <a:pt x="183" y="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108"/>
                    <a:pt x="10" y="208"/>
                    <a:pt x="10" y="307"/>
                  </a:cubicBezTo>
                  <a:cubicBezTo>
                    <a:pt x="10" y="358"/>
                    <a:pt x="10" y="408"/>
                    <a:pt x="10" y="459"/>
                  </a:cubicBezTo>
                  <a:cubicBezTo>
                    <a:pt x="13" y="608"/>
                    <a:pt x="13" y="608"/>
                    <a:pt x="13" y="608"/>
                  </a:cubicBezTo>
                  <a:cubicBezTo>
                    <a:pt x="15" y="684"/>
                    <a:pt x="15" y="684"/>
                    <a:pt x="15" y="684"/>
                  </a:cubicBezTo>
                  <a:cubicBezTo>
                    <a:pt x="15" y="759"/>
                    <a:pt x="15" y="759"/>
                    <a:pt x="15" y="759"/>
                  </a:cubicBezTo>
                  <a:cubicBezTo>
                    <a:pt x="15" y="835"/>
                    <a:pt x="15" y="835"/>
                    <a:pt x="15" y="835"/>
                  </a:cubicBezTo>
                  <a:cubicBezTo>
                    <a:pt x="15" y="911"/>
                    <a:pt x="15" y="911"/>
                    <a:pt x="15" y="911"/>
                  </a:cubicBezTo>
                  <a:cubicBezTo>
                    <a:pt x="13" y="1060"/>
                    <a:pt x="13" y="1060"/>
                    <a:pt x="13" y="1060"/>
                  </a:cubicBezTo>
                  <a:cubicBezTo>
                    <a:pt x="10" y="1211"/>
                    <a:pt x="10" y="1211"/>
                    <a:pt x="10" y="1211"/>
                  </a:cubicBezTo>
                  <a:cubicBezTo>
                    <a:pt x="6" y="1205"/>
                    <a:pt x="6" y="1205"/>
                    <a:pt x="6" y="1205"/>
                  </a:cubicBezTo>
                  <a:cubicBezTo>
                    <a:pt x="38" y="1207"/>
                    <a:pt x="67" y="1207"/>
                    <a:pt x="97" y="1207"/>
                  </a:cubicBezTo>
                  <a:lnTo>
                    <a:pt x="189" y="120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120"/>
            <p:cNvSpPr/>
            <p:nvPr/>
          </p:nvSpPr>
          <p:spPr>
            <a:xfrm>
              <a:off x="582369" y="969575"/>
              <a:ext cx="296399" cy="59594"/>
            </a:xfrm>
            <a:custGeom>
              <a:rect b="b" l="l" r="r" t="t"/>
              <a:pathLst>
                <a:path extrusionOk="0" h="38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6"/>
                    <a:pt x="158" y="38"/>
                    <a:pt x="141" y="38"/>
                  </a:cubicBezTo>
                  <a:cubicBezTo>
                    <a:pt x="126" y="38"/>
                    <a:pt x="112" y="38"/>
                    <a:pt x="97" y="38"/>
                  </a:cubicBezTo>
                  <a:cubicBezTo>
                    <a:pt x="80" y="38"/>
                    <a:pt x="65" y="38"/>
                    <a:pt x="48" y="38"/>
                  </a:cubicBezTo>
                  <a:cubicBezTo>
                    <a:pt x="34" y="36"/>
                    <a:pt x="19" y="36"/>
                    <a:pt x="2" y="36"/>
                  </a:cubicBezTo>
                  <a:lnTo>
                    <a:pt x="2" y="36"/>
                  </a:lnTo>
                  <a:lnTo>
                    <a:pt x="2" y="36"/>
                  </a:ln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3"/>
                    <a:pt x="183" y="15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2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120"/>
            <p:cNvSpPr/>
            <p:nvPr/>
          </p:nvSpPr>
          <p:spPr>
            <a:xfrm>
              <a:off x="582369" y="110758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5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120"/>
            <p:cNvSpPr/>
            <p:nvPr/>
          </p:nvSpPr>
          <p:spPr>
            <a:xfrm>
              <a:off x="582369" y="2330818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6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6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6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6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120"/>
            <p:cNvSpPr/>
            <p:nvPr/>
          </p:nvSpPr>
          <p:spPr>
            <a:xfrm>
              <a:off x="582369" y="247039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5"/>
                  </a:moveTo>
                  <a:lnTo>
                    <a:pt x="187" y="35"/>
                  </a:lnTo>
                  <a:cubicBezTo>
                    <a:pt x="173" y="37"/>
                    <a:pt x="158" y="37"/>
                    <a:pt x="141" y="37"/>
                  </a:cubicBezTo>
                  <a:cubicBezTo>
                    <a:pt x="126" y="40"/>
                    <a:pt x="112" y="40"/>
                    <a:pt x="97" y="40"/>
                  </a:cubicBezTo>
                  <a:cubicBezTo>
                    <a:pt x="80" y="40"/>
                    <a:pt x="65" y="37"/>
                    <a:pt x="48" y="37"/>
                  </a:cubicBezTo>
                  <a:cubicBezTo>
                    <a:pt x="34" y="37"/>
                    <a:pt x="19" y="37"/>
                    <a:pt x="2" y="37"/>
                  </a:cubicBezTo>
                  <a:lnTo>
                    <a:pt x="2" y="37"/>
                  </a:lnTo>
                  <a:cubicBezTo>
                    <a:pt x="2" y="35"/>
                    <a:pt x="2" y="35"/>
                    <a:pt x="2" y="35"/>
                  </a:cubicBezTo>
                  <a:cubicBezTo>
                    <a:pt x="2" y="25"/>
                    <a:pt x="0" y="1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2"/>
                    <a:pt x="63" y="0"/>
                    <a:pt x="95" y="0"/>
                  </a:cubicBezTo>
                  <a:cubicBezTo>
                    <a:pt x="124" y="0"/>
                    <a:pt x="156" y="2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6"/>
                    <a:pt x="187" y="27"/>
                    <a:pt x="187" y="35"/>
                  </a:cubicBezTo>
                  <a:moveTo>
                    <a:pt x="185" y="35"/>
                  </a:moveTo>
                  <a:lnTo>
                    <a:pt x="185" y="35"/>
                  </a:lnTo>
                  <a:cubicBezTo>
                    <a:pt x="185" y="25"/>
                    <a:pt x="183" y="14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4"/>
                    <a:pt x="4" y="25"/>
                    <a:pt x="4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9" y="35"/>
                    <a:pt x="34" y="33"/>
                    <a:pt x="48" y="33"/>
                  </a:cubicBezTo>
                  <a:cubicBezTo>
                    <a:pt x="63" y="33"/>
                    <a:pt x="78" y="31"/>
                    <a:pt x="93" y="31"/>
                  </a:cubicBezTo>
                  <a:cubicBezTo>
                    <a:pt x="107" y="31"/>
                    <a:pt x="122" y="33"/>
                    <a:pt x="139" y="33"/>
                  </a:cubicBezTo>
                  <a:cubicBezTo>
                    <a:pt x="154" y="33"/>
                    <a:pt x="171" y="33"/>
                    <a:pt x="185" y="3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120"/>
            <p:cNvSpPr/>
            <p:nvPr/>
          </p:nvSpPr>
          <p:spPr>
            <a:xfrm>
              <a:off x="687442" y="1289499"/>
              <a:ext cx="84685" cy="293263"/>
            </a:xfrm>
            <a:custGeom>
              <a:rect b="b" l="l" r="r" t="t"/>
              <a:pathLst>
                <a:path extrusionOk="0" h="187" w="54">
                  <a:moveTo>
                    <a:pt x="53" y="185"/>
                  </a:moveTo>
                  <a:lnTo>
                    <a:pt x="53" y="185"/>
                  </a:lnTo>
                  <a:cubicBezTo>
                    <a:pt x="36" y="187"/>
                    <a:pt x="19" y="187"/>
                    <a:pt x="3" y="187"/>
                  </a:cubicBezTo>
                  <a:lnTo>
                    <a:pt x="3" y="187"/>
                  </a:lnTo>
                  <a:cubicBezTo>
                    <a:pt x="3" y="185"/>
                    <a:pt x="3" y="185"/>
                    <a:pt x="3" y="18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24"/>
                    <a:pt x="0" y="109"/>
                    <a:pt x="3" y="95"/>
                  </a:cubicBezTo>
                  <a:cubicBezTo>
                    <a:pt x="3" y="80"/>
                    <a:pt x="3" y="63"/>
                    <a:pt x="3" y="48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3" y="2"/>
                  </a:lnTo>
                  <a:lnTo>
                    <a:pt x="3" y="2"/>
                  </a:lnTo>
                  <a:cubicBezTo>
                    <a:pt x="51" y="0"/>
                    <a:pt x="51" y="0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34"/>
                    <a:pt x="55" y="65"/>
                    <a:pt x="53" y="95"/>
                  </a:cubicBezTo>
                  <a:cubicBezTo>
                    <a:pt x="53" y="126"/>
                    <a:pt x="53" y="156"/>
                    <a:pt x="53" y="185"/>
                  </a:cubicBezTo>
                  <a:moveTo>
                    <a:pt x="51" y="185"/>
                  </a:moveTo>
                  <a:lnTo>
                    <a:pt x="51" y="185"/>
                  </a:lnTo>
                  <a:cubicBezTo>
                    <a:pt x="51" y="92"/>
                    <a:pt x="51" y="92"/>
                    <a:pt x="51" y="92"/>
                  </a:cubicBezTo>
                  <a:cubicBezTo>
                    <a:pt x="49" y="63"/>
                    <a:pt x="49" y="34"/>
                    <a:pt x="51" y="2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63"/>
                    <a:pt x="5" y="80"/>
                    <a:pt x="5" y="95"/>
                  </a:cubicBezTo>
                  <a:cubicBezTo>
                    <a:pt x="5" y="109"/>
                    <a:pt x="5" y="124"/>
                    <a:pt x="5" y="141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19" y="185"/>
                    <a:pt x="34" y="185"/>
                    <a:pt x="51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120"/>
            <p:cNvSpPr/>
            <p:nvPr/>
          </p:nvSpPr>
          <p:spPr>
            <a:xfrm>
              <a:off x="1524887" y="1074648"/>
              <a:ext cx="688462" cy="1623141"/>
            </a:xfrm>
            <a:custGeom>
              <a:rect b="b" l="l" r="r" t="t"/>
              <a:pathLst>
                <a:path extrusionOk="0" h="1035" w="439">
                  <a:moveTo>
                    <a:pt x="429" y="1028"/>
                  </a:moveTo>
                  <a:lnTo>
                    <a:pt x="429" y="1028"/>
                  </a:lnTo>
                  <a:cubicBezTo>
                    <a:pt x="221" y="1032"/>
                    <a:pt x="221" y="1032"/>
                    <a:pt x="221" y="1032"/>
                  </a:cubicBezTo>
                  <a:cubicBezTo>
                    <a:pt x="114" y="1032"/>
                    <a:pt x="114" y="1032"/>
                    <a:pt x="114" y="1032"/>
                  </a:cubicBezTo>
                  <a:cubicBezTo>
                    <a:pt x="9" y="1035"/>
                    <a:pt x="9" y="1035"/>
                    <a:pt x="9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42"/>
                    <a:pt x="0" y="858"/>
                    <a:pt x="0" y="772"/>
                  </a:cubicBezTo>
                  <a:cubicBezTo>
                    <a:pt x="0" y="730"/>
                    <a:pt x="0" y="688"/>
                    <a:pt x="3" y="646"/>
                  </a:cubicBezTo>
                  <a:cubicBezTo>
                    <a:pt x="5" y="517"/>
                    <a:pt x="5" y="517"/>
                    <a:pt x="5" y="517"/>
                  </a:cubicBezTo>
                  <a:cubicBezTo>
                    <a:pt x="5" y="475"/>
                    <a:pt x="5" y="433"/>
                    <a:pt x="5" y="391"/>
                  </a:cubicBezTo>
                  <a:cubicBezTo>
                    <a:pt x="5" y="347"/>
                    <a:pt x="5" y="305"/>
                    <a:pt x="5" y="263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8" y="2"/>
                    <a:pt x="148" y="2"/>
                    <a:pt x="219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93"/>
                    <a:pt x="440" y="179"/>
                    <a:pt x="438" y="265"/>
                  </a:cubicBezTo>
                  <a:cubicBezTo>
                    <a:pt x="438" y="349"/>
                    <a:pt x="438" y="435"/>
                    <a:pt x="438" y="522"/>
                  </a:cubicBezTo>
                  <a:cubicBezTo>
                    <a:pt x="434" y="776"/>
                    <a:pt x="434" y="776"/>
                    <a:pt x="434" y="776"/>
                  </a:cubicBezTo>
                  <a:lnTo>
                    <a:pt x="429" y="1028"/>
                  </a:lnTo>
                  <a:moveTo>
                    <a:pt x="429" y="1026"/>
                  </a:moveTo>
                  <a:lnTo>
                    <a:pt x="429" y="1026"/>
                  </a:lnTo>
                  <a:cubicBezTo>
                    <a:pt x="425" y="770"/>
                    <a:pt x="425" y="770"/>
                    <a:pt x="425" y="770"/>
                  </a:cubicBezTo>
                  <a:cubicBezTo>
                    <a:pt x="423" y="515"/>
                    <a:pt x="423" y="515"/>
                    <a:pt x="423" y="515"/>
                  </a:cubicBezTo>
                  <a:cubicBezTo>
                    <a:pt x="421" y="429"/>
                    <a:pt x="421" y="345"/>
                    <a:pt x="421" y="261"/>
                  </a:cubicBezTo>
                  <a:cubicBezTo>
                    <a:pt x="421" y="177"/>
                    <a:pt x="421" y="93"/>
                    <a:pt x="421" y="9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219" y="15"/>
                    <a:pt x="219" y="15"/>
                    <a:pt x="219" y="15"/>
                  </a:cubicBezTo>
                  <a:cubicBezTo>
                    <a:pt x="148" y="15"/>
                    <a:pt x="78" y="13"/>
                    <a:pt x="9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05"/>
                    <a:pt x="11" y="347"/>
                    <a:pt x="11" y="391"/>
                  </a:cubicBezTo>
                  <a:cubicBezTo>
                    <a:pt x="11" y="433"/>
                    <a:pt x="11" y="475"/>
                    <a:pt x="13" y="517"/>
                  </a:cubicBezTo>
                  <a:cubicBezTo>
                    <a:pt x="13" y="646"/>
                    <a:pt x="13" y="646"/>
                    <a:pt x="13" y="646"/>
                  </a:cubicBezTo>
                  <a:cubicBezTo>
                    <a:pt x="15" y="688"/>
                    <a:pt x="15" y="730"/>
                    <a:pt x="15" y="772"/>
                  </a:cubicBezTo>
                  <a:cubicBezTo>
                    <a:pt x="15" y="858"/>
                    <a:pt x="15" y="942"/>
                    <a:pt x="15" y="1028"/>
                  </a:cubicBezTo>
                  <a:cubicBezTo>
                    <a:pt x="9" y="1020"/>
                    <a:pt x="9" y="1020"/>
                    <a:pt x="9" y="1020"/>
                  </a:cubicBezTo>
                  <a:cubicBezTo>
                    <a:pt x="112" y="1022"/>
                    <a:pt x="112" y="1022"/>
                    <a:pt x="112" y="1022"/>
                  </a:cubicBezTo>
                  <a:cubicBezTo>
                    <a:pt x="217" y="1022"/>
                    <a:pt x="217" y="1022"/>
                    <a:pt x="217" y="1022"/>
                  </a:cubicBezTo>
                  <a:lnTo>
                    <a:pt x="429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120"/>
            <p:cNvSpPr/>
            <p:nvPr/>
          </p:nvSpPr>
          <p:spPr>
            <a:xfrm>
              <a:off x="1620550" y="2205358"/>
              <a:ext cx="498703" cy="376381"/>
            </a:xfrm>
            <a:custGeom>
              <a:rect b="b" l="l" r="r" t="t"/>
              <a:pathLst>
                <a:path extrusionOk="0" h="240" w="318">
                  <a:moveTo>
                    <a:pt x="314" y="236"/>
                  </a:moveTo>
                  <a:lnTo>
                    <a:pt x="314" y="236"/>
                  </a:lnTo>
                  <a:cubicBezTo>
                    <a:pt x="236" y="238"/>
                    <a:pt x="236" y="238"/>
                    <a:pt x="236" y="238"/>
                  </a:cubicBezTo>
                  <a:cubicBezTo>
                    <a:pt x="211" y="238"/>
                    <a:pt x="186" y="238"/>
                    <a:pt x="158" y="238"/>
                  </a:cubicBezTo>
                  <a:cubicBezTo>
                    <a:pt x="133" y="238"/>
                    <a:pt x="108" y="240"/>
                    <a:pt x="80" y="240"/>
                  </a:cubicBezTo>
                  <a:cubicBezTo>
                    <a:pt x="55" y="240"/>
                    <a:pt x="30" y="238"/>
                    <a:pt x="3" y="238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196"/>
                    <a:pt x="3" y="158"/>
                    <a:pt x="3" y="120"/>
                  </a:cubicBezTo>
                  <a:cubicBezTo>
                    <a:pt x="3" y="80"/>
                    <a:pt x="0" y="42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5" y="0"/>
                    <a:pt x="106" y="0"/>
                    <a:pt x="158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23"/>
                    <a:pt x="316" y="42"/>
                    <a:pt x="316" y="63"/>
                  </a:cubicBezTo>
                  <a:cubicBezTo>
                    <a:pt x="316" y="120"/>
                    <a:pt x="316" y="120"/>
                    <a:pt x="316" y="120"/>
                  </a:cubicBezTo>
                  <a:lnTo>
                    <a:pt x="314" y="236"/>
                  </a:lnTo>
                  <a:moveTo>
                    <a:pt x="312" y="236"/>
                  </a:moveTo>
                  <a:lnTo>
                    <a:pt x="312" y="236"/>
                  </a:lnTo>
                  <a:cubicBezTo>
                    <a:pt x="309" y="118"/>
                    <a:pt x="309" y="118"/>
                    <a:pt x="309" y="118"/>
                  </a:cubicBezTo>
                  <a:cubicBezTo>
                    <a:pt x="309" y="61"/>
                    <a:pt x="309" y="61"/>
                    <a:pt x="309" y="61"/>
                  </a:cubicBezTo>
                  <a:cubicBezTo>
                    <a:pt x="309" y="42"/>
                    <a:pt x="309" y="23"/>
                    <a:pt x="309" y="5"/>
                  </a:cubicBezTo>
                  <a:cubicBezTo>
                    <a:pt x="314" y="9"/>
                    <a:pt x="314" y="9"/>
                    <a:pt x="314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06" y="7"/>
                    <a:pt x="55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2"/>
                    <a:pt x="5" y="80"/>
                    <a:pt x="5" y="120"/>
                  </a:cubicBezTo>
                  <a:cubicBezTo>
                    <a:pt x="5" y="158"/>
                    <a:pt x="5" y="196"/>
                    <a:pt x="7" y="236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28" y="232"/>
                    <a:pt x="55" y="232"/>
                    <a:pt x="80" y="232"/>
                  </a:cubicBezTo>
                  <a:cubicBezTo>
                    <a:pt x="106" y="232"/>
                    <a:pt x="131" y="232"/>
                    <a:pt x="156" y="232"/>
                  </a:cubicBezTo>
                  <a:cubicBezTo>
                    <a:pt x="234" y="234"/>
                    <a:pt x="234" y="234"/>
                    <a:pt x="234" y="234"/>
                  </a:cubicBezTo>
                  <a:lnTo>
                    <a:pt x="312" y="23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120"/>
            <p:cNvSpPr/>
            <p:nvPr/>
          </p:nvSpPr>
          <p:spPr>
            <a:xfrm>
              <a:off x="1532728" y="1408686"/>
              <a:ext cx="668075" cy="48616"/>
            </a:xfrm>
            <a:custGeom>
              <a:rect b="b" l="l" r="r" t="t"/>
              <a:pathLst>
                <a:path extrusionOk="0" h="31" w="426">
                  <a:moveTo>
                    <a:pt x="424" y="27"/>
                  </a:moveTo>
                  <a:lnTo>
                    <a:pt x="424" y="27"/>
                  </a:lnTo>
                  <a:cubicBezTo>
                    <a:pt x="391" y="29"/>
                    <a:pt x="357" y="29"/>
                    <a:pt x="321" y="29"/>
                  </a:cubicBezTo>
                  <a:cubicBezTo>
                    <a:pt x="286" y="29"/>
                    <a:pt x="250" y="31"/>
                    <a:pt x="216" y="31"/>
                  </a:cubicBezTo>
                  <a:cubicBezTo>
                    <a:pt x="181" y="29"/>
                    <a:pt x="145" y="29"/>
                    <a:pt x="109" y="29"/>
                  </a:cubicBezTo>
                  <a:cubicBezTo>
                    <a:pt x="73" y="27"/>
                    <a:pt x="37" y="29"/>
                    <a:pt x="4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7" y="0"/>
                    <a:pt x="73" y="0"/>
                    <a:pt x="109" y="0"/>
                  </a:cubicBezTo>
                  <a:cubicBezTo>
                    <a:pt x="143" y="0"/>
                    <a:pt x="178" y="0"/>
                    <a:pt x="214" y="0"/>
                  </a:cubicBezTo>
                  <a:cubicBezTo>
                    <a:pt x="250" y="0"/>
                    <a:pt x="284" y="0"/>
                    <a:pt x="319" y="0"/>
                  </a:cubicBezTo>
                  <a:cubicBezTo>
                    <a:pt x="355" y="0"/>
                    <a:pt x="389" y="2"/>
                    <a:pt x="424" y="2"/>
                  </a:cubicBezTo>
                  <a:cubicBezTo>
                    <a:pt x="426" y="2"/>
                    <a:pt x="426" y="2"/>
                    <a:pt x="426" y="2"/>
                  </a:cubicBezTo>
                  <a:cubicBezTo>
                    <a:pt x="426" y="4"/>
                    <a:pt x="426" y="4"/>
                    <a:pt x="426" y="4"/>
                  </a:cubicBezTo>
                  <a:lnTo>
                    <a:pt x="424" y="27"/>
                  </a:lnTo>
                  <a:moveTo>
                    <a:pt x="424" y="27"/>
                  </a:moveTo>
                  <a:lnTo>
                    <a:pt x="424" y="27"/>
                  </a:lnTo>
                  <a:cubicBezTo>
                    <a:pt x="424" y="4"/>
                    <a:pt x="424" y="4"/>
                    <a:pt x="424" y="4"/>
                  </a:cubicBezTo>
                  <a:lnTo>
                    <a:pt x="424" y="4"/>
                  </a:lnTo>
                  <a:cubicBezTo>
                    <a:pt x="389" y="6"/>
                    <a:pt x="355" y="6"/>
                    <a:pt x="319" y="8"/>
                  </a:cubicBezTo>
                  <a:cubicBezTo>
                    <a:pt x="284" y="8"/>
                    <a:pt x="250" y="8"/>
                    <a:pt x="214" y="8"/>
                  </a:cubicBezTo>
                  <a:cubicBezTo>
                    <a:pt x="178" y="8"/>
                    <a:pt x="143" y="8"/>
                    <a:pt x="109" y="8"/>
                  </a:cubicBezTo>
                  <a:cubicBezTo>
                    <a:pt x="73" y="8"/>
                    <a:pt x="37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37" y="25"/>
                    <a:pt x="73" y="25"/>
                    <a:pt x="109" y="25"/>
                  </a:cubicBezTo>
                  <a:cubicBezTo>
                    <a:pt x="143" y="25"/>
                    <a:pt x="178" y="23"/>
                    <a:pt x="212" y="23"/>
                  </a:cubicBezTo>
                  <a:cubicBezTo>
                    <a:pt x="248" y="23"/>
                    <a:pt x="281" y="25"/>
                    <a:pt x="317" y="25"/>
                  </a:cubicBezTo>
                  <a:cubicBezTo>
                    <a:pt x="353" y="25"/>
                    <a:pt x="389" y="25"/>
                    <a:pt x="424" y="2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120"/>
            <p:cNvSpPr/>
            <p:nvPr/>
          </p:nvSpPr>
          <p:spPr>
            <a:xfrm>
              <a:off x="1532728" y="2056374"/>
              <a:ext cx="668075" cy="47048"/>
            </a:xfrm>
            <a:custGeom>
              <a:rect b="b" l="l" r="r" t="t"/>
              <a:pathLst>
                <a:path extrusionOk="0" h="30" w="426">
                  <a:moveTo>
                    <a:pt x="424" y="28"/>
                  </a:moveTo>
                  <a:lnTo>
                    <a:pt x="424" y="28"/>
                  </a:lnTo>
                  <a:cubicBezTo>
                    <a:pt x="391" y="28"/>
                    <a:pt x="357" y="30"/>
                    <a:pt x="321" y="30"/>
                  </a:cubicBezTo>
                  <a:cubicBezTo>
                    <a:pt x="286" y="30"/>
                    <a:pt x="250" y="30"/>
                    <a:pt x="216" y="30"/>
                  </a:cubicBezTo>
                  <a:cubicBezTo>
                    <a:pt x="181" y="30"/>
                    <a:pt x="145" y="30"/>
                    <a:pt x="109" y="28"/>
                  </a:cubicBezTo>
                  <a:cubicBezTo>
                    <a:pt x="73" y="28"/>
                    <a:pt x="37" y="28"/>
                    <a:pt x="4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7" y="1"/>
                    <a:pt x="73" y="1"/>
                    <a:pt x="109" y="1"/>
                  </a:cubicBezTo>
                  <a:cubicBezTo>
                    <a:pt x="143" y="1"/>
                    <a:pt x="178" y="-1"/>
                    <a:pt x="214" y="1"/>
                  </a:cubicBezTo>
                  <a:cubicBezTo>
                    <a:pt x="250" y="1"/>
                    <a:pt x="284" y="1"/>
                    <a:pt x="319" y="1"/>
                  </a:cubicBezTo>
                  <a:cubicBezTo>
                    <a:pt x="355" y="1"/>
                    <a:pt x="389" y="3"/>
                    <a:pt x="424" y="3"/>
                  </a:cubicBezTo>
                  <a:cubicBezTo>
                    <a:pt x="426" y="3"/>
                    <a:pt x="426" y="3"/>
                    <a:pt x="426" y="3"/>
                  </a:cubicBezTo>
                  <a:cubicBezTo>
                    <a:pt x="426" y="5"/>
                    <a:pt x="426" y="5"/>
                    <a:pt x="426" y="5"/>
                  </a:cubicBezTo>
                  <a:lnTo>
                    <a:pt x="424" y="28"/>
                  </a:lnTo>
                  <a:moveTo>
                    <a:pt x="424" y="28"/>
                  </a:moveTo>
                  <a:lnTo>
                    <a:pt x="424" y="28"/>
                  </a:lnTo>
                  <a:cubicBezTo>
                    <a:pt x="424" y="5"/>
                    <a:pt x="424" y="5"/>
                    <a:pt x="424" y="5"/>
                  </a:cubicBezTo>
                  <a:lnTo>
                    <a:pt x="424" y="5"/>
                  </a:lnTo>
                  <a:cubicBezTo>
                    <a:pt x="389" y="7"/>
                    <a:pt x="355" y="7"/>
                    <a:pt x="319" y="7"/>
                  </a:cubicBezTo>
                  <a:cubicBezTo>
                    <a:pt x="284" y="9"/>
                    <a:pt x="250" y="9"/>
                    <a:pt x="214" y="9"/>
                  </a:cubicBezTo>
                  <a:cubicBezTo>
                    <a:pt x="178" y="9"/>
                    <a:pt x="143" y="9"/>
                    <a:pt x="109" y="9"/>
                  </a:cubicBezTo>
                  <a:cubicBezTo>
                    <a:pt x="73" y="7"/>
                    <a:pt x="37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7" y="26"/>
                    <a:pt x="73" y="26"/>
                    <a:pt x="109" y="26"/>
                  </a:cubicBezTo>
                  <a:cubicBezTo>
                    <a:pt x="143" y="26"/>
                    <a:pt x="178" y="24"/>
                    <a:pt x="212" y="24"/>
                  </a:cubicBezTo>
                  <a:cubicBezTo>
                    <a:pt x="248" y="24"/>
                    <a:pt x="281" y="24"/>
                    <a:pt x="317" y="24"/>
                  </a:cubicBezTo>
                  <a:cubicBezTo>
                    <a:pt x="353" y="26"/>
                    <a:pt x="389" y="26"/>
                    <a:pt x="424" y="2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120"/>
            <p:cNvSpPr/>
            <p:nvPr/>
          </p:nvSpPr>
          <p:spPr>
            <a:xfrm>
              <a:off x="2205507" y="1170312"/>
              <a:ext cx="368539" cy="1516500"/>
            </a:xfrm>
            <a:custGeom>
              <a:rect b="b" l="l" r="r" t="t"/>
              <a:pathLst>
                <a:path extrusionOk="0" h="967" w="235">
                  <a:moveTo>
                    <a:pt x="235" y="948"/>
                  </a:moveTo>
                  <a:lnTo>
                    <a:pt x="235" y="948"/>
                  </a:lnTo>
                  <a:cubicBezTo>
                    <a:pt x="166" y="959"/>
                    <a:pt x="166" y="959"/>
                    <a:pt x="166" y="959"/>
                  </a:cubicBezTo>
                  <a:cubicBezTo>
                    <a:pt x="143" y="961"/>
                    <a:pt x="120" y="963"/>
                    <a:pt x="94" y="967"/>
                  </a:cubicBezTo>
                  <a:cubicBezTo>
                    <a:pt x="90" y="967"/>
                    <a:pt x="90" y="967"/>
                    <a:pt x="90" y="967"/>
                  </a:cubicBezTo>
                  <a:cubicBezTo>
                    <a:pt x="90" y="963"/>
                    <a:pt x="90" y="963"/>
                    <a:pt x="90" y="963"/>
                  </a:cubicBezTo>
                  <a:cubicBezTo>
                    <a:pt x="77" y="845"/>
                    <a:pt x="77" y="845"/>
                    <a:pt x="77" y="845"/>
                  </a:cubicBezTo>
                  <a:cubicBezTo>
                    <a:pt x="65" y="728"/>
                    <a:pt x="65" y="728"/>
                    <a:pt x="65" y="728"/>
                  </a:cubicBezTo>
                  <a:cubicBezTo>
                    <a:pt x="59" y="669"/>
                    <a:pt x="59" y="669"/>
                    <a:pt x="59" y="669"/>
                  </a:cubicBezTo>
                  <a:cubicBezTo>
                    <a:pt x="54" y="610"/>
                    <a:pt x="54" y="610"/>
                    <a:pt x="54" y="610"/>
                  </a:cubicBezTo>
                  <a:cubicBezTo>
                    <a:pt x="48" y="551"/>
                    <a:pt x="48" y="551"/>
                    <a:pt x="48" y="551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33" y="374"/>
                    <a:pt x="33" y="374"/>
                    <a:pt x="33" y="374"/>
                  </a:cubicBezTo>
                  <a:cubicBezTo>
                    <a:pt x="31" y="334"/>
                    <a:pt x="27" y="297"/>
                    <a:pt x="25" y="257"/>
                  </a:cubicBezTo>
                  <a:cubicBezTo>
                    <a:pt x="16" y="179"/>
                    <a:pt x="8" y="99"/>
                    <a:pt x="0" y="2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60" y="86"/>
                    <a:pt x="168" y="164"/>
                    <a:pt x="176" y="244"/>
                  </a:cubicBezTo>
                  <a:cubicBezTo>
                    <a:pt x="185" y="322"/>
                    <a:pt x="191" y="402"/>
                    <a:pt x="197" y="480"/>
                  </a:cubicBezTo>
                  <a:cubicBezTo>
                    <a:pt x="206" y="559"/>
                    <a:pt x="212" y="637"/>
                    <a:pt x="218" y="717"/>
                  </a:cubicBezTo>
                  <a:lnTo>
                    <a:pt x="235" y="948"/>
                  </a:lnTo>
                  <a:moveTo>
                    <a:pt x="235" y="948"/>
                  </a:moveTo>
                  <a:lnTo>
                    <a:pt x="235" y="948"/>
                  </a:lnTo>
                  <a:cubicBezTo>
                    <a:pt x="208" y="711"/>
                    <a:pt x="208" y="711"/>
                    <a:pt x="208" y="711"/>
                  </a:cubicBezTo>
                  <a:cubicBezTo>
                    <a:pt x="199" y="631"/>
                    <a:pt x="189" y="553"/>
                    <a:pt x="183" y="475"/>
                  </a:cubicBezTo>
                  <a:cubicBezTo>
                    <a:pt x="174" y="398"/>
                    <a:pt x="166" y="320"/>
                    <a:pt x="160" y="242"/>
                  </a:cubicBezTo>
                  <a:cubicBezTo>
                    <a:pt x="151" y="164"/>
                    <a:pt x="145" y="86"/>
                    <a:pt x="138" y="9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4" y="99"/>
                    <a:pt x="21" y="177"/>
                    <a:pt x="29" y="257"/>
                  </a:cubicBezTo>
                  <a:cubicBezTo>
                    <a:pt x="33" y="294"/>
                    <a:pt x="37" y="334"/>
                    <a:pt x="42" y="374"/>
                  </a:cubicBezTo>
                  <a:cubicBezTo>
                    <a:pt x="54" y="490"/>
                    <a:pt x="54" y="490"/>
                    <a:pt x="54" y="490"/>
                  </a:cubicBezTo>
                  <a:cubicBezTo>
                    <a:pt x="63" y="549"/>
                    <a:pt x="63" y="549"/>
                    <a:pt x="63" y="549"/>
                  </a:cubicBezTo>
                  <a:cubicBezTo>
                    <a:pt x="67" y="608"/>
                    <a:pt x="67" y="608"/>
                    <a:pt x="67" y="608"/>
                  </a:cubicBezTo>
                  <a:cubicBezTo>
                    <a:pt x="73" y="667"/>
                    <a:pt x="73" y="667"/>
                    <a:pt x="73" y="667"/>
                  </a:cubicBezTo>
                  <a:cubicBezTo>
                    <a:pt x="80" y="726"/>
                    <a:pt x="80" y="726"/>
                    <a:pt x="80" y="726"/>
                  </a:cubicBezTo>
                  <a:cubicBezTo>
                    <a:pt x="90" y="843"/>
                    <a:pt x="90" y="843"/>
                    <a:pt x="90" y="843"/>
                  </a:cubicBezTo>
                  <a:cubicBezTo>
                    <a:pt x="98" y="961"/>
                    <a:pt x="98" y="961"/>
                    <a:pt x="98" y="961"/>
                  </a:cubicBezTo>
                  <a:cubicBezTo>
                    <a:pt x="94" y="957"/>
                    <a:pt x="94" y="957"/>
                    <a:pt x="94" y="957"/>
                  </a:cubicBezTo>
                  <a:cubicBezTo>
                    <a:pt x="117" y="957"/>
                    <a:pt x="141" y="955"/>
                    <a:pt x="164" y="953"/>
                  </a:cubicBezTo>
                  <a:lnTo>
                    <a:pt x="235" y="94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120"/>
            <p:cNvSpPr/>
            <p:nvPr/>
          </p:nvSpPr>
          <p:spPr>
            <a:xfrm>
              <a:off x="2313716" y="2228882"/>
              <a:ext cx="247783" cy="304241"/>
            </a:xfrm>
            <a:custGeom>
              <a:rect b="b" l="l" r="r" t="t"/>
              <a:pathLst>
                <a:path extrusionOk="0" h="194" w="158">
                  <a:moveTo>
                    <a:pt x="158" y="177"/>
                  </a:moveTo>
                  <a:lnTo>
                    <a:pt x="158" y="177"/>
                  </a:lnTo>
                  <a:cubicBezTo>
                    <a:pt x="137" y="179"/>
                    <a:pt x="114" y="183"/>
                    <a:pt x="91" y="185"/>
                  </a:cubicBezTo>
                  <a:cubicBezTo>
                    <a:pt x="67" y="189"/>
                    <a:pt x="44" y="191"/>
                    <a:pt x="21" y="194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3" y="162"/>
                    <a:pt x="13" y="133"/>
                    <a:pt x="11" y="105"/>
                  </a:cubicBezTo>
                  <a:cubicBezTo>
                    <a:pt x="8" y="76"/>
                    <a:pt x="4" y="48"/>
                    <a:pt x="0" y="1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5" y="13"/>
                    <a:pt x="48" y="11"/>
                    <a:pt x="72" y="8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7" y="34"/>
                    <a:pt x="149" y="63"/>
                    <a:pt x="151" y="91"/>
                  </a:cubicBezTo>
                  <a:cubicBezTo>
                    <a:pt x="155" y="135"/>
                    <a:pt x="155" y="135"/>
                    <a:pt x="155" y="135"/>
                  </a:cubicBezTo>
                  <a:lnTo>
                    <a:pt x="158" y="177"/>
                  </a:lnTo>
                  <a:moveTo>
                    <a:pt x="158" y="175"/>
                  </a:moveTo>
                  <a:lnTo>
                    <a:pt x="158" y="175"/>
                  </a:lnTo>
                  <a:cubicBezTo>
                    <a:pt x="151" y="133"/>
                    <a:pt x="151" y="133"/>
                    <a:pt x="151" y="133"/>
                  </a:cubicBezTo>
                  <a:cubicBezTo>
                    <a:pt x="145" y="91"/>
                    <a:pt x="145" y="91"/>
                    <a:pt x="145" y="91"/>
                  </a:cubicBezTo>
                  <a:cubicBezTo>
                    <a:pt x="141" y="61"/>
                    <a:pt x="139" y="34"/>
                    <a:pt x="135" y="6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48" y="17"/>
                    <a:pt x="25" y="19"/>
                    <a:pt x="2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46"/>
                    <a:pt x="11" y="76"/>
                    <a:pt x="13" y="105"/>
                  </a:cubicBezTo>
                  <a:cubicBezTo>
                    <a:pt x="17" y="133"/>
                    <a:pt x="21" y="162"/>
                    <a:pt x="23" y="189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42" y="183"/>
                    <a:pt x="65" y="183"/>
                    <a:pt x="86" y="181"/>
                  </a:cubicBezTo>
                  <a:cubicBezTo>
                    <a:pt x="109" y="179"/>
                    <a:pt x="132" y="177"/>
                    <a:pt x="158" y="17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4825" lIns="90000" spcFirstLastPara="1" rIns="90000" wrap="square" tIns="248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120"/>
            <p:cNvSpPr/>
            <p:nvPr/>
          </p:nvSpPr>
          <p:spPr>
            <a:xfrm>
              <a:off x="2323126" y="2264951"/>
              <a:ext cx="23524" cy="254057"/>
            </a:xfrm>
            <a:custGeom>
              <a:rect b="b" l="l" r="r" t="t"/>
              <a:pathLst>
                <a:path extrusionOk="0" fill="none" h="162" w="15">
                  <a:moveTo>
                    <a:pt x="0" y="0"/>
                  </a:moveTo>
                  <a:lnTo>
                    <a:pt x="0" y="0"/>
                  </a:lnTo>
                  <a:cubicBezTo>
                    <a:pt x="5" y="55"/>
                    <a:pt x="9" y="110"/>
                    <a:pt x="15" y="16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12600" lIns="90700" spcFirstLastPara="1" rIns="90700" wrap="square" tIns="12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120"/>
            <p:cNvSpPr/>
            <p:nvPr/>
          </p:nvSpPr>
          <p:spPr>
            <a:xfrm>
              <a:off x="2227463" y="1331842"/>
              <a:ext cx="221123" cy="62730"/>
            </a:xfrm>
            <a:custGeom>
              <a:rect b="b" l="l" r="r" t="t"/>
              <a:pathLst>
                <a:path extrusionOk="0" h="40" w="141">
                  <a:moveTo>
                    <a:pt x="141" y="25"/>
                  </a:moveTo>
                  <a:lnTo>
                    <a:pt x="141" y="25"/>
                  </a:lnTo>
                  <a:cubicBezTo>
                    <a:pt x="131" y="28"/>
                    <a:pt x="120" y="28"/>
                    <a:pt x="110" y="30"/>
                  </a:cubicBezTo>
                  <a:cubicBezTo>
                    <a:pt x="97" y="32"/>
                    <a:pt x="87" y="34"/>
                    <a:pt x="74" y="34"/>
                  </a:cubicBezTo>
                  <a:cubicBezTo>
                    <a:pt x="63" y="36"/>
                    <a:pt x="51" y="36"/>
                    <a:pt x="38" y="36"/>
                  </a:cubicBezTo>
                  <a:cubicBezTo>
                    <a:pt x="28" y="38"/>
                    <a:pt x="15" y="38"/>
                    <a:pt x="5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2"/>
                    <a:pt x="0" y="23"/>
                    <a:pt x="0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3" y="9"/>
                    <a:pt x="47" y="7"/>
                    <a:pt x="70" y="4"/>
                  </a:cubicBezTo>
                  <a:cubicBezTo>
                    <a:pt x="80" y="2"/>
                    <a:pt x="93" y="2"/>
                    <a:pt x="103" y="2"/>
                  </a:cubicBezTo>
                  <a:cubicBezTo>
                    <a:pt x="116" y="0"/>
                    <a:pt x="127" y="0"/>
                    <a:pt x="139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9"/>
                    <a:pt x="141" y="17"/>
                    <a:pt x="141" y="25"/>
                  </a:cubicBezTo>
                  <a:moveTo>
                    <a:pt x="141" y="23"/>
                  </a:moveTo>
                  <a:lnTo>
                    <a:pt x="141" y="23"/>
                  </a:lnTo>
                  <a:cubicBezTo>
                    <a:pt x="139" y="15"/>
                    <a:pt x="137" y="9"/>
                    <a:pt x="137" y="2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29" y="7"/>
                    <a:pt x="116" y="9"/>
                    <a:pt x="106" y="9"/>
                  </a:cubicBezTo>
                  <a:cubicBezTo>
                    <a:pt x="93" y="11"/>
                    <a:pt x="82" y="13"/>
                    <a:pt x="72" y="13"/>
                  </a:cubicBezTo>
                  <a:cubicBezTo>
                    <a:pt x="49" y="15"/>
                    <a:pt x="26" y="17"/>
                    <a:pt x="2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23"/>
                    <a:pt x="5" y="30"/>
                    <a:pt x="7" y="38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15" y="36"/>
                    <a:pt x="28" y="34"/>
                    <a:pt x="38" y="32"/>
                  </a:cubicBezTo>
                  <a:cubicBezTo>
                    <a:pt x="49" y="32"/>
                    <a:pt x="59" y="30"/>
                    <a:pt x="72" y="28"/>
                  </a:cubicBezTo>
                  <a:cubicBezTo>
                    <a:pt x="82" y="28"/>
                    <a:pt x="93" y="25"/>
                    <a:pt x="106" y="25"/>
                  </a:cubicBezTo>
                  <a:cubicBezTo>
                    <a:pt x="116" y="25"/>
                    <a:pt x="129" y="23"/>
                    <a:pt x="141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120"/>
            <p:cNvSpPr/>
            <p:nvPr/>
          </p:nvSpPr>
          <p:spPr>
            <a:xfrm>
              <a:off x="427112" y="2818544"/>
              <a:ext cx="307377" cy="310514"/>
            </a:xfrm>
            <a:custGeom>
              <a:rect b="b" l="l" r="r" t="t"/>
              <a:pathLst>
                <a:path extrusionOk="0" h="198" w="196">
                  <a:moveTo>
                    <a:pt x="192" y="196"/>
                  </a:moveTo>
                  <a:lnTo>
                    <a:pt x="192" y="196"/>
                  </a:lnTo>
                  <a:cubicBezTo>
                    <a:pt x="162" y="196"/>
                    <a:pt x="131" y="196"/>
                    <a:pt x="99" y="198"/>
                  </a:cubicBezTo>
                  <a:cubicBezTo>
                    <a:pt x="51" y="198"/>
                    <a:pt x="51" y="198"/>
                    <a:pt x="51" y="198"/>
                  </a:cubicBezTo>
                  <a:cubicBezTo>
                    <a:pt x="36" y="198"/>
                    <a:pt x="19" y="198"/>
                    <a:pt x="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3" y="131"/>
                    <a:pt x="3" y="99"/>
                  </a:cubicBezTo>
                  <a:cubicBezTo>
                    <a:pt x="3" y="85"/>
                    <a:pt x="3" y="68"/>
                    <a:pt x="3" y="51"/>
                  </a:cubicBezTo>
                  <a:cubicBezTo>
                    <a:pt x="3" y="36"/>
                    <a:pt x="3" y="19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6" y="0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2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36"/>
                    <a:pt x="196" y="68"/>
                    <a:pt x="196" y="101"/>
                  </a:cubicBezTo>
                  <a:lnTo>
                    <a:pt x="192" y="196"/>
                  </a:lnTo>
                  <a:moveTo>
                    <a:pt x="192" y="194"/>
                  </a:moveTo>
                  <a:lnTo>
                    <a:pt x="192" y="194"/>
                  </a:lnTo>
                  <a:cubicBezTo>
                    <a:pt x="190" y="97"/>
                    <a:pt x="190" y="97"/>
                    <a:pt x="190" y="97"/>
                  </a:cubicBezTo>
                  <a:cubicBezTo>
                    <a:pt x="190" y="66"/>
                    <a:pt x="187" y="36"/>
                    <a:pt x="187" y="5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77" y="9"/>
                    <a:pt x="160" y="9"/>
                    <a:pt x="145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65" y="7"/>
                    <a:pt x="36" y="7"/>
                    <a:pt x="5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19"/>
                    <a:pt x="5" y="36"/>
                    <a:pt x="5" y="51"/>
                  </a:cubicBezTo>
                  <a:cubicBezTo>
                    <a:pt x="5" y="68"/>
                    <a:pt x="5" y="85"/>
                    <a:pt x="5" y="99"/>
                  </a:cubicBezTo>
                  <a:cubicBezTo>
                    <a:pt x="5" y="131"/>
                    <a:pt x="7" y="162"/>
                    <a:pt x="7" y="194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19" y="192"/>
                    <a:pt x="34" y="192"/>
                    <a:pt x="51" y="192"/>
                  </a:cubicBezTo>
                  <a:cubicBezTo>
                    <a:pt x="97" y="192"/>
                    <a:pt x="97" y="192"/>
                    <a:pt x="97" y="192"/>
                  </a:cubicBezTo>
                  <a:cubicBezTo>
                    <a:pt x="129" y="192"/>
                    <a:pt x="160" y="194"/>
                    <a:pt x="192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120"/>
            <p:cNvSpPr/>
            <p:nvPr/>
          </p:nvSpPr>
          <p:spPr>
            <a:xfrm>
              <a:off x="474160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8" y="23"/>
                    <a:pt x="8" y="46"/>
                    <a:pt x="8" y="71"/>
                  </a:cubicBezTo>
                  <a:cubicBezTo>
                    <a:pt x="8" y="94"/>
                    <a:pt x="8" y="120"/>
                    <a:pt x="4" y="143"/>
                  </a:cubicBezTo>
                  <a:cubicBezTo>
                    <a:pt x="2" y="120"/>
                    <a:pt x="0" y="94"/>
                    <a:pt x="0" y="71"/>
                  </a:cubicBezTo>
                  <a:cubicBezTo>
                    <a:pt x="0" y="46"/>
                    <a:pt x="2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120"/>
            <p:cNvSpPr/>
            <p:nvPr/>
          </p:nvSpPr>
          <p:spPr>
            <a:xfrm>
              <a:off x="503956" y="2826386"/>
              <a:ext cx="12546" cy="147416"/>
            </a:xfrm>
            <a:custGeom>
              <a:rect b="b" l="l" r="r" t="t"/>
              <a:pathLst>
                <a:path extrusionOk="0" h="94" w="8">
                  <a:moveTo>
                    <a:pt x="4" y="0"/>
                  </a:moveTo>
                  <a:lnTo>
                    <a:pt x="4" y="0"/>
                  </a:lnTo>
                  <a:cubicBezTo>
                    <a:pt x="6" y="14"/>
                    <a:pt x="8" y="31"/>
                    <a:pt x="8" y="46"/>
                  </a:cubicBezTo>
                  <a:cubicBezTo>
                    <a:pt x="8" y="63"/>
                    <a:pt x="6" y="80"/>
                    <a:pt x="4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120"/>
            <p:cNvSpPr/>
            <p:nvPr/>
          </p:nvSpPr>
          <p:spPr>
            <a:xfrm>
              <a:off x="641962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4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120"/>
            <p:cNvSpPr/>
            <p:nvPr/>
          </p:nvSpPr>
          <p:spPr>
            <a:xfrm>
              <a:off x="566686" y="2954982"/>
              <a:ext cx="12546" cy="120755"/>
            </a:xfrm>
            <a:custGeom>
              <a:rect b="b" l="l" r="r" t="t"/>
              <a:pathLst>
                <a:path extrusionOk="0" h="77" w="8">
                  <a:moveTo>
                    <a:pt x="4" y="0"/>
                  </a:moveTo>
                  <a:lnTo>
                    <a:pt x="4" y="0"/>
                  </a:lnTo>
                  <a:cubicBezTo>
                    <a:pt x="8" y="12"/>
                    <a:pt x="8" y="27"/>
                    <a:pt x="8" y="40"/>
                  </a:cubicBezTo>
                  <a:cubicBezTo>
                    <a:pt x="8" y="52"/>
                    <a:pt x="8" y="65"/>
                    <a:pt x="4" y="77"/>
                  </a:cubicBezTo>
                  <a:cubicBezTo>
                    <a:pt x="2" y="65"/>
                    <a:pt x="0" y="52"/>
                    <a:pt x="0" y="40"/>
                  </a:cubicBezTo>
                  <a:cubicBezTo>
                    <a:pt x="0" y="27"/>
                    <a:pt x="2" y="12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120"/>
            <p:cNvSpPr/>
            <p:nvPr/>
          </p:nvSpPr>
          <p:spPr>
            <a:xfrm>
              <a:off x="7989212" y="28185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120"/>
            <p:cNvSpPr/>
            <p:nvPr/>
          </p:nvSpPr>
          <p:spPr>
            <a:xfrm>
              <a:off x="8064488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120"/>
            <p:cNvSpPr/>
            <p:nvPr/>
          </p:nvSpPr>
          <p:spPr>
            <a:xfrm>
              <a:off x="8094285" y="28263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120"/>
            <p:cNvSpPr/>
            <p:nvPr/>
          </p:nvSpPr>
          <p:spPr>
            <a:xfrm>
              <a:off x="8232291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120"/>
            <p:cNvSpPr/>
            <p:nvPr/>
          </p:nvSpPr>
          <p:spPr>
            <a:xfrm>
              <a:off x="8169561" y="28781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120"/>
            <p:cNvSpPr/>
            <p:nvPr/>
          </p:nvSpPr>
          <p:spPr>
            <a:xfrm>
              <a:off x="5253" y="2671129"/>
              <a:ext cx="8705356" cy="164667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120"/>
            <p:cNvSpPr/>
            <p:nvPr/>
          </p:nvSpPr>
          <p:spPr>
            <a:xfrm>
              <a:off x="11526" y="2719744"/>
              <a:ext cx="1800351" cy="10978"/>
            </a:xfrm>
            <a:custGeom>
              <a:rect b="b" l="l" r="r" t="t"/>
              <a:pathLst>
                <a:path extrusionOk="0" h="7" w="1148">
                  <a:moveTo>
                    <a:pt x="0" y="2"/>
                  </a:moveTo>
                  <a:lnTo>
                    <a:pt x="0" y="2"/>
                  </a:lnTo>
                  <a:cubicBezTo>
                    <a:pt x="97" y="0"/>
                    <a:pt x="192" y="0"/>
                    <a:pt x="288" y="0"/>
                  </a:cubicBezTo>
                  <a:cubicBezTo>
                    <a:pt x="337" y="0"/>
                    <a:pt x="383" y="2"/>
                    <a:pt x="431" y="2"/>
                  </a:cubicBezTo>
                  <a:cubicBezTo>
                    <a:pt x="480" y="2"/>
                    <a:pt x="526" y="2"/>
                    <a:pt x="575" y="2"/>
                  </a:cubicBezTo>
                  <a:cubicBezTo>
                    <a:pt x="671" y="0"/>
                    <a:pt x="766" y="0"/>
                    <a:pt x="863" y="0"/>
                  </a:cubicBezTo>
                  <a:cubicBezTo>
                    <a:pt x="909" y="0"/>
                    <a:pt x="957" y="0"/>
                    <a:pt x="1005" y="0"/>
                  </a:cubicBezTo>
                  <a:cubicBezTo>
                    <a:pt x="1054" y="2"/>
                    <a:pt x="1100" y="2"/>
                    <a:pt x="1148" y="2"/>
                  </a:cubicBezTo>
                  <a:cubicBezTo>
                    <a:pt x="1148" y="5"/>
                    <a:pt x="1148" y="5"/>
                    <a:pt x="1148" y="5"/>
                  </a:cubicBezTo>
                  <a:cubicBezTo>
                    <a:pt x="1100" y="5"/>
                    <a:pt x="1054" y="5"/>
                    <a:pt x="1005" y="7"/>
                  </a:cubicBezTo>
                  <a:cubicBezTo>
                    <a:pt x="957" y="7"/>
                    <a:pt x="909" y="7"/>
                    <a:pt x="863" y="7"/>
                  </a:cubicBezTo>
                  <a:cubicBezTo>
                    <a:pt x="766" y="7"/>
                    <a:pt x="671" y="7"/>
                    <a:pt x="575" y="5"/>
                  </a:cubicBezTo>
                  <a:cubicBezTo>
                    <a:pt x="526" y="5"/>
                    <a:pt x="480" y="5"/>
                    <a:pt x="431" y="5"/>
                  </a:cubicBezTo>
                  <a:cubicBezTo>
                    <a:pt x="383" y="5"/>
                    <a:pt x="337" y="7"/>
                    <a:pt x="288" y="7"/>
                  </a:cubicBezTo>
                  <a:cubicBezTo>
                    <a:pt x="192" y="7"/>
                    <a:pt x="97" y="7"/>
                    <a:pt x="0" y="5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120"/>
            <p:cNvSpPr/>
            <p:nvPr/>
          </p:nvSpPr>
          <p:spPr>
            <a:xfrm>
              <a:off x="6903983" y="27495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120"/>
            <p:cNvSpPr/>
            <p:nvPr/>
          </p:nvSpPr>
          <p:spPr>
            <a:xfrm>
              <a:off x="671759" y="2746405"/>
              <a:ext cx="953496" cy="10978"/>
            </a:xfrm>
            <a:custGeom>
              <a:rect b="b" l="l" r="r" t="t"/>
              <a:pathLst>
                <a:path extrusionOk="0" h="7" w="608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4" y="2"/>
                  </a:cubicBezTo>
                  <a:cubicBezTo>
                    <a:pt x="179" y="2"/>
                    <a:pt x="204" y="2"/>
                    <a:pt x="229" y="2"/>
                  </a:cubicBezTo>
                  <a:cubicBezTo>
                    <a:pt x="254" y="4"/>
                    <a:pt x="280" y="2"/>
                    <a:pt x="305" y="2"/>
                  </a:cubicBezTo>
                  <a:cubicBezTo>
                    <a:pt x="355" y="2"/>
                    <a:pt x="406" y="0"/>
                    <a:pt x="456" y="0"/>
                  </a:cubicBezTo>
                  <a:cubicBezTo>
                    <a:pt x="507" y="0"/>
                    <a:pt x="557" y="2"/>
                    <a:pt x="608" y="4"/>
                  </a:cubicBezTo>
                  <a:lnTo>
                    <a:pt x="608" y="4"/>
                  </a:lnTo>
                  <a:cubicBezTo>
                    <a:pt x="557" y="6"/>
                    <a:pt x="507" y="6"/>
                    <a:pt x="456" y="6"/>
                  </a:cubicBezTo>
                  <a:cubicBezTo>
                    <a:pt x="406" y="9"/>
                    <a:pt x="355" y="6"/>
                    <a:pt x="305" y="6"/>
                  </a:cubicBezTo>
                  <a:cubicBezTo>
                    <a:pt x="280" y="6"/>
                    <a:pt x="254" y="4"/>
                    <a:pt x="229" y="4"/>
                  </a:cubicBezTo>
                  <a:cubicBezTo>
                    <a:pt x="204" y="6"/>
                    <a:pt x="179" y="6"/>
                    <a:pt x="154" y="6"/>
                  </a:cubicBezTo>
                  <a:cubicBezTo>
                    <a:pt x="101" y="6"/>
                    <a:pt x="50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120"/>
            <p:cNvSpPr/>
            <p:nvPr/>
          </p:nvSpPr>
          <p:spPr>
            <a:xfrm>
              <a:off x="2702642" y="2769929"/>
              <a:ext cx="953496" cy="12546"/>
            </a:xfrm>
            <a:custGeom>
              <a:rect b="b" l="l" r="r" t="t"/>
              <a:pathLst>
                <a:path extrusionOk="0" h="8" w="608">
                  <a:moveTo>
                    <a:pt x="0" y="4"/>
                  </a:moveTo>
                  <a:lnTo>
                    <a:pt x="0" y="4"/>
                  </a:lnTo>
                  <a:cubicBezTo>
                    <a:pt x="51" y="0"/>
                    <a:pt x="101" y="0"/>
                    <a:pt x="152" y="0"/>
                  </a:cubicBezTo>
                  <a:cubicBezTo>
                    <a:pt x="177" y="2"/>
                    <a:pt x="202" y="2"/>
                    <a:pt x="227" y="2"/>
                  </a:cubicBezTo>
                  <a:cubicBezTo>
                    <a:pt x="252" y="2"/>
                    <a:pt x="278" y="2"/>
                    <a:pt x="303" y="2"/>
                  </a:cubicBezTo>
                  <a:cubicBezTo>
                    <a:pt x="353" y="0"/>
                    <a:pt x="404" y="0"/>
                    <a:pt x="454" y="0"/>
                  </a:cubicBezTo>
                  <a:cubicBezTo>
                    <a:pt x="505" y="0"/>
                    <a:pt x="555" y="2"/>
                    <a:pt x="608" y="4"/>
                  </a:cubicBezTo>
                  <a:lnTo>
                    <a:pt x="608" y="4"/>
                  </a:lnTo>
                  <a:cubicBezTo>
                    <a:pt x="555" y="6"/>
                    <a:pt x="505" y="8"/>
                    <a:pt x="454" y="8"/>
                  </a:cubicBezTo>
                  <a:cubicBezTo>
                    <a:pt x="404" y="8"/>
                    <a:pt x="353" y="8"/>
                    <a:pt x="303" y="6"/>
                  </a:cubicBezTo>
                  <a:cubicBezTo>
                    <a:pt x="278" y="6"/>
                    <a:pt x="252" y="4"/>
                    <a:pt x="227" y="6"/>
                  </a:cubicBezTo>
                  <a:cubicBezTo>
                    <a:pt x="202" y="6"/>
                    <a:pt x="177" y="6"/>
                    <a:pt x="152" y="8"/>
                  </a:cubicBezTo>
                  <a:cubicBezTo>
                    <a:pt x="101" y="8"/>
                    <a:pt x="51" y="8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120"/>
            <p:cNvSpPr/>
            <p:nvPr/>
          </p:nvSpPr>
          <p:spPr>
            <a:xfrm>
              <a:off x="4562587" y="2782475"/>
              <a:ext cx="2590749" cy="14114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120"/>
            <p:cNvSpPr/>
            <p:nvPr/>
          </p:nvSpPr>
          <p:spPr>
            <a:xfrm>
              <a:off x="4473196" y="2760519"/>
              <a:ext cx="468907" cy="12546"/>
            </a:xfrm>
            <a:custGeom>
              <a:rect b="b" l="l" r="r" t="t"/>
              <a:pathLst>
                <a:path extrusionOk="0" h="8" w="299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1" y="2"/>
                    <a:pt x="74" y="2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5" y="0"/>
                    <a:pt x="198" y="0"/>
                    <a:pt x="223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4" y="4"/>
                    <a:pt x="286" y="4"/>
                    <a:pt x="299" y="4"/>
                  </a:cubicBezTo>
                  <a:cubicBezTo>
                    <a:pt x="286" y="6"/>
                    <a:pt x="274" y="6"/>
                    <a:pt x="261" y="6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198" y="8"/>
                    <a:pt x="175" y="8"/>
                    <a:pt x="149" y="8"/>
                  </a:cubicBezTo>
                  <a:cubicBezTo>
                    <a:pt x="124" y="8"/>
                    <a:pt x="99" y="8"/>
                    <a:pt x="74" y="8"/>
                  </a:cubicBezTo>
                  <a:cubicBezTo>
                    <a:pt x="51" y="6"/>
                    <a:pt x="25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120"/>
            <p:cNvSpPr/>
            <p:nvPr/>
          </p:nvSpPr>
          <p:spPr>
            <a:xfrm>
              <a:off x="1766397" y="2782475"/>
              <a:ext cx="266603" cy="14114"/>
            </a:xfrm>
            <a:custGeom>
              <a:rect b="b" l="l" r="r" t="t"/>
              <a:pathLst>
                <a:path extrusionOk="0" h="9" w="170">
                  <a:moveTo>
                    <a:pt x="0" y="4"/>
                  </a:moveTo>
                  <a:lnTo>
                    <a:pt x="0" y="4"/>
                  </a:lnTo>
                  <a:cubicBezTo>
                    <a:pt x="15" y="2"/>
                    <a:pt x="29" y="0"/>
                    <a:pt x="42" y="2"/>
                  </a:cubicBezTo>
                  <a:cubicBezTo>
                    <a:pt x="50" y="2"/>
                    <a:pt x="57" y="2"/>
                    <a:pt x="65" y="4"/>
                  </a:cubicBezTo>
                  <a:cubicBezTo>
                    <a:pt x="72" y="4"/>
                    <a:pt x="78" y="2"/>
                    <a:pt x="86" y="2"/>
                  </a:cubicBezTo>
                  <a:cubicBezTo>
                    <a:pt x="101" y="0"/>
                    <a:pt x="114" y="0"/>
                    <a:pt x="128" y="0"/>
                  </a:cubicBezTo>
                  <a:cubicBezTo>
                    <a:pt x="143" y="0"/>
                    <a:pt x="158" y="2"/>
                    <a:pt x="170" y="4"/>
                  </a:cubicBezTo>
                  <a:lnTo>
                    <a:pt x="170" y="4"/>
                  </a:lnTo>
                  <a:cubicBezTo>
                    <a:pt x="158" y="9"/>
                    <a:pt x="143" y="9"/>
                    <a:pt x="128" y="9"/>
                  </a:cubicBezTo>
                  <a:cubicBezTo>
                    <a:pt x="114" y="9"/>
                    <a:pt x="101" y="9"/>
                    <a:pt x="86" y="7"/>
                  </a:cubicBezTo>
                  <a:cubicBezTo>
                    <a:pt x="78" y="7"/>
                    <a:pt x="72" y="7"/>
                    <a:pt x="65" y="7"/>
                  </a:cubicBezTo>
                  <a:cubicBezTo>
                    <a:pt x="57" y="7"/>
                    <a:pt x="50" y="9"/>
                    <a:pt x="42" y="9"/>
                  </a:cubicBezTo>
                  <a:cubicBezTo>
                    <a:pt x="29" y="9"/>
                    <a:pt x="15" y="9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120"/>
            <p:cNvSpPr/>
            <p:nvPr/>
          </p:nvSpPr>
          <p:spPr>
            <a:xfrm>
              <a:off x="510229" y="1573352"/>
              <a:ext cx="3136" cy="243079"/>
            </a:xfrm>
            <a:custGeom>
              <a:rect b="b" l="l" r="r" t="t"/>
              <a:pathLst>
                <a:path extrusionOk="0" h="15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5"/>
                  </a:cubicBezTo>
                  <a:cubicBezTo>
                    <a:pt x="2" y="40"/>
                    <a:pt x="2" y="58"/>
                    <a:pt x="2" y="77"/>
                  </a:cubicBezTo>
                  <a:cubicBezTo>
                    <a:pt x="2" y="96"/>
                    <a:pt x="0" y="115"/>
                    <a:pt x="0" y="130"/>
                  </a:cubicBezTo>
                  <a:cubicBezTo>
                    <a:pt x="0" y="145"/>
                    <a:pt x="0" y="155"/>
                    <a:pt x="0" y="155"/>
                  </a:cubicBezTo>
                  <a:cubicBezTo>
                    <a:pt x="0" y="155"/>
                    <a:pt x="0" y="145"/>
                    <a:pt x="0" y="130"/>
                  </a:cubicBezTo>
                  <a:cubicBezTo>
                    <a:pt x="0" y="115"/>
                    <a:pt x="0" y="96"/>
                    <a:pt x="0" y="77"/>
                  </a:cubicBezTo>
                  <a:cubicBezTo>
                    <a:pt x="0" y="58"/>
                    <a:pt x="0" y="40"/>
                    <a:pt x="0" y="25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120"/>
            <p:cNvSpPr/>
            <p:nvPr/>
          </p:nvSpPr>
          <p:spPr>
            <a:xfrm>
              <a:off x="489842" y="1636082"/>
              <a:ext cx="3136" cy="65867"/>
            </a:xfrm>
            <a:custGeom>
              <a:rect b="b" l="l" r="r" t="t"/>
              <a:pathLst>
                <a:path extrusionOk="0" h="42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6"/>
                  </a:cubicBezTo>
                  <a:cubicBezTo>
                    <a:pt x="2" y="10"/>
                    <a:pt x="2" y="14"/>
                    <a:pt x="2" y="21"/>
                  </a:cubicBezTo>
                  <a:cubicBezTo>
                    <a:pt x="2" y="25"/>
                    <a:pt x="2" y="31"/>
                    <a:pt x="2" y="35"/>
                  </a:cubicBezTo>
                  <a:cubicBezTo>
                    <a:pt x="2" y="37"/>
                    <a:pt x="2" y="42"/>
                    <a:pt x="2" y="42"/>
                  </a:cubicBezTo>
                  <a:cubicBezTo>
                    <a:pt x="2" y="42"/>
                    <a:pt x="2" y="37"/>
                    <a:pt x="2" y="35"/>
                  </a:cubicBezTo>
                  <a:cubicBezTo>
                    <a:pt x="0" y="31"/>
                    <a:pt x="0" y="25"/>
                    <a:pt x="0" y="21"/>
                  </a:cubicBezTo>
                  <a:cubicBezTo>
                    <a:pt x="0" y="14"/>
                    <a:pt x="0" y="10"/>
                    <a:pt x="0" y="6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120"/>
            <p:cNvSpPr/>
            <p:nvPr/>
          </p:nvSpPr>
          <p:spPr>
            <a:xfrm>
              <a:off x="97780" y="1890139"/>
              <a:ext cx="3137" cy="75276"/>
            </a:xfrm>
            <a:custGeom>
              <a:rect b="b" l="l" r="r" t="t"/>
              <a:pathLst>
                <a:path extrusionOk="0" h="48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8"/>
                  </a:cubicBezTo>
                  <a:cubicBezTo>
                    <a:pt x="2" y="12"/>
                    <a:pt x="2" y="18"/>
                    <a:pt x="2" y="23"/>
                  </a:cubicBezTo>
                  <a:cubicBezTo>
                    <a:pt x="2" y="29"/>
                    <a:pt x="2" y="35"/>
                    <a:pt x="2" y="40"/>
                  </a:cubicBezTo>
                  <a:cubicBezTo>
                    <a:pt x="0" y="46"/>
                    <a:pt x="0" y="48"/>
                    <a:pt x="0" y="48"/>
                  </a:cubicBezTo>
                  <a:cubicBezTo>
                    <a:pt x="0" y="48"/>
                    <a:pt x="0" y="46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8"/>
                    <a:pt x="0" y="12"/>
                    <a:pt x="0" y="8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120"/>
            <p:cNvSpPr/>
            <p:nvPr/>
          </p:nvSpPr>
          <p:spPr>
            <a:xfrm>
              <a:off x="115030" y="1882298"/>
              <a:ext cx="3137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19"/>
                    <a:pt x="2" y="23"/>
                    <a:pt x="0" y="28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0" y="32"/>
                    <a:pt x="0" y="30"/>
                    <a:pt x="0" y="28"/>
                  </a:cubicBezTo>
                  <a:cubicBezTo>
                    <a:pt x="0" y="23"/>
                    <a:pt x="0" y="19"/>
                    <a:pt x="0" y="17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120"/>
            <p:cNvSpPr/>
            <p:nvPr/>
          </p:nvSpPr>
          <p:spPr>
            <a:xfrm>
              <a:off x="351836" y="2575465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0" y="50"/>
                    <a:pt x="0" y="57"/>
                  </a:cubicBezTo>
                  <a:cubicBezTo>
                    <a:pt x="0" y="63"/>
                    <a:pt x="0" y="67"/>
                    <a:pt x="0" y="67"/>
                  </a:cubicBezTo>
                  <a:cubicBezTo>
                    <a:pt x="0" y="67"/>
                    <a:pt x="0" y="63"/>
                    <a:pt x="0" y="57"/>
                  </a:cubicBezTo>
                  <a:cubicBezTo>
                    <a:pt x="0" y="50"/>
                    <a:pt x="0" y="42"/>
                    <a:pt x="0" y="33"/>
                  </a:cubicBezTo>
                  <a:cubicBezTo>
                    <a:pt x="0" y="25"/>
                    <a:pt x="0" y="17"/>
                    <a:pt x="0" y="10"/>
                  </a:cubicBezTo>
                  <a:cubicBezTo>
                    <a:pt x="0" y="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120"/>
            <p:cNvSpPr/>
            <p:nvPr/>
          </p:nvSpPr>
          <p:spPr>
            <a:xfrm>
              <a:off x="836425" y="2159879"/>
              <a:ext cx="6273" cy="277581"/>
            </a:xfrm>
            <a:custGeom>
              <a:rect b="b" l="l" r="r" t="t"/>
              <a:pathLst>
                <a:path extrusionOk="0" h="177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7"/>
                  </a:cubicBezTo>
                  <a:cubicBezTo>
                    <a:pt x="2" y="44"/>
                    <a:pt x="2" y="65"/>
                    <a:pt x="4" y="88"/>
                  </a:cubicBezTo>
                  <a:cubicBezTo>
                    <a:pt x="4" y="111"/>
                    <a:pt x="2" y="132"/>
                    <a:pt x="2" y="149"/>
                  </a:cubicBezTo>
                  <a:cubicBezTo>
                    <a:pt x="2" y="166"/>
                    <a:pt x="2" y="177"/>
                    <a:pt x="2" y="177"/>
                  </a:cubicBezTo>
                  <a:cubicBezTo>
                    <a:pt x="2" y="177"/>
                    <a:pt x="2" y="166"/>
                    <a:pt x="2" y="149"/>
                  </a:cubicBezTo>
                  <a:cubicBezTo>
                    <a:pt x="2" y="132"/>
                    <a:pt x="2" y="111"/>
                    <a:pt x="2" y="88"/>
                  </a:cubicBezTo>
                  <a:cubicBezTo>
                    <a:pt x="2" y="65"/>
                    <a:pt x="0" y="44"/>
                    <a:pt x="0" y="27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120"/>
            <p:cNvSpPr/>
            <p:nvPr/>
          </p:nvSpPr>
          <p:spPr>
            <a:xfrm>
              <a:off x="812902" y="2178698"/>
              <a:ext cx="3136" cy="56457"/>
            </a:xfrm>
            <a:custGeom>
              <a:rect b="b" l="l" r="r" t="t"/>
              <a:pathLst>
                <a:path extrusionOk="0" h="3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3"/>
                    <a:pt x="2" y="7"/>
                  </a:cubicBezTo>
                  <a:cubicBezTo>
                    <a:pt x="2" y="9"/>
                    <a:pt x="2" y="15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2" y="34"/>
                    <a:pt x="2" y="36"/>
                    <a:pt x="2" y="36"/>
                  </a:cubicBezTo>
                  <a:cubicBezTo>
                    <a:pt x="2" y="36"/>
                    <a:pt x="0" y="34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5"/>
                    <a:pt x="0" y="9"/>
                    <a:pt x="0" y="7"/>
                  </a:cubicBezTo>
                  <a:cubicBezTo>
                    <a:pt x="0" y="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120"/>
            <p:cNvSpPr/>
            <p:nvPr/>
          </p:nvSpPr>
          <p:spPr>
            <a:xfrm>
              <a:off x="794083" y="804909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2" y="50"/>
                    <a:pt x="2" y="57"/>
                  </a:cubicBezTo>
                  <a:cubicBezTo>
                    <a:pt x="2" y="63"/>
                    <a:pt x="2" y="67"/>
                    <a:pt x="2" y="67"/>
                  </a:cubicBezTo>
                  <a:cubicBezTo>
                    <a:pt x="2" y="67"/>
                    <a:pt x="2" y="63"/>
                    <a:pt x="2" y="57"/>
                  </a:cubicBezTo>
                  <a:cubicBezTo>
                    <a:pt x="2" y="50"/>
                    <a:pt x="0" y="42"/>
                    <a:pt x="0" y="33"/>
                  </a:cubicBezTo>
                  <a:cubicBezTo>
                    <a:pt x="0" y="25"/>
                    <a:pt x="2" y="17"/>
                    <a:pt x="2" y="10"/>
                  </a:cubicBezTo>
                  <a:cubicBezTo>
                    <a:pt x="2" y="4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120"/>
            <p:cNvSpPr/>
            <p:nvPr/>
          </p:nvSpPr>
          <p:spPr>
            <a:xfrm>
              <a:off x="809765" y="870776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0"/>
                    <a:pt x="2" y="12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3"/>
                    <a:pt x="2" y="25"/>
                    <a:pt x="2" y="25"/>
                  </a:cubicBezTo>
                  <a:cubicBezTo>
                    <a:pt x="2" y="25"/>
                    <a:pt x="2" y="23"/>
                    <a:pt x="2" y="21"/>
                  </a:cubicBezTo>
                  <a:cubicBezTo>
                    <a:pt x="0" y="19"/>
                    <a:pt x="0" y="17"/>
                    <a:pt x="0" y="12"/>
                  </a:cubicBezTo>
                  <a:cubicBezTo>
                    <a:pt x="0" y="10"/>
                    <a:pt x="0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120"/>
            <p:cNvSpPr/>
            <p:nvPr/>
          </p:nvSpPr>
          <p:spPr>
            <a:xfrm>
              <a:off x="1360221" y="2258678"/>
              <a:ext cx="4705" cy="59594"/>
            </a:xfrm>
            <a:custGeom>
              <a:rect b="b" l="l" r="r" t="t"/>
              <a:pathLst>
                <a:path extrusionOk="0" h="3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3" y="8"/>
                    <a:pt x="3" y="15"/>
                    <a:pt x="3" y="19"/>
                  </a:cubicBezTo>
                  <a:cubicBezTo>
                    <a:pt x="3" y="23"/>
                    <a:pt x="3" y="27"/>
                    <a:pt x="0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5"/>
                    <a:pt x="0" y="8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120"/>
            <p:cNvSpPr/>
            <p:nvPr/>
          </p:nvSpPr>
          <p:spPr>
            <a:xfrm>
              <a:off x="1377471" y="2235155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7"/>
                    <a:pt x="2" y="11"/>
                    <a:pt x="2" y="13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3"/>
                  </a:lnTo>
                  <a:cubicBezTo>
                    <a:pt x="0" y="19"/>
                    <a:pt x="0" y="17"/>
                    <a:pt x="0" y="13"/>
                  </a:cubicBezTo>
                  <a:cubicBezTo>
                    <a:pt x="0" y="11"/>
                    <a:pt x="0" y="7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120"/>
            <p:cNvSpPr/>
            <p:nvPr/>
          </p:nvSpPr>
          <p:spPr>
            <a:xfrm>
              <a:off x="1139097" y="1669016"/>
              <a:ext cx="4705" cy="72140"/>
            </a:xfrm>
            <a:custGeom>
              <a:rect b="b" l="l" r="r" t="t"/>
              <a:pathLst>
                <a:path extrusionOk="0" h="46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0" y="10"/>
                    <a:pt x="3" y="16"/>
                    <a:pt x="3" y="23"/>
                  </a:cubicBezTo>
                  <a:cubicBezTo>
                    <a:pt x="3" y="29"/>
                    <a:pt x="0" y="35"/>
                    <a:pt x="0" y="40"/>
                  </a:cubicBezTo>
                  <a:cubicBezTo>
                    <a:pt x="0" y="44"/>
                    <a:pt x="0" y="46"/>
                    <a:pt x="0" y="46"/>
                  </a:cubicBezTo>
                  <a:cubicBezTo>
                    <a:pt x="0" y="46"/>
                    <a:pt x="0" y="44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6"/>
                    <a:pt x="0" y="10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120"/>
            <p:cNvSpPr/>
            <p:nvPr/>
          </p:nvSpPr>
          <p:spPr>
            <a:xfrm>
              <a:off x="1007364" y="1242451"/>
              <a:ext cx="3136" cy="59594"/>
            </a:xfrm>
            <a:custGeom>
              <a:rect b="b" l="l" r="r" t="t"/>
              <a:pathLst>
                <a:path extrusionOk="0" h="38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5"/>
                  </a:cubicBezTo>
                  <a:cubicBezTo>
                    <a:pt x="2" y="9"/>
                    <a:pt x="2" y="13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120"/>
            <p:cNvSpPr/>
            <p:nvPr/>
          </p:nvSpPr>
          <p:spPr>
            <a:xfrm>
              <a:off x="1021479" y="1253429"/>
              <a:ext cx="3136" cy="21956"/>
            </a:xfrm>
            <a:custGeom>
              <a:rect b="b" l="l" r="r" t="t"/>
              <a:pathLst>
                <a:path extrusionOk="0" h="14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4"/>
                    <a:pt x="2" y="6"/>
                    <a:pt x="2" y="8"/>
                  </a:cubicBezTo>
                  <a:cubicBezTo>
                    <a:pt x="2" y="10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12"/>
                  </a:ln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4"/>
                    <a:pt x="0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120"/>
            <p:cNvSpPr/>
            <p:nvPr/>
          </p:nvSpPr>
          <p:spPr>
            <a:xfrm>
              <a:off x="2080047" y="2139491"/>
              <a:ext cx="3137" cy="119187"/>
            </a:xfrm>
            <a:custGeom>
              <a:rect b="b" l="l" r="r" t="t"/>
              <a:pathLst>
                <a:path extrusionOk="0" h="7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7"/>
                    <a:pt x="2" y="13"/>
                  </a:cubicBezTo>
                  <a:cubicBezTo>
                    <a:pt x="2" y="19"/>
                    <a:pt x="2" y="30"/>
                    <a:pt x="2" y="38"/>
                  </a:cubicBezTo>
                  <a:cubicBezTo>
                    <a:pt x="2" y="49"/>
                    <a:pt x="2" y="57"/>
                    <a:pt x="2" y="63"/>
                  </a:cubicBezTo>
                  <a:cubicBezTo>
                    <a:pt x="0" y="72"/>
                    <a:pt x="0" y="76"/>
                    <a:pt x="0" y="76"/>
                  </a:cubicBezTo>
                  <a:cubicBezTo>
                    <a:pt x="0" y="76"/>
                    <a:pt x="0" y="72"/>
                    <a:pt x="0" y="63"/>
                  </a:cubicBezTo>
                  <a:cubicBezTo>
                    <a:pt x="0" y="57"/>
                    <a:pt x="0" y="49"/>
                    <a:pt x="0" y="38"/>
                  </a:cubicBezTo>
                  <a:cubicBezTo>
                    <a:pt x="0" y="30"/>
                    <a:pt x="2" y="19"/>
                    <a:pt x="2" y="13"/>
                  </a:cubicBezTo>
                  <a:cubicBezTo>
                    <a:pt x="2" y="7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120"/>
            <p:cNvSpPr/>
            <p:nvPr/>
          </p:nvSpPr>
          <p:spPr>
            <a:xfrm>
              <a:off x="2095730" y="2133218"/>
              <a:ext cx="3137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1"/>
                    <a:pt x="2" y="13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5"/>
                    <a:pt x="2" y="25"/>
                    <a:pt x="2" y="25"/>
                  </a:cubicBezTo>
                  <a:lnTo>
                    <a:pt x="2" y="21"/>
                  </a:lnTo>
                  <a:cubicBezTo>
                    <a:pt x="2" y="19"/>
                    <a:pt x="0" y="17"/>
                    <a:pt x="0" y="13"/>
                  </a:cubicBezTo>
                  <a:cubicBezTo>
                    <a:pt x="0" y="11"/>
                    <a:pt x="2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120"/>
            <p:cNvSpPr/>
            <p:nvPr/>
          </p:nvSpPr>
          <p:spPr>
            <a:xfrm>
              <a:off x="1658188" y="2274361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5"/>
                    <a:pt x="2" y="22"/>
                    <a:pt x="2" y="30"/>
                  </a:cubicBezTo>
                  <a:cubicBezTo>
                    <a:pt x="2" y="36"/>
                    <a:pt x="2" y="45"/>
                    <a:pt x="2" y="51"/>
                  </a:cubicBezTo>
                  <a:cubicBezTo>
                    <a:pt x="2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6"/>
                    <a:pt x="0" y="30"/>
                  </a:cubicBezTo>
                  <a:cubicBezTo>
                    <a:pt x="0" y="22"/>
                    <a:pt x="0" y="15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120"/>
            <p:cNvSpPr/>
            <p:nvPr/>
          </p:nvSpPr>
          <p:spPr>
            <a:xfrm>
              <a:off x="1587617" y="1091899"/>
              <a:ext cx="3136" cy="161530"/>
            </a:xfrm>
            <a:custGeom>
              <a:rect b="b" l="l" r="r" t="t"/>
              <a:pathLst>
                <a:path extrusionOk="0" h="103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2" y="17"/>
                  </a:cubicBezTo>
                  <a:cubicBezTo>
                    <a:pt x="2" y="25"/>
                    <a:pt x="2" y="40"/>
                    <a:pt x="2" y="52"/>
                  </a:cubicBezTo>
                  <a:cubicBezTo>
                    <a:pt x="2" y="65"/>
                    <a:pt x="2" y="77"/>
                    <a:pt x="2" y="88"/>
                  </a:cubicBezTo>
                  <a:cubicBezTo>
                    <a:pt x="0" y="96"/>
                    <a:pt x="0" y="103"/>
                    <a:pt x="0" y="103"/>
                  </a:cubicBezTo>
                  <a:cubicBezTo>
                    <a:pt x="0" y="103"/>
                    <a:pt x="0" y="96"/>
                    <a:pt x="0" y="88"/>
                  </a:cubicBezTo>
                  <a:cubicBezTo>
                    <a:pt x="0" y="77"/>
                    <a:pt x="0" y="65"/>
                    <a:pt x="0" y="52"/>
                  </a:cubicBezTo>
                  <a:cubicBezTo>
                    <a:pt x="0" y="40"/>
                    <a:pt x="0" y="25"/>
                    <a:pt x="0" y="17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120"/>
            <p:cNvSpPr/>
            <p:nvPr/>
          </p:nvSpPr>
          <p:spPr>
            <a:xfrm>
              <a:off x="1604868" y="1146788"/>
              <a:ext cx="3136" cy="40775"/>
            </a:xfrm>
            <a:custGeom>
              <a:rect b="b" l="l" r="r" t="t"/>
              <a:pathLst>
                <a:path extrusionOk="0" h="26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2" y="9"/>
                    <a:pt x="2" y="13"/>
                  </a:cubicBezTo>
                  <a:cubicBezTo>
                    <a:pt x="2" y="15"/>
                    <a:pt x="0" y="19"/>
                    <a:pt x="0" y="21"/>
                  </a:cubicBezTo>
                  <a:cubicBezTo>
                    <a:pt x="0" y="24"/>
                    <a:pt x="0" y="26"/>
                    <a:pt x="0" y="26"/>
                  </a:cubicBezTo>
                  <a:cubicBezTo>
                    <a:pt x="0" y="26"/>
                    <a:pt x="0" y="24"/>
                    <a:pt x="0" y="21"/>
                  </a:cubicBezTo>
                  <a:cubicBezTo>
                    <a:pt x="0" y="19"/>
                    <a:pt x="0" y="15"/>
                    <a:pt x="0" y="13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bg>
      <p:bgPr>
        <a:solidFill>
          <a:schemeClr val="dk1"/>
        </a:solidFill>
      </p:bgPr>
    </p:bg>
    <p:spTree>
      <p:nvGrpSpPr>
        <p:cNvPr id="4066" name="Shape 4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67" name="Google Shape;4067;p12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068" name="Google Shape;4068;p1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069" name="Google Shape;4069;p121"/>
          <p:cNvGrpSpPr/>
          <p:nvPr/>
        </p:nvGrpSpPr>
        <p:grpSpPr>
          <a:xfrm>
            <a:off x="7766988" y="3925313"/>
            <a:ext cx="1175174" cy="1017140"/>
            <a:chOff x="-498149" y="884163"/>
            <a:chExt cx="1175174" cy="1017140"/>
          </a:xfrm>
        </p:grpSpPr>
        <p:sp>
          <p:nvSpPr>
            <p:cNvPr id="4070" name="Google Shape;4070;p121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121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121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121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121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121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121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121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121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121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121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121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121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121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121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121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121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121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121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121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121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121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2" name="Google Shape;4092;p121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4093" name="Google Shape;4093;p121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121"/>
            <p:cNvSpPr/>
            <p:nvPr/>
          </p:nvSpPr>
          <p:spPr>
            <a:xfrm rot="-5400000">
              <a:off x="-1842849" y="2543177"/>
              <a:ext cx="44198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12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121"/>
            <p:cNvSpPr/>
            <p:nvPr/>
          </p:nvSpPr>
          <p:spPr>
            <a:xfrm rot="-5400000">
              <a:off x="7400536" y="1716012"/>
              <a:ext cx="2765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bg>
      <p:bgPr>
        <a:solidFill>
          <a:schemeClr val="dk1"/>
        </a:solidFill>
      </p:bgPr>
    </p:bg>
    <p:spTree>
      <p:nvGrpSpPr>
        <p:cNvPr id="4097" name="Shape 4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Google Shape;4098;p12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099" name="Google Shape;4099;p122"/>
          <p:cNvSpPr txBox="1"/>
          <p:nvPr>
            <p:ph type="title"/>
          </p:nvPr>
        </p:nvSpPr>
        <p:spPr>
          <a:xfrm>
            <a:off x="5148475" y="1213963"/>
            <a:ext cx="3282300" cy="156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100" name="Google Shape;4100;p122"/>
          <p:cNvSpPr txBox="1"/>
          <p:nvPr>
            <p:ph idx="1" type="subTitle"/>
          </p:nvPr>
        </p:nvSpPr>
        <p:spPr>
          <a:xfrm>
            <a:off x="5148475" y="2776938"/>
            <a:ext cx="3282300" cy="11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01" name="Google Shape;4101;p122"/>
          <p:cNvSpPr/>
          <p:nvPr>
            <p:ph idx="2" type="pic"/>
          </p:nvPr>
        </p:nvSpPr>
        <p:spPr>
          <a:xfrm>
            <a:off x="713225" y="1293601"/>
            <a:ext cx="3884100" cy="25563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102" name="Google Shape;4102;p12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103" name="Google Shape;4103;p122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122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12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12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bg>
      <p:bgPr>
        <a:solidFill>
          <a:schemeClr val="dk1"/>
        </a:solidFill>
      </p:bgPr>
    </p:bg>
    <p:spTree>
      <p:nvGrpSpPr>
        <p:cNvPr id="4107" name="Shape 4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8" name="Google Shape;4108;p12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109" name="Google Shape;4109;p123"/>
          <p:cNvSpPr txBox="1"/>
          <p:nvPr>
            <p:ph type="title"/>
          </p:nvPr>
        </p:nvSpPr>
        <p:spPr>
          <a:xfrm>
            <a:off x="4799600" y="1835650"/>
            <a:ext cx="36315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110" name="Google Shape;4110;p123"/>
          <p:cNvSpPr txBox="1"/>
          <p:nvPr>
            <p:ph idx="1" type="subTitle"/>
          </p:nvPr>
        </p:nvSpPr>
        <p:spPr>
          <a:xfrm>
            <a:off x="4799600" y="2368250"/>
            <a:ext cx="36315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111" name="Google Shape;4111;p12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112" name="Google Shape;4112;p123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123"/>
            <p:cNvSpPr/>
            <p:nvPr/>
          </p:nvSpPr>
          <p:spPr>
            <a:xfrm rot="-5400000">
              <a:off x="-1826063" y="2526388"/>
              <a:ext cx="43863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12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12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bg>
      <p:bgPr>
        <a:solidFill>
          <a:schemeClr val="dk1"/>
        </a:solidFill>
      </p:bgPr>
    </p:bg>
    <p:spTree>
      <p:nvGrpSpPr>
        <p:cNvPr id="4116" name="Shape 4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7" name="Google Shape;4117;p12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118" name="Google Shape;4118;p124"/>
          <p:cNvSpPr txBox="1"/>
          <p:nvPr>
            <p:ph type="title"/>
          </p:nvPr>
        </p:nvSpPr>
        <p:spPr>
          <a:xfrm>
            <a:off x="713225" y="1835650"/>
            <a:ext cx="36312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119" name="Google Shape;4119;p124"/>
          <p:cNvSpPr txBox="1"/>
          <p:nvPr>
            <p:ph idx="1" type="subTitle"/>
          </p:nvPr>
        </p:nvSpPr>
        <p:spPr>
          <a:xfrm>
            <a:off x="713403" y="2368250"/>
            <a:ext cx="36312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120" name="Google Shape;4120;p124"/>
          <p:cNvGrpSpPr/>
          <p:nvPr/>
        </p:nvGrpSpPr>
        <p:grpSpPr>
          <a:xfrm>
            <a:off x="350950" y="342300"/>
            <a:ext cx="8448500" cy="4460451"/>
            <a:chOff x="350950" y="342300"/>
            <a:chExt cx="8448500" cy="4460451"/>
          </a:xfrm>
        </p:grpSpPr>
        <p:sp>
          <p:nvSpPr>
            <p:cNvPr id="4121" name="Google Shape;4121;p124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124"/>
            <p:cNvSpPr/>
            <p:nvPr/>
          </p:nvSpPr>
          <p:spPr>
            <a:xfrm rot="-5400000">
              <a:off x="-1859601" y="2559925"/>
              <a:ext cx="4453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12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12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bg>
      <p:bgPr>
        <a:solidFill>
          <a:schemeClr val="dk1"/>
        </a:solidFill>
      </p:bgPr>
    </p:bg>
    <p:spTree>
      <p:nvGrpSpPr>
        <p:cNvPr id="4125" name="Shape 4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6" name="Google Shape;4126;p12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127" name="Google Shape;4127;p12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128" name="Google Shape;4128;p125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29" name="Google Shape;4129;p125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30" name="Google Shape;4130;p125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131" name="Google Shape;4131;p125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4132" name="Google Shape;4132;p12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133" name="Google Shape;4133;p125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125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12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125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37" name="Google Shape;4137;p125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4138" name="Google Shape;4138;p125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125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125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125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125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125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125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125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125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125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125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125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125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125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125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125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125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125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125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125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125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125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125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125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125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125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125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125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125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125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125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125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125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125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125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125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125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125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125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125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125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125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125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125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125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125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125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125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125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125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125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125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125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125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125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125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125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125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125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125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125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125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125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125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125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125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125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125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125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125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125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125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125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125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125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125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125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125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125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125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125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125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125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125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125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125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125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125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125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125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125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125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125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125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125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125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125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125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125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125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125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125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125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125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125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125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125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125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125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125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125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125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125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125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125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125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125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125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125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125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125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125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125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125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125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125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125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125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125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125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125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125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125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125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125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125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125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125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125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125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125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125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125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125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125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125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125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125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125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125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125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125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125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125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125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125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125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4295" name="Shape 4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96" name="Google Shape;4296;p12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297" name="Google Shape;4297;p12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298" name="Google Shape;4298;p126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99" name="Google Shape;4299;p126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300" name="Google Shape;4300;p12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301" name="Google Shape;4301;p126"/>
            <p:cNvSpPr/>
            <p:nvPr/>
          </p:nvSpPr>
          <p:spPr>
            <a:xfrm>
              <a:off x="1208650" y="4764550"/>
              <a:ext cx="7490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126"/>
            <p:cNvSpPr/>
            <p:nvPr/>
          </p:nvSpPr>
          <p:spPr>
            <a:xfrm rot="-5400000">
              <a:off x="-1257776" y="1958100"/>
              <a:ext cx="32497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12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12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05" name="Google Shape;4305;p126"/>
          <p:cNvGrpSpPr/>
          <p:nvPr/>
        </p:nvGrpSpPr>
        <p:grpSpPr>
          <a:xfrm>
            <a:off x="-631915" y="4022366"/>
            <a:ext cx="1488946" cy="955802"/>
            <a:chOff x="-1053822" y="5316830"/>
            <a:chExt cx="1773822" cy="1138537"/>
          </a:xfrm>
        </p:grpSpPr>
        <p:sp>
          <p:nvSpPr>
            <p:cNvPr id="4306" name="Google Shape;4306;p126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126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126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126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126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126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126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126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126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126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126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126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126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126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126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126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126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126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126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126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126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126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126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126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126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126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126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126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126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126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126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126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126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126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126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126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126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126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126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126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126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126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126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126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126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126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126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126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TITLE_AND_BODY_1">
    <p:bg>
      <p:bgPr>
        <a:solidFill>
          <a:schemeClr val="dk1"/>
        </a:solidFill>
      </p:bgPr>
    </p:bg>
    <p:spTree>
      <p:nvGrpSpPr>
        <p:cNvPr id="4354" name="Shape 4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55" name="Google Shape;4355;p12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356" name="Google Shape;4356;p12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357" name="Google Shape;4357;p127"/>
          <p:cNvSpPr txBox="1"/>
          <p:nvPr>
            <p:ph idx="1" type="body"/>
          </p:nvPr>
        </p:nvSpPr>
        <p:spPr>
          <a:xfrm>
            <a:off x="7200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4358" name="Google Shape;4358;p127"/>
          <p:cNvSpPr txBox="1"/>
          <p:nvPr>
            <p:ph idx="2" type="body"/>
          </p:nvPr>
        </p:nvSpPr>
        <p:spPr>
          <a:xfrm>
            <a:off x="46371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4359" name="Google Shape;4359;p12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360" name="Google Shape;4360;p127"/>
            <p:cNvSpPr/>
            <p:nvPr/>
          </p:nvSpPr>
          <p:spPr>
            <a:xfrm>
              <a:off x="383224" y="4764550"/>
              <a:ext cx="69646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127"/>
            <p:cNvSpPr/>
            <p:nvPr/>
          </p:nvSpPr>
          <p:spPr>
            <a:xfrm rot="-5400000">
              <a:off x="-1846800" y="2547126"/>
              <a:ext cx="44277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12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127"/>
            <p:cNvSpPr/>
            <p:nvPr/>
          </p:nvSpPr>
          <p:spPr>
            <a:xfrm rot="-5400000">
              <a:off x="7257113" y="1859439"/>
              <a:ext cx="30523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64" name="Google Shape;4364;p127"/>
          <p:cNvGrpSpPr/>
          <p:nvPr/>
        </p:nvGrpSpPr>
        <p:grpSpPr>
          <a:xfrm>
            <a:off x="8477575" y="3806678"/>
            <a:ext cx="2259229" cy="966847"/>
            <a:chOff x="9821900" y="2863078"/>
            <a:chExt cx="2259229" cy="966847"/>
          </a:xfrm>
        </p:grpSpPr>
        <p:sp>
          <p:nvSpPr>
            <p:cNvPr id="4365" name="Google Shape;4365;p127"/>
            <p:cNvSpPr/>
            <p:nvPr/>
          </p:nvSpPr>
          <p:spPr>
            <a:xfrm>
              <a:off x="9965291" y="3565756"/>
              <a:ext cx="261529" cy="264170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127"/>
            <p:cNvSpPr/>
            <p:nvPr/>
          </p:nvSpPr>
          <p:spPr>
            <a:xfrm>
              <a:off x="10028692" y="3571039"/>
              <a:ext cx="11888" cy="18888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127"/>
            <p:cNvSpPr/>
            <p:nvPr/>
          </p:nvSpPr>
          <p:spPr>
            <a:xfrm>
              <a:off x="10053788" y="3571039"/>
              <a:ext cx="6604" cy="12812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127"/>
            <p:cNvSpPr/>
            <p:nvPr/>
          </p:nvSpPr>
          <p:spPr>
            <a:xfrm>
              <a:off x="10171344" y="3571039"/>
              <a:ext cx="10567" cy="166427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127"/>
            <p:cNvSpPr/>
            <p:nvPr/>
          </p:nvSpPr>
          <p:spPr>
            <a:xfrm>
              <a:off x="10118510" y="3615948"/>
              <a:ext cx="10567" cy="16906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127"/>
            <p:cNvSpPr/>
            <p:nvPr/>
          </p:nvSpPr>
          <p:spPr>
            <a:xfrm>
              <a:off x="9821900" y="3442925"/>
              <a:ext cx="2259229" cy="1373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127"/>
            <p:cNvSpPr/>
            <p:nvPr/>
          </p:nvSpPr>
          <p:spPr>
            <a:xfrm>
              <a:off x="10559507" y="3508959"/>
              <a:ext cx="1512376" cy="9246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127"/>
            <p:cNvSpPr/>
            <p:nvPr/>
          </p:nvSpPr>
          <p:spPr>
            <a:xfrm>
              <a:off x="9878123" y="3536700"/>
              <a:ext cx="891403" cy="1187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127"/>
            <p:cNvSpPr/>
            <p:nvPr/>
          </p:nvSpPr>
          <p:spPr>
            <a:xfrm>
              <a:off x="9878132" y="3235558"/>
              <a:ext cx="1264056" cy="20737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127"/>
            <p:cNvSpPr/>
            <p:nvPr/>
          </p:nvSpPr>
          <p:spPr>
            <a:xfrm>
              <a:off x="10881980" y="3246125"/>
              <a:ext cx="161144" cy="196807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127"/>
            <p:cNvSpPr/>
            <p:nvPr/>
          </p:nvSpPr>
          <p:spPr>
            <a:xfrm>
              <a:off x="10887263" y="3420477"/>
              <a:ext cx="143973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127"/>
            <p:cNvSpPr/>
            <p:nvPr/>
          </p:nvSpPr>
          <p:spPr>
            <a:xfrm>
              <a:off x="9915116" y="3047997"/>
              <a:ext cx="1262735" cy="208694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127"/>
            <p:cNvSpPr/>
            <p:nvPr/>
          </p:nvSpPr>
          <p:spPr>
            <a:xfrm>
              <a:off x="10916322" y="3054602"/>
              <a:ext cx="162465" cy="199448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127"/>
            <p:cNvSpPr/>
            <p:nvPr/>
          </p:nvSpPr>
          <p:spPr>
            <a:xfrm>
              <a:off x="9890019" y="2863078"/>
              <a:ext cx="1262735" cy="207373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127"/>
            <p:cNvSpPr/>
            <p:nvPr/>
          </p:nvSpPr>
          <p:spPr>
            <a:xfrm>
              <a:off x="10892547" y="2868362"/>
              <a:ext cx="161144" cy="199448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127"/>
            <p:cNvSpPr/>
            <p:nvPr/>
          </p:nvSpPr>
          <p:spPr>
            <a:xfrm>
              <a:off x="10809333" y="300440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127"/>
            <p:cNvSpPr/>
            <p:nvPr/>
          </p:nvSpPr>
          <p:spPr>
            <a:xfrm>
              <a:off x="10792162" y="2989880"/>
              <a:ext cx="33021" cy="2642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127"/>
            <p:cNvSpPr/>
            <p:nvPr/>
          </p:nvSpPr>
          <p:spPr>
            <a:xfrm>
              <a:off x="10311372" y="3190649"/>
              <a:ext cx="64722" cy="2642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127"/>
            <p:cNvSpPr/>
            <p:nvPr/>
          </p:nvSpPr>
          <p:spPr>
            <a:xfrm>
              <a:off x="9953420" y="329895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127"/>
            <p:cNvSpPr/>
            <p:nvPr/>
          </p:nvSpPr>
          <p:spPr>
            <a:xfrm>
              <a:off x="9965308" y="3287071"/>
              <a:ext cx="18492" cy="3963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bg>
      <p:bgPr>
        <a:solidFill>
          <a:schemeClr val="dk1"/>
        </a:solidFill>
      </p:bgPr>
    </p:bg>
    <p:spTree>
      <p:nvGrpSpPr>
        <p:cNvPr id="4385" name="Shape 4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86" name="Google Shape;4386;p12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387" name="Google Shape;4387;p12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388" name="Google Shape;4388;p128"/>
          <p:cNvSpPr txBox="1"/>
          <p:nvPr>
            <p:ph idx="1" type="subTitle"/>
          </p:nvPr>
        </p:nvSpPr>
        <p:spPr>
          <a:xfrm>
            <a:off x="1223853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89" name="Google Shape;4389;p128"/>
          <p:cNvSpPr txBox="1"/>
          <p:nvPr>
            <p:ph idx="2" type="subTitle"/>
          </p:nvPr>
        </p:nvSpPr>
        <p:spPr>
          <a:xfrm>
            <a:off x="3633761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90" name="Google Shape;4390;p128"/>
          <p:cNvSpPr txBox="1"/>
          <p:nvPr>
            <p:ph idx="3" type="subTitle"/>
          </p:nvPr>
        </p:nvSpPr>
        <p:spPr>
          <a:xfrm>
            <a:off x="6043647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91" name="Google Shape;4391;p128"/>
          <p:cNvSpPr txBox="1"/>
          <p:nvPr>
            <p:ph idx="4" type="subTitle"/>
          </p:nvPr>
        </p:nvSpPr>
        <p:spPr>
          <a:xfrm>
            <a:off x="1223853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392" name="Google Shape;4392;p128"/>
          <p:cNvSpPr txBox="1"/>
          <p:nvPr>
            <p:ph idx="5" type="subTitle"/>
          </p:nvPr>
        </p:nvSpPr>
        <p:spPr>
          <a:xfrm>
            <a:off x="3633761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393" name="Google Shape;4393;p128"/>
          <p:cNvSpPr txBox="1"/>
          <p:nvPr>
            <p:ph idx="6" type="subTitle"/>
          </p:nvPr>
        </p:nvSpPr>
        <p:spPr>
          <a:xfrm>
            <a:off x="6043647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4394" name="Google Shape;4394;p12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395" name="Google Shape;4395;p128"/>
            <p:cNvSpPr/>
            <p:nvPr/>
          </p:nvSpPr>
          <p:spPr>
            <a:xfrm>
              <a:off x="444975" y="4764550"/>
              <a:ext cx="73846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128"/>
            <p:cNvSpPr/>
            <p:nvPr/>
          </p:nvSpPr>
          <p:spPr>
            <a:xfrm rot="-5400000">
              <a:off x="-1832726" y="2533050"/>
              <a:ext cx="43996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12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128"/>
            <p:cNvSpPr/>
            <p:nvPr/>
          </p:nvSpPr>
          <p:spPr>
            <a:xfrm rot="-5400000">
              <a:off x="7238725" y="1877825"/>
              <a:ext cx="30891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99" name="Google Shape;4399;p128"/>
          <p:cNvGrpSpPr/>
          <p:nvPr/>
        </p:nvGrpSpPr>
        <p:grpSpPr>
          <a:xfrm flipH="1">
            <a:off x="8278560" y="4022366"/>
            <a:ext cx="1488946" cy="955802"/>
            <a:chOff x="-1053822" y="5316830"/>
            <a:chExt cx="1773822" cy="1138537"/>
          </a:xfrm>
        </p:grpSpPr>
        <p:sp>
          <p:nvSpPr>
            <p:cNvPr id="4400" name="Google Shape;4400;p128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128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128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128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128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128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128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128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128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128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128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128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128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128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128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128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28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28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28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28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128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128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128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128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128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128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128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128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28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28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28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28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28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28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28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128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128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128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128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128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28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28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28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28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128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128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128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128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bg>
      <p:bgPr>
        <a:solidFill>
          <a:schemeClr val="dk1"/>
        </a:solidFill>
      </p:bgPr>
    </p:bg>
    <p:spTree>
      <p:nvGrpSpPr>
        <p:cNvPr id="4448" name="Shape 4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49" name="Google Shape;4449;p12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450" name="Google Shape;4450;p1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451" name="Google Shape;4451;p129"/>
          <p:cNvSpPr txBox="1"/>
          <p:nvPr>
            <p:ph idx="1" type="subTitle"/>
          </p:nvPr>
        </p:nvSpPr>
        <p:spPr>
          <a:xfrm>
            <a:off x="2279380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52" name="Google Shape;4452;p129"/>
          <p:cNvSpPr txBox="1"/>
          <p:nvPr>
            <p:ph idx="2" type="subTitle"/>
          </p:nvPr>
        </p:nvSpPr>
        <p:spPr>
          <a:xfrm>
            <a:off x="5783581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53" name="Google Shape;4453;p129"/>
          <p:cNvSpPr txBox="1"/>
          <p:nvPr>
            <p:ph idx="3" type="subTitle"/>
          </p:nvPr>
        </p:nvSpPr>
        <p:spPr>
          <a:xfrm>
            <a:off x="2279380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54" name="Google Shape;4454;p129"/>
          <p:cNvSpPr txBox="1"/>
          <p:nvPr>
            <p:ph idx="4" type="subTitle"/>
          </p:nvPr>
        </p:nvSpPr>
        <p:spPr>
          <a:xfrm>
            <a:off x="5783581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55" name="Google Shape;4455;p129"/>
          <p:cNvSpPr txBox="1"/>
          <p:nvPr>
            <p:ph idx="5" type="subTitle"/>
          </p:nvPr>
        </p:nvSpPr>
        <p:spPr>
          <a:xfrm>
            <a:off x="2279380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456" name="Google Shape;4456;p129"/>
          <p:cNvSpPr txBox="1"/>
          <p:nvPr>
            <p:ph idx="6" type="subTitle"/>
          </p:nvPr>
        </p:nvSpPr>
        <p:spPr>
          <a:xfrm>
            <a:off x="2279380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457" name="Google Shape;4457;p129"/>
          <p:cNvSpPr txBox="1"/>
          <p:nvPr>
            <p:ph idx="7" type="subTitle"/>
          </p:nvPr>
        </p:nvSpPr>
        <p:spPr>
          <a:xfrm>
            <a:off x="5783579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458" name="Google Shape;4458;p129"/>
          <p:cNvSpPr txBox="1"/>
          <p:nvPr>
            <p:ph idx="8" type="subTitle"/>
          </p:nvPr>
        </p:nvSpPr>
        <p:spPr>
          <a:xfrm>
            <a:off x="5783579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4459" name="Google Shape;4459;p129"/>
          <p:cNvGrpSpPr/>
          <p:nvPr/>
        </p:nvGrpSpPr>
        <p:grpSpPr>
          <a:xfrm>
            <a:off x="-498149" y="3741653"/>
            <a:ext cx="1175174" cy="1017149"/>
            <a:chOff x="-498149" y="884153"/>
            <a:chExt cx="1175174" cy="1017149"/>
          </a:xfrm>
        </p:grpSpPr>
        <p:sp>
          <p:nvSpPr>
            <p:cNvPr id="4460" name="Google Shape;4460;p129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129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129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129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129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29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129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129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129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129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129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129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129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129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129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129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129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29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129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129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129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129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129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129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129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85" name="Google Shape;4485;p12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486" name="Google Shape;4486;p129"/>
            <p:cNvSpPr/>
            <p:nvPr/>
          </p:nvSpPr>
          <p:spPr>
            <a:xfrm>
              <a:off x="1048125" y="4764550"/>
              <a:ext cx="76509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129"/>
            <p:cNvSpPr/>
            <p:nvPr/>
          </p:nvSpPr>
          <p:spPr>
            <a:xfrm rot="-5400000">
              <a:off x="-1065337" y="1765664"/>
              <a:ext cx="28648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12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129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bg>
      <p:bgPr>
        <a:solidFill>
          <a:schemeClr val="dk1"/>
        </a:solidFill>
      </p:bgPr>
    </p:bg>
    <p:spTree>
      <p:nvGrpSpPr>
        <p:cNvPr id="4490" name="Shape 4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91" name="Google Shape;4491;p13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492" name="Google Shape;4492;p13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493" name="Google Shape;4493;p130"/>
          <p:cNvSpPr txBox="1"/>
          <p:nvPr>
            <p:ph idx="1" type="subTitle"/>
          </p:nvPr>
        </p:nvSpPr>
        <p:spPr>
          <a:xfrm>
            <a:off x="1044753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94" name="Google Shape;4494;p130"/>
          <p:cNvSpPr txBox="1"/>
          <p:nvPr>
            <p:ph idx="2" type="subTitle"/>
          </p:nvPr>
        </p:nvSpPr>
        <p:spPr>
          <a:xfrm>
            <a:off x="3574050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95" name="Google Shape;4495;p130"/>
          <p:cNvSpPr txBox="1"/>
          <p:nvPr>
            <p:ph idx="3" type="subTitle"/>
          </p:nvPr>
        </p:nvSpPr>
        <p:spPr>
          <a:xfrm>
            <a:off x="1044753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96" name="Google Shape;4496;p130"/>
          <p:cNvSpPr txBox="1"/>
          <p:nvPr>
            <p:ph idx="4" type="subTitle"/>
          </p:nvPr>
        </p:nvSpPr>
        <p:spPr>
          <a:xfrm>
            <a:off x="3574050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97" name="Google Shape;4497;p130"/>
          <p:cNvSpPr txBox="1"/>
          <p:nvPr>
            <p:ph idx="5" type="subTitle"/>
          </p:nvPr>
        </p:nvSpPr>
        <p:spPr>
          <a:xfrm>
            <a:off x="6103347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98" name="Google Shape;4498;p130"/>
          <p:cNvSpPr txBox="1"/>
          <p:nvPr>
            <p:ph idx="6" type="subTitle"/>
          </p:nvPr>
        </p:nvSpPr>
        <p:spPr>
          <a:xfrm>
            <a:off x="6103347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99" name="Google Shape;4499;p130"/>
          <p:cNvSpPr txBox="1"/>
          <p:nvPr>
            <p:ph idx="7" type="subTitle"/>
          </p:nvPr>
        </p:nvSpPr>
        <p:spPr>
          <a:xfrm>
            <a:off x="1044753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500" name="Google Shape;4500;p130"/>
          <p:cNvSpPr txBox="1"/>
          <p:nvPr>
            <p:ph idx="8" type="subTitle"/>
          </p:nvPr>
        </p:nvSpPr>
        <p:spPr>
          <a:xfrm>
            <a:off x="3574050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501" name="Google Shape;4501;p130"/>
          <p:cNvSpPr txBox="1"/>
          <p:nvPr>
            <p:ph idx="9" type="subTitle"/>
          </p:nvPr>
        </p:nvSpPr>
        <p:spPr>
          <a:xfrm>
            <a:off x="6103347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502" name="Google Shape;4502;p130"/>
          <p:cNvSpPr txBox="1"/>
          <p:nvPr>
            <p:ph idx="13" type="subTitle"/>
          </p:nvPr>
        </p:nvSpPr>
        <p:spPr>
          <a:xfrm>
            <a:off x="1044753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503" name="Google Shape;4503;p130"/>
          <p:cNvSpPr txBox="1"/>
          <p:nvPr>
            <p:ph idx="14" type="subTitle"/>
          </p:nvPr>
        </p:nvSpPr>
        <p:spPr>
          <a:xfrm>
            <a:off x="3574050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504" name="Google Shape;4504;p130"/>
          <p:cNvSpPr txBox="1"/>
          <p:nvPr>
            <p:ph idx="15" type="subTitle"/>
          </p:nvPr>
        </p:nvSpPr>
        <p:spPr>
          <a:xfrm>
            <a:off x="6103347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4505" name="Google Shape;4505;p130"/>
          <p:cNvGrpSpPr/>
          <p:nvPr/>
        </p:nvGrpSpPr>
        <p:grpSpPr>
          <a:xfrm flipH="1">
            <a:off x="8423974" y="1257907"/>
            <a:ext cx="1248129" cy="860168"/>
            <a:chOff x="-4004220" y="1207709"/>
            <a:chExt cx="3372411" cy="2324149"/>
          </a:xfrm>
        </p:grpSpPr>
        <p:sp>
          <p:nvSpPr>
            <p:cNvPr id="4506" name="Google Shape;4506;p130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130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130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130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130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130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130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130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130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130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130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130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130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130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130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130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130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130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130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130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130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130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130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130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130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130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130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130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130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130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130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30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130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130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130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130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130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130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130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130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130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130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130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130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130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130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130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130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130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130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130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130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130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130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130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130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130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130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130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130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130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130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68" name="Google Shape;4568;p13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569" name="Google Shape;4569;p130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130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13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130"/>
            <p:cNvSpPr/>
            <p:nvPr/>
          </p:nvSpPr>
          <p:spPr>
            <a:xfrm rot="-5400000">
              <a:off x="7628550" y="3602625"/>
              <a:ext cx="2309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bg>
      <p:bgPr>
        <a:solidFill>
          <a:schemeClr val="dk1"/>
        </a:solidFill>
      </p:bgPr>
    </p:bg>
    <p:spTree>
      <p:nvGrpSpPr>
        <p:cNvPr id="4573" name="Shape 4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74" name="Google Shape;4574;p13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575" name="Google Shape;4575;p131"/>
          <p:cNvSpPr txBox="1"/>
          <p:nvPr>
            <p:ph hasCustomPrompt="1" type="title"/>
          </p:nvPr>
        </p:nvSpPr>
        <p:spPr>
          <a:xfrm>
            <a:off x="1970775" y="601338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76" name="Google Shape;4576;p131"/>
          <p:cNvSpPr txBox="1"/>
          <p:nvPr>
            <p:ph idx="1" type="subTitle"/>
          </p:nvPr>
        </p:nvSpPr>
        <p:spPr>
          <a:xfrm>
            <a:off x="1970775" y="129026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577" name="Google Shape;4577;p131"/>
          <p:cNvSpPr txBox="1"/>
          <p:nvPr>
            <p:ph hasCustomPrompt="1" idx="2" type="title"/>
          </p:nvPr>
        </p:nvSpPr>
        <p:spPr>
          <a:xfrm>
            <a:off x="1970775" y="1890512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78" name="Google Shape;4578;p131"/>
          <p:cNvSpPr txBox="1"/>
          <p:nvPr>
            <p:ph idx="3" type="subTitle"/>
          </p:nvPr>
        </p:nvSpPr>
        <p:spPr>
          <a:xfrm>
            <a:off x="1970775" y="2579437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579" name="Google Shape;4579;p131"/>
          <p:cNvSpPr txBox="1"/>
          <p:nvPr>
            <p:ph hasCustomPrompt="1" idx="4" type="title"/>
          </p:nvPr>
        </p:nvSpPr>
        <p:spPr>
          <a:xfrm>
            <a:off x="1970775" y="3179687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80" name="Google Shape;4580;p131"/>
          <p:cNvSpPr txBox="1"/>
          <p:nvPr>
            <p:ph idx="5" type="subTitle"/>
          </p:nvPr>
        </p:nvSpPr>
        <p:spPr>
          <a:xfrm>
            <a:off x="1970775" y="386861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581" name="Google Shape;4581;p13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582" name="Google Shape;4582;p131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131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13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131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bg>
      <p:bgPr>
        <a:solidFill>
          <a:schemeClr val="dk1"/>
        </a:solidFill>
      </p:bgPr>
    </p:bg>
    <p:spTree>
      <p:nvGrpSpPr>
        <p:cNvPr id="4586" name="Shape 4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87" name="Google Shape;4587;p13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588" name="Google Shape;4588;p132"/>
          <p:cNvSpPr txBox="1"/>
          <p:nvPr>
            <p:ph type="title"/>
          </p:nvPr>
        </p:nvSpPr>
        <p:spPr>
          <a:xfrm>
            <a:off x="1638675" y="612180"/>
            <a:ext cx="4151700" cy="91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589" name="Google Shape;4589;p132"/>
          <p:cNvSpPr txBox="1"/>
          <p:nvPr>
            <p:ph idx="1" type="subTitle"/>
          </p:nvPr>
        </p:nvSpPr>
        <p:spPr>
          <a:xfrm>
            <a:off x="1638675" y="1745139"/>
            <a:ext cx="4151700" cy="13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590" name="Google Shape;4590;p132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4591" name="Google Shape;4591;p132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132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13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132"/>
            <p:cNvSpPr/>
            <p:nvPr/>
          </p:nvSpPr>
          <p:spPr>
            <a:xfrm rot="-5400000">
              <a:off x="7567861" y="1548687"/>
              <a:ext cx="24309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95" name="Google Shape;4595;p132"/>
          <p:cNvSpPr txBox="1"/>
          <p:nvPr/>
        </p:nvSpPr>
        <p:spPr>
          <a:xfrm>
            <a:off x="1638675" y="4006102"/>
            <a:ext cx="41517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CREDITS: This presentation template was created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 and includes icons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infographics &amp; images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 u="sng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dk1"/>
        </a:solidFill>
      </p:bgPr>
    </p:bg>
    <p:spTree>
      <p:nvGrpSpPr>
        <p:cNvPr id="4596" name="Shape 4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97" name="Google Shape;4597;p13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4598" name="Google Shape;4598;p133"/>
          <p:cNvGrpSpPr/>
          <p:nvPr/>
        </p:nvGrpSpPr>
        <p:grpSpPr>
          <a:xfrm>
            <a:off x="444975" y="342300"/>
            <a:ext cx="8354475" cy="2353075"/>
            <a:chOff x="444975" y="342300"/>
            <a:chExt cx="8354475" cy="2353075"/>
          </a:xfrm>
        </p:grpSpPr>
        <p:sp>
          <p:nvSpPr>
            <p:cNvPr id="4599" name="Google Shape;4599;p13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133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dk1"/>
        </a:solidFill>
      </p:bgPr>
    </p:bg>
    <p:spTree>
      <p:nvGrpSpPr>
        <p:cNvPr id="4601" name="Shape 4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2" name="Google Shape;4602;p13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4603" name="Google Shape;4603;p134"/>
          <p:cNvGrpSpPr/>
          <p:nvPr/>
        </p:nvGrpSpPr>
        <p:grpSpPr>
          <a:xfrm>
            <a:off x="350950" y="349378"/>
            <a:ext cx="2932125" cy="4447447"/>
            <a:chOff x="350950" y="349378"/>
            <a:chExt cx="2932125" cy="4447447"/>
          </a:xfrm>
        </p:grpSpPr>
        <p:sp>
          <p:nvSpPr>
            <p:cNvPr id="4604" name="Google Shape;4604;p134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134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9_1_1">
    <p:bg>
      <p:bgPr>
        <a:solidFill>
          <a:schemeClr val="dk1"/>
        </a:solidFill>
      </p:bgPr>
    </p:bg>
    <p:spTree>
      <p:nvGrpSpPr>
        <p:cNvPr id="4606" name="Shape 4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7" name="Google Shape;4607;p13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608" name="Google Shape;4608;p135"/>
          <p:cNvSpPr/>
          <p:nvPr/>
        </p:nvSpPr>
        <p:spPr>
          <a:xfrm>
            <a:off x="444975" y="4764550"/>
            <a:ext cx="7985799" cy="32275"/>
          </a:xfrm>
          <a:custGeom>
            <a:rect b="b" l="l" r="r" t="t"/>
            <a:pathLst>
              <a:path extrusionOk="0" h="8" w="1951">
                <a:moveTo>
                  <a:pt x="1951" y="4"/>
                </a:moveTo>
                <a:lnTo>
                  <a:pt x="1951" y="4"/>
                </a:lnTo>
                <a:cubicBezTo>
                  <a:pt x="1787" y="8"/>
                  <a:pt x="1625" y="8"/>
                  <a:pt x="1463" y="8"/>
                </a:cubicBezTo>
                <a:cubicBezTo>
                  <a:pt x="1381" y="6"/>
                  <a:pt x="1299" y="6"/>
                  <a:pt x="1219" y="6"/>
                </a:cubicBezTo>
                <a:cubicBezTo>
                  <a:pt x="1137" y="6"/>
                  <a:pt x="1055" y="6"/>
                  <a:pt x="976" y="6"/>
                </a:cubicBezTo>
                <a:cubicBezTo>
                  <a:pt x="811" y="8"/>
                  <a:pt x="650" y="8"/>
                  <a:pt x="488" y="8"/>
                </a:cubicBezTo>
                <a:cubicBezTo>
                  <a:pt x="406" y="8"/>
                  <a:pt x="324" y="8"/>
                  <a:pt x="244" y="6"/>
                </a:cubicBezTo>
                <a:cubicBezTo>
                  <a:pt x="162" y="6"/>
                  <a:pt x="80" y="6"/>
                  <a:pt x="0" y="4"/>
                </a:cubicBezTo>
                <a:lnTo>
                  <a:pt x="0" y="4"/>
                </a:lnTo>
                <a:cubicBezTo>
                  <a:pt x="80" y="2"/>
                  <a:pt x="162" y="2"/>
                  <a:pt x="244" y="2"/>
                </a:cubicBezTo>
                <a:cubicBezTo>
                  <a:pt x="324" y="0"/>
                  <a:pt x="406" y="0"/>
                  <a:pt x="488" y="0"/>
                </a:cubicBezTo>
                <a:cubicBezTo>
                  <a:pt x="650" y="0"/>
                  <a:pt x="811" y="0"/>
                  <a:pt x="976" y="2"/>
                </a:cubicBezTo>
                <a:cubicBezTo>
                  <a:pt x="1055" y="2"/>
                  <a:pt x="1137" y="4"/>
                  <a:pt x="1219" y="2"/>
                </a:cubicBezTo>
                <a:cubicBezTo>
                  <a:pt x="1299" y="2"/>
                  <a:pt x="1381" y="2"/>
                  <a:pt x="1463" y="2"/>
                </a:cubicBezTo>
                <a:cubicBezTo>
                  <a:pt x="1625" y="0"/>
                  <a:pt x="1787" y="2"/>
                  <a:pt x="1951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1" anchor="ctr" bIns="0" lIns="90000" spcFirstLastPara="1" rIns="9000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800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 and three columns (h5eba166b6c259807_13_0)">
    <p:bg>
      <p:bgPr>
        <a:solidFill>
          <a:schemeClr val="dk1"/>
        </a:solidFill>
      </p:bgPr>
    </p:bg>
    <p:spTree>
      <p:nvGrpSpPr>
        <p:cNvPr id="4609" name="Shape 4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0" name="Google Shape;4610;p13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611" name="Google Shape;4611;p136"/>
          <p:cNvSpPr txBox="1"/>
          <p:nvPr>
            <p:ph idx="1" type="subTitle"/>
          </p:nvPr>
        </p:nvSpPr>
        <p:spPr>
          <a:xfrm>
            <a:off x="1223853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12" name="Google Shape;4612;p136"/>
          <p:cNvSpPr txBox="1"/>
          <p:nvPr>
            <p:ph idx="2" type="subTitle"/>
          </p:nvPr>
        </p:nvSpPr>
        <p:spPr>
          <a:xfrm>
            <a:off x="3633761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13" name="Google Shape;4613;p136"/>
          <p:cNvSpPr txBox="1"/>
          <p:nvPr>
            <p:ph idx="3" type="subTitle"/>
          </p:nvPr>
        </p:nvSpPr>
        <p:spPr>
          <a:xfrm>
            <a:off x="6043647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14" name="Google Shape;4614;p136"/>
          <p:cNvSpPr txBox="1"/>
          <p:nvPr>
            <p:ph idx="4" type="subTitle"/>
          </p:nvPr>
        </p:nvSpPr>
        <p:spPr>
          <a:xfrm>
            <a:off x="1223853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615" name="Google Shape;4615;p136"/>
          <p:cNvSpPr txBox="1"/>
          <p:nvPr>
            <p:ph idx="5" type="subTitle"/>
          </p:nvPr>
        </p:nvSpPr>
        <p:spPr>
          <a:xfrm>
            <a:off x="3633761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616" name="Google Shape;4616;p136"/>
          <p:cNvSpPr txBox="1"/>
          <p:nvPr>
            <p:ph idx="6" type="subTitle"/>
          </p:nvPr>
        </p:nvSpPr>
        <p:spPr>
          <a:xfrm>
            <a:off x="6043647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 1">
  <p:cSld name="Title and two columns 1 (h482cdf1703c758d8_17_0)">
    <p:bg>
      <p:bgPr>
        <a:solidFill>
          <a:schemeClr val="dk1"/>
        </a:solidFill>
      </p:bgPr>
    </p:bg>
    <p:spTree>
      <p:nvGrpSpPr>
        <p:cNvPr id="4617" name="Shape 4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" name="Google Shape;4618;p13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619" name="Google Shape;4619;p137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20" name="Google Shape;4620;p137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21" name="Google Shape;4621;p137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622" name="Google Shape;4622;p137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(h3155dd782e2016d2_46_0)">
  <p:cSld name="Title only (h3155dd782e2016d2_46_0)">
    <p:bg>
      <p:bgPr>
        <a:solidFill>
          <a:schemeClr val="dk1"/>
        </a:solidFill>
      </p:bgPr>
    </p:bg>
    <p:spTree>
      <p:nvGrpSpPr>
        <p:cNvPr id="4623" name="Shape 4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4" name="Google Shape;4624;p1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 1">
  <p:cSld name="Title and two columns 2 (h3155dd782e2016d2_27_0)">
    <p:bg>
      <p:bgPr>
        <a:solidFill>
          <a:schemeClr val="dk1"/>
        </a:solidFill>
      </p:bgPr>
    </p:bg>
    <p:spTree>
      <p:nvGrpSpPr>
        <p:cNvPr id="4625" name="Shape 4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6" name="Google Shape;4626;p13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627" name="Google Shape;4627;p139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28" name="Google Shape;4628;p139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635" name="Shape 4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6" name="Google Shape;4636;p141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37" name="Google Shape;4637;p141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38" name="Google Shape;4638;p141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4639" name="Shape 4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0" name="Google Shape;4640;p142"/>
          <p:cNvSpPr txBox="1"/>
          <p:nvPr>
            <p:ph type="ctrTitle"/>
          </p:nvPr>
        </p:nvSpPr>
        <p:spPr>
          <a:xfrm>
            <a:off x="514350" y="1597819"/>
            <a:ext cx="5829300" cy="1102519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41" name="Google Shape;4641;p142"/>
          <p:cNvSpPr txBox="1"/>
          <p:nvPr>
            <p:ph idx="1" type="subTitle"/>
          </p:nvPr>
        </p:nvSpPr>
        <p:spPr>
          <a:xfrm>
            <a:off x="1028700" y="2914650"/>
            <a:ext cx="4800600" cy="131445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lvl="0" algn="ctr"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1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4642" name="Google Shape;4642;p142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43" name="Google Shape;4643;p142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44" name="Google Shape;4644;p142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Content" type="obj">
  <p:cSld name="OBJECT">
    <p:spTree>
      <p:nvGrpSpPr>
        <p:cNvPr id="4645" name="Shape 4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6" name="Google Shape;4646;p143"/>
          <p:cNvSpPr txBox="1"/>
          <p:nvPr>
            <p:ph type="title"/>
          </p:nvPr>
        </p:nvSpPr>
        <p:spPr>
          <a:xfrm>
            <a:off x="342900" y="205978"/>
            <a:ext cx="6172200" cy="85725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47" name="Google Shape;4647;p143"/>
          <p:cNvSpPr txBox="1"/>
          <p:nvPr>
            <p:ph idx="1" type="body"/>
          </p:nvPr>
        </p:nvSpPr>
        <p:spPr>
          <a:xfrm>
            <a:off x="342900" y="1200150"/>
            <a:ext cx="6172200" cy="3394472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17500" lvl="0" marL="457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/>
            </a:lvl2pPr>
            <a:lvl3pPr indent="-31750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/>
            </a:lvl4pPr>
            <a:lvl5pPr indent="-317500" lvl="4" marL="22860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»"/>
              <a:defRPr/>
            </a:lvl5pPr>
            <a:lvl6pPr indent="-317500" lvl="5" marL="2743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4648" name="Google Shape;4648;p143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49" name="Google Shape;4649;p143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50" name="Google Shape;4650;p143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651" name="Shape 4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2" name="Google Shape;4652;p144"/>
          <p:cNvSpPr txBox="1"/>
          <p:nvPr>
            <p:ph type="title"/>
          </p:nvPr>
        </p:nvSpPr>
        <p:spPr>
          <a:xfrm>
            <a:off x="541735" y="3305175"/>
            <a:ext cx="5829300" cy="1021556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Calibri"/>
              <a:buNone/>
              <a:defRPr b="1" sz="3000" cap="none"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53" name="Google Shape;4653;p144"/>
          <p:cNvSpPr txBox="1"/>
          <p:nvPr>
            <p:ph idx="1" type="body"/>
          </p:nvPr>
        </p:nvSpPr>
        <p:spPr>
          <a:xfrm>
            <a:off x="541735" y="2180035"/>
            <a:ext cx="5829300" cy="112514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rmAutofit/>
          </a:bodyPr>
          <a:lstStyle>
            <a:lvl1pPr indent="-228600" lvl="0" marL="457200" algn="l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 sz="1500">
                <a:solidFill>
                  <a:srgbClr val="888888"/>
                </a:solidFill>
              </a:defRPr>
            </a:lvl1pPr>
            <a:lvl2pPr indent="-228600" lvl="1" marL="914400" algn="l"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2pPr>
            <a:lvl3pPr indent="-228600" lvl="2" marL="1371600" algn="l">
              <a:spcBef>
                <a:spcPts val="2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3pPr>
            <a:lvl4pPr indent="-228600" lvl="3" marL="1828800" algn="l">
              <a:spcBef>
                <a:spcPts val="2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100">
                <a:solidFill>
                  <a:srgbClr val="888888"/>
                </a:solidFill>
              </a:defRPr>
            </a:lvl4pPr>
            <a:lvl5pPr indent="-228600" lvl="4" marL="2286000" algn="l">
              <a:spcBef>
                <a:spcPts val="2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100">
                <a:solidFill>
                  <a:srgbClr val="888888"/>
                </a:solidFill>
              </a:defRPr>
            </a:lvl5pPr>
            <a:lvl6pPr indent="-228600" lvl="5" marL="2743200" algn="l">
              <a:spcBef>
                <a:spcPts val="2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100">
                <a:solidFill>
                  <a:srgbClr val="888888"/>
                </a:solidFill>
              </a:defRPr>
            </a:lvl6pPr>
            <a:lvl7pPr indent="-228600" lvl="6" marL="3200400" algn="l">
              <a:spcBef>
                <a:spcPts val="2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100">
                <a:solidFill>
                  <a:srgbClr val="888888"/>
                </a:solidFill>
              </a:defRPr>
            </a:lvl7pPr>
            <a:lvl8pPr indent="-228600" lvl="7" marL="3657600" algn="l">
              <a:spcBef>
                <a:spcPts val="2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100">
                <a:solidFill>
                  <a:srgbClr val="888888"/>
                </a:solidFill>
              </a:defRPr>
            </a:lvl8pPr>
            <a:lvl9pPr indent="-228600" lvl="8" marL="4114800" algn="l">
              <a:spcBef>
                <a:spcPts val="2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1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4654" name="Google Shape;4654;p144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55" name="Google Shape;4655;p144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56" name="Google Shape;4656;p144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ntent" type="twoObj">
  <p:cSld name="TWO_OBJECTS">
    <p:spTree>
      <p:nvGrpSpPr>
        <p:cNvPr id="4657" name="Shape 4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8" name="Google Shape;4658;p145"/>
          <p:cNvSpPr txBox="1"/>
          <p:nvPr>
            <p:ph type="title"/>
          </p:nvPr>
        </p:nvSpPr>
        <p:spPr>
          <a:xfrm>
            <a:off x="342900" y="205978"/>
            <a:ext cx="6172200" cy="85725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59" name="Google Shape;4659;p145"/>
          <p:cNvSpPr txBox="1"/>
          <p:nvPr>
            <p:ph idx="1" type="body"/>
          </p:nvPr>
        </p:nvSpPr>
        <p:spPr>
          <a:xfrm>
            <a:off x="342900" y="1200150"/>
            <a:ext cx="3028950" cy="3394472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61950" lvl="0" marL="4572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•"/>
              <a:defRPr sz="2100"/>
            </a:lvl1pPr>
            <a:lvl2pPr indent="-342900" lvl="1" marL="9144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2pPr>
            <a:lvl3pPr indent="-32385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3pPr>
            <a:lvl4pPr indent="-317500" lvl="3" marL="1828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 sz="1400"/>
            </a:lvl4pPr>
            <a:lvl5pPr indent="-317500" lvl="4" marL="22860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»"/>
              <a:defRPr sz="1400"/>
            </a:lvl5pPr>
            <a:lvl6pPr indent="-317500" lvl="5" marL="2743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6pPr>
            <a:lvl7pPr indent="-317500" lvl="6" marL="3200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7pPr>
            <a:lvl8pPr indent="-317500" lvl="7" marL="3657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8pPr>
            <a:lvl9pPr indent="-317500" lvl="8" marL="4114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9pPr>
          </a:lstStyle>
          <a:p/>
        </p:txBody>
      </p:sp>
      <p:sp>
        <p:nvSpPr>
          <p:cNvPr id="4660" name="Google Shape;4660;p145"/>
          <p:cNvSpPr txBox="1"/>
          <p:nvPr>
            <p:ph idx="2" type="body"/>
          </p:nvPr>
        </p:nvSpPr>
        <p:spPr>
          <a:xfrm>
            <a:off x="3486150" y="1200150"/>
            <a:ext cx="3028950" cy="3394472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61950" lvl="0" marL="4572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•"/>
              <a:defRPr sz="2100"/>
            </a:lvl1pPr>
            <a:lvl2pPr indent="-342900" lvl="1" marL="9144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2pPr>
            <a:lvl3pPr indent="-32385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3pPr>
            <a:lvl4pPr indent="-317500" lvl="3" marL="1828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 sz="1400"/>
            </a:lvl4pPr>
            <a:lvl5pPr indent="-317500" lvl="4" marL="22860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»"/>
              <a:defRPr sz="1400"/>
            </a:lvl5pPr>
            <a:lvl6pPr indent="-317500" lvl="5" marL="2743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6pPr>
            <a:lvl7pPr indent="-317500" lvl="6" marL="3200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7pPr>
            <a:lvl8pPr indent="-317500" lvl="7" marL="3657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8pPr>
            <a:lvl9pPr indent="-317500" lvl="8" marL="4114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9pPr>
          </a:lstStyle>
          <a:p/>
        </p:txBody>
      </p:sp>
      <p:sp>
        <p:nvSpPr>
          <p:cNvPr id="4661" name="Google Shape;4661;p145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62" name="Google Shape;4662;p145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63" name="Google Shape;4663;p145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mparison" type="twoTxTwoObj">
  <p:cSld name="TWO_OBJECTS_WITH_TEXT">
    <p:spTree>
      <p:nvGrpSpPr>
        <p:cNvPr id="4664" name="Shape 4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5" name="Google Shape;4665;p146"/>
          <p:cNvSpPr txBox="1"/>
          <p:nvPr>
            <p:ph type="title"/>
          </p:nvPr>
        </p:nvSpPr>
        <p:spPr>
          <a:xfrm>
            <a:off x="342900" y="205978"/>
            <a:ext cx="6172200" cy="85725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3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66" name="Google Shape;4666;p146"/>
          <p:cNvSpPr txBox="1"/>
          <p:nvPr>
            <p:ph idx="1" type="body"/>
          </p:nvPr>
        </p:nvSpPr>
        <p:spPr>
          <a:xfrm>
            <a:off x="342900" y="1151335"/>
            <a:ext cx="3030141" cy="479822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rmAutofit/>
          </a:bodyPr>
          <a:lstStyle>
            <a:lvl1pPr indent="-228600" lvl="0" marL="4572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1" sz="1800"/>
            </a:lvl1pPr>
            <a:lvl2pPr indent="-228600" lvl="1" marL="914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b="1" sz="1500"/>
            </a:lvl2pPr>
            <a:lvl3pPr indent="-22860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3pPr>
            <a:lvl4pPr indent="-228600" lvl="3" marL="1828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4pPr>
            <a:lvl5pPr indent="-228600" lvl="4" marL="22860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5pPr>
            <a:lvl6pPr indent="-228600" lvl="5" marL="27432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6pPr>
            <a:lvl7pPr indent="-228600" lvl="6" marL="32004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7pPr>
            <a:lvl8pPr indent="-228600" lvl="7" marL="3657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8pPr>
            <a:lvl9pPr indent="-228600" lvl="8" marL="4114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9pPr>
          </a:lstStyle>
          <a:p/>
        </p:txBody>
      </p:sp>
      <p:sp>
        <p:nvSpPr>
          <p:cNvPr id="4667" name="Google Shape;4667;p146"/>
          <p:cNvSpPr txBox="1"/>
          <p:nvPr>
            <p:ph idx="2" type="body"/>
          </p:nvPr>
        </p:nvSpPr>
        <p:spPr>
          <a:xfrm>
            <a:off x="342900" y="1631156"/>
            <a:ext cx="3030141" cy="2963466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42900" lvl="0" marL="4572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1pPr>
            <a:lvl2pPr indent="-323850" lvl="1" marL="914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–"/>
              <a:defRPr sz="1500"/>
            </a:lvl2pPr>
            <a:lvl3pPr indent="-31750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3pPr>
            <a:lvl4pPr indent="-304800" lvl="3" marL="1828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indent="-304800" lvl="4" marL="22860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indent="-304800" lvl="5" marL="27432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indent="-304800" lvl="6" marL="32004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indent="-304800" lvl="7" marL="3657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indent="-304800" lvl="8" marL="4114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/>
        </p:txBody>
      </p:sp>
      <p:sp>
        <p:nvSpPr>
          <p:cNvPr id="4668" name="Google Shape;4668;p146"/>
          <p:cNvSpPr txBox="1"/>
          <p:nvPr>
            <p:ph idx="3" type="body"/>
          </p:nvPr>
        </p:nvSpPr>
        <p:spPr>
          <a:xfrm>
            <a:off x="3483769" y="1151335"/>
            <a:ext cx="3031331" cy="479822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rmAutofit/>
          </a:bodyPr>
          <a:lstStyle>
            <a:lvl1pPr indent="-228600" lvl="0" marL="4572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1" sz="1800"/>
            </a:lvl1pPr>
            <a:lvl2pPr indent="-228600" lvl="1" marL="914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b="1" sz="1500"/>
            </a:lvl2pPr>
            <a:lvl3pPr indent="-22860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3pPr>
            <a:lvl4pPr indent="-228600" lvl="3" marL="1828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4pPr>
            <a:lvl5pPr indent="-228600" lvl="4" marL="22860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5pPr>
            <a:lvl6pPr indent="-228600" lvl="5" marL="27432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6pPr>
            <a:lvl7pPr indent="-228600" lvl="6" marL="32004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7pPr>
            <a:lvl8pPr indent="-228600" lvl="7" marL="3657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8pPr>
            <a:lvl9pPr indent="-228600" lvl="8" marL="4114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9pPr>
          </a:lstStyle>
          <a:p/>
        </p:txBody>
      </p:sp>
      <p:sp>
        <p:nvSpPr>
          <p:cNvPr id="4669" name="Google Shape;4669;p146"/>
          <p:cNvSpPr txBox="1"/>
          <p:nvPr>
            <p:ph idx="4" type="body"/>
          </p:nvPr>
        </p:nvSpPr>
        <p:spPr>
          <a:xfrm>
            <a:off x="3483769" y="1631156"/>
            <a:ext cx="3031331" cy="2963466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42900" lvl="0" marL="4572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1pPr>
            <a:lvl2pPr indent="-323850" lvl="1" marL="914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–"/>
              <a:defRPr sz="1500"/>
            </a:lvl2pPr>
            <a:lvl3pPr indent="-31750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/>
            </a:lvl3pPr>
            <a:lvl4pPr indent="-304800" lvl="3" marL="1828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indent="-304800" lvl="4" marL="22860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indent="-304800" lvl="5" marL="27432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indent="-304800" lvl="6" marL="32004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indent="-304800" lvl="7" marL="3657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indent="-304800" lvl="8" marL="41148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/>
        </p:txBody>
      </p:sp>
      <p:sp>
        <p:nvSpPr>
          <p:cNvPr id="4670" name="Google Shape;4670;p146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71" name="Google Shape;4671;p146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72" name="Google Shape;4672;p146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673" name="Shape 4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4" name="Google Shape;4674;p147"/>
          <p:cNvSpPr txBox="1"/>
          <p:nvPr>
            <p:ph type="title"/>
          </p:nvPr>
        </p:nvSpPr>
        <p:spPr>
          <a:xfrm>
            <a:off x="342900" y="205978"/>
            <a:ext cx="6172200" cy="85725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75" name="Google Shape;4675;p147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76" name="Google Shape;4676;p147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77" name="Google Shape;4677;p147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 with Caption" type="objTx">
  <p:cSld name="OBJECT_WITH_CAPTION_TEXT">
    <p:spTree>
      <p:nvGrpSpPr>
        <p:cNvPr id="4678" name="Shape 4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" name="Google Shape;4679;p148"/>
          <p:cNvSpPr txBox="1"/>
          <p:nvPr>
            <p:ph type="title"/>
          </p:nvPr>
        </p:nvSpPr>
        <p:spPr>
          <a:xfrm>
            <a:off x="342900" y="204788"/>
            <a:ext cx="2256235" cy="871538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Calibri"/>
              <a:buNone/>
              <a:defRPr b="1" sz="1500"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80" name="Google Shape;4680;p148"/>
          <p:cNvSpPr txBox="1"/>
          <p:nvPr>
            <p:ph idx="1" type="body"/>
          </p:nvPr>
        </p:nvSpPr>
        <p:spPr>
          <a:xfrm>
            <a:off x="2681287" y="204788"/>
            <a:ext cx="3833813" cy="4389835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81000" lvl="0" marL="457200" algn="l"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indent="-361950" lvl="1" marL="9144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–"/>
              <a:defRPr sz="2100"/>
            </a:lvl2pPr>
            <a:lvl3pPr indent="-342900" lvl="2" marL="1371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indent="-323850" lvl="3" marL="1828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–"/>
              <a:defRPr sz="1500"/>
            </a:lvl4pPr>
            <a:lvl5pPr indent="-323850" lvl="4" marL="22860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»"/>
              <a:defRPr sz="1500"/>
            </a:lvl5pPr>
            <a:lvl6pPr indent="-323850" lvl="5" marL="2743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6pPr>
            <a:lvl7pPr indent="-323850" lvl="6" marL="3200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7pPr>
            <a:lvl8pPr indent="-323850" lvl="7" marL="3657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8pPr>
            <a:lvl9pPr indent="-323850" lvl="8" marL="4114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9pPr>
          </a:lstStyle>
          <a:p/>
        </p:txBody>
      </p:sp>
      <p:sp>
        <p:nvSpPr>
          <p:cNvPr id="4681" name="Google Shape;4681;p148"/>
          <p:cNvSpPr txBox="1"/>
          <p:nvPr>
            <p:ph idx="2" type="body"/>
          </p:nvPr>
        </p:nvSpPr>
        <p:spPr>
          <a:xfrm>
            <a:off x="342900" y="1076325"/>
            <a:ext cx="2256235" cy="3518297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228600" lvl="0" marL="4572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1pPr>
            <a:lvl2pPr indent="-228600" lvl="1" marL="9144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2pPr>
            <a:lvl3pPr indent="-228600" lvl="2" marL="1371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3pPr>
            <a:lvl4pPr indent="-228600" lvl="3" marL="18288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4pPr>
            <a:lvl5pPr indent="-228600" lvl="4" marL="22860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5pPr>
            <a:lvl6pPr indent="-228600" lvl="5" marL="27432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6pPr>
            <a:lvl7pPr indent="-228600" lvl="6" marL="32004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7pPr>
            <a:lvl8pPr indent="-228600" lvl="7" marL="36576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8pPr>
            <a:lvl9pPr indent="-228600" lvl="8" marL="41148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9pPr>
          </a:lstStyle>
          <a:p/>
        </p:txBody>
      </p:sp>
      <p:sp>
        <p:nvSpPr>
          <p:cNvPr id="4682" name="Google Shape;4682;p148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83" name="Google Shape;4683;p148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84" name="Google Shape;4684;p148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icture with Caption" type="picTx">
  <p:cSld name="PICTURE_WITH_CAPTION_TEXT">
    <p:spTree>
      <p:nvGrpSpPr>
        <p:cNvPr id="4685" name="Shape 4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6" name="Google Shape;4686;p149"/>
          <p:cNvSpPr txBox="1"/>
          <p:nvPr>
            <p:ph type="title"/>
          </p:nvPr>
        </p:nvSpPr>
        <p:spPr>
          <a:xfrm>
            <a:off x="1344216" y="3600450"/>
            <a:ext cx="4114800" cy="425054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Calibri"/>
              <a:buNone/>
              <a:defRPr b="1" sz="1500"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87" name="Google Shape;4687;p149"/>
          <p:cNvSpPr/>
          <p:nvPr>
            <p:ph idx="2" type="pic"/>
          </p:nvPr>
        </p:nvSpPr>
        <p:spPr>
          <a:xfrm>
            <a:off x="1344216" y="459581"/>
            <a:ext cx="4114800" cy="3086100"/>
          </a:xfrm>
          <a:prstGeom prst="rect">
            <a:avLst/>
          </a:prstGeom>
          <a:noFill/>
          <a:ln>
            <a:noFill/>
          </a:ln>
        </p:spPr>
      </p:sp>
      <p:sp>
        <p:nvSpPr>
          <p:cNvPr id="4688" name="Google Shape;4688;p149"/>
          <p:cNvSpPr txBox="1"/>
          <p:nvPr>
            <p:ph idx="1" type="body"/>
          </p:nvPr>
        </p:nvSpPr>
        <p:spPr>
          <a:xfrm>
            <a:off x="1344216" y="4025503"/>
            <a:ext cx="4114800" cy="603647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228600" lvl="0" marL="4572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1pPr>
            <a:lvl2pPr indent="-228600" lvl="1" marL="9144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2pPr>
            <a:lvl3pPr indent="-228600" lvl="2" marL="1371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3pPr>
            <a:lvl4pPr indent="-228600" lvl="3" marL="18288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4pPr>
            <a:lvl5pPr indent="-228600" lvl="4" marL="22860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5pPr>
            <a:lvl6pPr indent="-228600" lvl="5" marL="27432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6pPr>
            <a:lvl7pPr indent="-228600" lvl="6" marL="32004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7pPr>
            <a:lvl8pPr indent="-228600" lvl="7" marL="36576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8pPr>
            <a:lvl9pPr indent="-228600" lvl="8" marL="411480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SzPts val="700"/>
              <a:buNone/>
              <a:defRPr sz="700"/>
            </a:lvl9pPr>
          </a:lstStyle>
          <a:p/>
        </p:txBody>
      </p:sp>
      <p:sp>
        <p:nvSpPr>
          <p:cNvPr id="4689" name="Google Shape;4689;p149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90" name="Google Shape;4690;p149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91" name="Google Shape;4691;p149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Vertical Text" type="vertTx">
  <p:cSld name="VERTICAL_TEXT">
    <p:spTree>
      <p:nvGrpSpPr>
        <p:cNvPr id="4692" name="Shape 4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3" name="Google Shape;4693;p150"/>
          <p:cNvSpPr txBox="1"/>
          <p:nvPr>
            <p:ph type="title"/>
          </p:nvPr>
        </p:nvSpPr>
        <p:spPr>
          <a:xfrm>
            <a:off x="342900" y="205978"/>
            <a:ext cx="6172200" cy="85725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94" name="Google Shape;4694;p150"/>
          <p:cNvSpPr txBox="1"/>
          <p:nvPr>
            <p:ph idx="1" type="body"/>
          </p:nvPr>
        </p:nvSpPr>
        <p:spPr>
          <a:xfrm rot="5400000">
            <a:off x="1731764" y="-188714"/>
            <a:ext cx="3394472" cy="61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17500" lvl="0" marL="457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/>
            </a:lvl2pPr>
            <a:lvl3pPr indent="-31750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/>
            </a:lvl4pPr>
            <a:lvl5pPr indent="-317500" lvl="4" marL="22860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»"/>
              <a:defRPr/>
            </a:lvl5pPr>
            <a:lvl6pPr indent="-317500" lvl="5" marL="2743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4695" name="Google Shape;4695;p150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96" name="Google Shape;4696;p150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697" name="Google Shape;4697;p150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Vertical Title and Text" type="vertTitleAndTx">
  <p:cSld name="VERTICAL_TITLE_AND_VERTICAL_TEXT">
    <p:spTree>
      <p:nvGrpSpPr>
        <p:cNvPr id="4698" name="Shape 4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9" name="Google Shape;4699;p151"/>
          <p:cNvSpPr txBox="1"/>
          <p:nvPr>
            <p:ph type="title"/>
          </p:nvPr>
        </p:nvSpPr>
        <p:spPr>
          <a:xfrm rot="5400000">
            <a:off x="3549253" y="1628775"/>
            <a:ext cx="4388644" cy="154305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700" name="Google Shape;4700;p151"/>
          <p:cNvSpPr txBox="1"/>
          <p:nvPr>
            <p:ph idx="1" type="body"/>
          </p:nvPr>
        </p:nvSpPr>
        <p:spPr>
          <a:xfrm rot="5400000">
            <a:off x="406003" y="142875"/>
            <a:ext cx="4388644" cy="451485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17500" lvl="0" marL="457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/>
            </a:lvl2pPr>
            <a:lvl3pPr indent="-317500" lvl="2" marL="1371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/>
            </a:lvl4pPr>
            <a:lvl5pPr indent="-317500" lvl="4" marL="22860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»"/>
              <a:defRPr/>
            </a:lvl5pPr>
            <a:lvl6pPr indent="-317500" lvl="5" marL="27432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4701" name="Google Shape;4701;p151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702" name="Google Shape;4702;p151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703" name="Google Shape;4703;p151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4707" name="Shape 4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08" name="Google Shape;4708;p15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709" name="Google Shape;4709;p153"/>
          <p:cNvSpPr txBox="1"/>
          <p:nvPr>
            <p:ph type="ctrTitle"/>
          </p:nvPr>
        </p:nvSpPr>
        <p:spPr>
          <a:xfrm>
            <a:off x="1570950" y="1510425"/>
            <a:ext cx="6002100" cy="121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4710" name="Google Shape;4710;p153"/>
          <p:cNvSpPr txBox="1"/>
          <p:nvPr>
            <p:ph idx="1" type="subTitle"/>
          </p:nvPr>
        </p:nvSpPr>
        <p:spPr>
          <a:xfrm>
            <a:off x="2590800" y="2806975"/>
            <a:ext cx="3962400" cy="4209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4711" name="Google Shape;4711;p153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4712" name="Google Shape;4712;p153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153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15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15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4716" name="Shape 4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7" name="Google Shape;4717;p15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718" name="Google Shape;4718;p154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719" name="Google Shape;4719;p154"/>
          <p:cNvSpPr txBox="1"/>
          <p:nvPr>
            <p:ph hasCustomPrompt="1"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3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20" name="Google Shape;4720;p154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721" name="Google Shape;4721;p15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722" name="Google Shape;4722;p154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154"/>
            <p:cNvSpPr/>
            <p:nvPr/>
          </p:nvSpPr>
          <p:spPr>
            <a:xfrm rot="-5400000">
              <a:off x="-1833150" y="2548175"/>
              <a:ext cx="44004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15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154"/>
            <p:cNvSpPr/>
            <p:nvPr/>
          </p:nvSpPr>
          <p:spPr>
            <a:xfrm rot="-5400000">
              <a:off x="7457537" y="3431612"/>
              <a:ext cx="26515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4726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27" name="Google Shape;4727;p15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728" name="Google Shape;4728;p15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729" name="Google Shape;4729;p155"/>
          <p:cNvSpPr txBox="1"/>
          <p:nvPr>
            <p:ph idx="1" type="body"/>
          </p:nvPr>
        </p:nvSpPr>
        <p:spPr>
          <a:xfrm>
            <a:off x="720000" y="1074750"/>
            <a:ext cx="7710900" cy="13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4730" name="Google Shape;4730;p155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4731" name="Google Shape;4731;p155"/>
            <p:cNvSpPr/>
            <p:nvPr/>
          </p:nvSpPr>
          <p:spPr>
            <a:xfrm>
              <a:off x="20274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155"/>
            <p:cNvSpPr/>
            <p:nvPr/>
          </p:nvSpPr>
          <p:spPr>
            <a:xfrm rot="-5400000">
              <a:off x="-265463" y="965786"/>
              <a:ext cx="12651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15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155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35" name="Google Shape;4735;p155"/>
          <p:cNvGrpSpPr/>
          <p:nvPr/>
        </p:nvGrpSpPr>
        <p:grpSpPr>
          <a:xfrm>
            <a:off x="-1175150" y="2854154"/>
            <a:ext cx="2259230" cy="2237521"/>
            <a:chOff x="6104069" y="1664684"/>
            <a:chExt cx="2705016" cy="2679025"/>
          </a:xfrm>
        </p:grpSpPr>
        <p:sp>
          <p:nvSpPr>
            <p:cNvPr id="4736" name="Google Shape;4736;p155"/>
            <p:cNvSpPr/>
            <p:nvPr/>
          </p:nvSpPr>
          <p:spPr>
            <a:xfrm>
              <a:off x="6613989" y="1664684"/>
              <a:ext cx="1635250" cy="692687"/>
            </a:xfrm>
            <a:custGeom>
              <a:rect b="b" l="l" r="r" t="t"/>
              <a:pathLst>
                <a:path extrusionOk="0" h="438" w="1034">
                  <a:moveTo>
                    <a:pt x="1028" y="7"/>
                  </a:moveTo>
                  <a:lnTo>
                    <a:pt x="1028" y="7"/>
                  </a:lnTo>
                  <a:cubicBezTo>
                    <a:pt x="1032" y="218"/>
                    <a:pt x="1032" y="218"/>
                    <a:pt x="1032" y="218"/>
                  </a:cubicBezTo>
                  <a:cubicBezTo>
                    <a:pt x="1034" y="325"/>
                    <a:pt x="1034" y="325"/>
                    <a:pt x="1034" y="325"/>
                  </a:cubicBezTo>
                  <a:cubicBezTo>
                    <a:pt x="1034" y="430"/>
                    <a:pt x="1034" y="430"/>
                    <a:pt x="1034" y="430"/>
                  </a:cubicBezTo>
                  <a:cubicBezTo>
                    <a:pt x="1034" y="438"/>
                    <a:pt x="1034" y="438"/>
                    <a:pt x="1034" y="438"/>
                  </a:cubicBezTo>
                  <a:cubicBezTo>
                    <a:pt x="1028" y="438"/>
                    <a:pt x="1028" y="438"/>
                    <a:pt x="1028" y="438"/>
                  </a:cubicBezTo>
                  <a:cubicBezTo>
                    <a:pt x="944" y="438"/>
                    <a:pt x="858" y="438"/>
                    <a:pt x="774" y="438"/>
                  </a:cubicBezTo>
                  <a:cubicBezTo>
                    <a:pt x="732" y="438"/>
                    <a:pt x="687" y="438"/>
                    <a:pt x="645" y="436"/>
                  </a:cubicBezTo>
                  <a:cubicBezTo>
                    <a:pt x="519" y="434"/>
                    <a:pt x="519" y="434"/>
                    <a:pt x="519" y="434"/>
                  </a:cubicBezTo>
                  <a:cubicBezTo>
                    <a:pt x="475" y="434"/>
                    <a:pt x="433" y="434"/>
                    <a:pt x="391" y="434"/>
                  </a:cubicBezTo>
                  <a:cubicBezTo>
                    <a:pt x="349" y="434"/>
                    <a:pt x="307" y="432"/>
                    <a:pt x="263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8" y="436"/>
                    <a:pt x="8" y="436"/>
                    <a:pt x="8" y="436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4" y="430"/>
                    <a:pt x="4" y="430"/>
                    <a:pt x="4" y="430"/>
                  </a:cubicBezTo>
                  <a:cubicBezTo>
                    <a:pt x="4" y="361"/>
                    <a:pt x="2" y="291"/>
                    <a:pt x="2" y="22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5" y="1"/>
                    <a:pt x="179" y="-1"/>
                    <a:pt x="265" y="1"/>
                  </a:cubicBezTo>
                  <a:cubicBezTo>
                    <a:pt x="351" y="1"/>
                    <a:pt x="437" y="1"/>
                    <a:pt x="521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8" y="9"/>
                  </a:moveTo>
                  <a:lnTo>
                    <a:pt x="1028" y="9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31" y="18"/>
                    <a:pt x="347" y="18"/>
                    <a:pt x="263" y="18"/>
                  </a:cubicBezTo>
                  <a:cubicBezTo>
                    <a:pt x="177" y="18"/>
                    <a:pt x="92" y="18"/>
                    <a:pt x="8" y="1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220"/>
                    <a:pt x="15" y="220"/>
                    <a:pt x="15" y="220"/>
                  </a:cubicBezTo>
                  <a:cubicBezTo>
                    <a:pt x="15" y="291"/>
                    <a:pt x="15" y="361"/>
                    <a:pt x="12" y="430"/>
                  </a:cubicBezTo>
                  <a:cubicBezTo>
                    <a:pt x="8" y="426"/>
                    <a:pt x="8" y="426"/>
                    <a:pt x="8" y="426"/>
                  </a:cubicBezTo>
                  <a:cubicBezTo>
                    <a:pt x="137" y="428"/>
                    <a:pt x="137" y="428"/>
                    <a:pt x="137" y="428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307" y="428"/>
                    <a:pt x="349" y="428"/>
                    <a:pt x="391" y="428"/>
                  </a:cubicBezTo>
                  <a:cubicBezTo>
                    <a:pt x="433" y="428"/>
                    <a:pt x="475" y="428"/>
                    <a:pt x="519" y="426"/>
                  </a:cubicBezTo>
                  <a:cubicBezTo>
                    <a:pt x="645" y="426"/>
                    <a:pt x="645" y="426"/>
                    <a:pt x="645" y="426"/>
                  </a:cubicBezTo>
                  <a:cubicBezTo>
                    <a:pt x="687" y="424"/>
                    <a:pt x="732" y="424"/>
                    <a:pt x="774" y="424"/>
                  </a:cubicBezTo>
                  <a:cubicBezTo>
                    <a:pt x="858" y="424"/>
                    <a:pt x="944" y="424"/>
                    <a:pt x="1028" y="424"/>
                  </a:cubicBezTo>
                  <a:cubicBezTo>
                    <a:pt x="1022" y="430"/>
                    <a:pt x="1022" y="430"/>
                    <a:pt x="1022" y="430"/>
                  </a:cubicBezTo>
                  <a:cubicBezTo>
                    <a:pt x="1022" y="327"/>
                    <a:pt x="1022" y="327"/>
                    <a:pt x="1022" y="327"/>
                  </a:cubicBezTo>
                  <a:cubicBezTo>
                    <a:pt x="1024" y="222"/>
                    <a:pt x="1024" y="222"/>
                    <a:pt x="1024" y="222"/>
                  </a:cubicBezTo>
                  <a:lnTo>
                    <a:pt x="1028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155"/>
            <p:cNvSpPr/>
            <p:nvPr/>
          </p:nvSpPr>
          <p:spPr>
            <a:xfrm>
              <a:off x="6949262" y="1675754"/>
              <a:ext cx="50607" cy="675291"/>
            </a:xfrm>
            <a:custGeom>
              <a:rect b="b" l="l" r="r" t="t"/>
              <a:pathLst>
                <a:path extrusionOk="0" h="427" w="32">
                  <a:moveTo>
                    <a:pt x="30" y="2"/>
                  </a:moveTo>
                  <a:lnTo>
                    <a:pt x="30" y="2"/>
                  </a:lnTo>
                  <a:cubicBezTo>
                    <a:pt x="30" y="36"/>
                    <a:pt x="30" y="70"/>
                    <a:pt x="32" y="106"/>
                  </a:cubicBezTo>
                  <a:cubicBezTo>
                    <a:pt x="32" y="141"/>
                    <a:pt x="32" y="175"/>
                    <a:pt x="32" y="211"/>
                  </a:cubicBezTo>
                  <a:cubicBezTo>
                    <a:pt x="32" y="246"/>
                    <a:pt x="30" y="282"/>
                    <a:pt x="30" y="318"/>
                  </a:cubicBezTo>
                  <a:cubicBezTo>
                    <a:pt x="30" y="354"/>
                    <a:pt x="30" y="389"/>
                    <a:pt x="30" y="423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28" y="425"/>
                    <a:pt x="28" y="425"/>
                    <a:pt x="28" y="425"/>
                  </a:cubicBezTo>
                  <a:cubicBezTo>
                    <a:pt x="5" y="425"/>
                    <a:pt x="5" y="425"/>
                    <a:pt x="5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2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2" y="108"/>
                  </a:cubicBezTo>
                  <a:cubicBezTo>
                    <a:pt x="2" y="72"/>
                    <a:pt x="2" y="36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5" y="0"/>
                  </a:lnTo>
                  <a:lnTo>
                    <a:pt x="30" y="2"/>
                  </a:lnTo>
                  <a:moveTo>
                    <a:pt x="28" y="2"/>
                  </a:moveTo>
                  <a:lnTo>
                    <a:pt x="28" y="2"/>
                  </a:ln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6"/>
                    <a:pt x="9" y="72"/>
                    <a:pt x="9" y="108"/>
                  </a:cubicBezTo>
                  <a:cubicBezTo>
                    <a:pt x="9" y="143"/>
                    <a:pt x="9" y="177"/>
                    <a:pt x="9" y="213"/>
                  </a:cubicBezTo>
                  <a:cubicBezTo>
                    <a:pt x="11" y="248"/>
                    <a:pt x="9" y="284"/>
                    <a:pt x="9" y="318"/>
                  </a:cubicBezTo>
                  <a:cubicBezTo>
                    <a:pt x="9" y="354"/>
                    <a:pt x="9" y="389"/>
                    <a:pt x="7" y="423"/>
                  </a:cubicBezTo>
                  <a:cubicBezTo>
                    <a:pt x="5" y="421"/>
                    <a:pt x="5" y="421"/>
                    <a:pt x="5" y="421"/>
                  </a:cubicBezTo>
                  <a:cubicBezTo>
                    <a:pt x="28" y="421"/>
                    <a:pt x="28" y="421"/>
                    <a:pt x="28" y="421"/>
                  </a:cubicBezTo>
                  <a:cubicBezTo>
                    <a:pt x="26" y="423"/>
                    <a:pt x="26" y="423"/>
                    <a:pt x="26" y="423"/>
                  </a:cubicBezTo>
                  <a:cubicBezTo>
                    <a:pt x="28" y="389"/>
                    <a:pt x="28" y="354"/>
                    <a:pt x="28" y="318"/>
                  </a:cubicBezTo>
                  <a:cubicBezTo>
                    <a:pt x="26" y="284"/>
                    <a:pt x="26" y="248"/>
                    <a:pt x="26" y="215"/>
                  </a:cubicBezTo>
                  <a:cubicBezTo>
                    <a:pt x="26" y="179"/>
                    <a:pt x="26" y="143"/>
                    <a:pt x="26" y="110"/>
                  </a:cubicBezTo>
                  <a:cubicBezTo>
                    <a:pt x="26" y="74"/>
                    <a:pt x="28" y="38"/>
                    <a:pt x="28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155"/>
            <p:cNvSpPr/>
            <p:nvPr/>
          </p:nvSpPr>
          <p:spPr>
            <a:xfrm>
              <a:off x="7605577" y="1675754"/>
              <a:ext cx="49026" cy="675291"/>
            </a:xfrm>
            <a:custGeom>
              <a:rect b="b" l="l" r="r" t="t"/>
              <a:pathLst>
                <a:path extrusionOk="0" h="427" w="31">
                  <a:moveTo>
                    <a:pt x="27" y="2"/>
                  </a:moveTo>
                  <a:lnTo>
                    <a:pt x="27" y="2"/>
                  </a:lnTo>
                  <a:cubicBezTo>
                    <a:pt x="29" y="36"/>
                    <a:pt x="29" y="70"/>
                    <a:pt x="29" y="106"/>
                  </a:cubicBezTo>
                  <a:cubicBezTo>
                    <a:pt x="31" y="141"/>
                    <a:pt x="31" y="175"/>
                    <a:pt x="31" y="211"/>
                  </a:cubicBezTo>
                  <a:cubicBezTo>
                    <a:pt x="31" y="246"/>
                    <a:pt x="29" y="282"/>
                    <a:pt x="29" y="318"/>
                  </a:cubicBezTo>
                  <a:cubicBezTo>
                    <a:pt x="29" y="354"/>
                    <a:pt x="29" y="389"/>
                    <a:pt x="29" y="423"/>
                  </a:cubicBezTo>
                  <a:cubicBezTo>
                    <a:pt x="29" y="425"/>
                    <a:pt x="29" y="425"/>
                    <a:pt x="29" y="425"/>
                  </a:cubicBezTo>
                  <a:cubicBezTo>
                    <a:pt x="27" y="425"/>
                    <a:pt x="27" y="425"/>
                    <a:pt x="27" y="425"/>
                  </a:cubicBezTo>
                  <a:cubicBezTo>
                    <a:pt x="4" y="425"/>
                    <a:pt x="4" y="425"/>
                    <a:pt x="4" y="425"/>
                  </a:cubicBezTo>
                  <a:cubicBezTo>
                    <a:pt x="2" y="427"/>
                    <a:pt x="2" y="427"/>
                    <a:pt x="2" y="427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2" y="389"/>
                    <a:pt x="0" y="354"/>
                    <a:pt x="0" y="318"/>
                  </a:cubicBezTo>
                  <a:cubicBezTo>
                    <a:pt x="0" y="284"/>
                    <a:pt x="0" y="248"/>
                    <a:pt x="0" y="213"/>
                  </a:cubicBezTo>
                  <a:cubicBezTo>
                    <a:pt x="0" y="177"/>
                    <a:pt x="0" y="143"/>
                    <a:pt x="0" y="108"/>
                  </a:cubicBezTo>
                  <a:cubicBezTo>
                    <a:pt x="2" y="72"/>
                    <a:pt x="2" y="36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7" y="2"/>
                  </a:lnTo>
                  <a:moveTo>
                    <a:pt x="27" y="2"/>
                  </a:moveTo>
                  <a:lnTo>
                    <a:pt x="27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6"/>
                    <a:pt x="8" y="72"/>
                    <a:pt x="8" y="108"/>
                  </a:cubicBezTo>
                  <a:cubicBezTo>
                    <a:pt x="8" y="143"/>
                    <a:pt x="8" y="177"/>
                    <a:pt x="8" y="213"/>
                  </a:cubicBezTo>
                  <a:cubicBezTo>
                    <a:pt x="8" y="248"/>
                    <a:pt x="8" y="284"/>
                    <a:pt x="8" y="318"/>
                  </a:cubicBezTo>
                  <a:cubicBezTo>
                    <a:pt x="8" y="354"/>
                    <a:pt x="8" y="389"/>
                    <a:pt x="6" y="423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27" y="421"/>
                    <a:pt x="27" y="421"/>
                    <a:pt x="27" y="421"/>
                  </a:cubicBezTo>
                  <a:cubicBezTo>
                    <a:pt x="25" y="423"/>
                    <a:pt x="25" y="423"/>
                    <a:pt x="25" y="423"/>
                  </a:cubicBezTo>
                  <a:cubicBezTo>
                    <a:pt x="27" y="389"/>
                    <a:pt x="27" y="354"/>
                    <a:pt x="25" y="318"/>
                  </a:cubicBezTo>
                  <a:cubicBezTo>
                    <a:pt x="25" y="284"/>
                    <a:pt x="25" y="248"/>
                    <a:pt x="25" y="215"/>
                  </a:cubicBezTo>
                  <a:cubicBezTo>
                    <a:pt x="23" y="179"/>
                    <a:pt x="25" y="143"/>
                    <a:pt x="25" y="110"/>
                  </a:cubicBezTo>
                  <a:cubicBezTo>
                    <a:pt x="25" y="74"/>
                    <a:pt x="25" y="38"/>
                    <a:pt x="27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155"/>
            <p:cNvSpPr/>
            <p:nvPr/>
          </p:nvSpPr>
          <p:spPr>
            <a:xfrm>
              <a:off x="7754236" y="1759573"/>
              <a:ext cx="379555" cy="501328"/>
            </a:xfrm>
            <a:custGeom>
              <a:rect b="b" l="l" r="r" t="t"/>
              <a:pathLst>
                <a:path extrusionOk="0" h="317" w="240">
                  <a:moveTo>
                    <a:pt x="236" y="4"/>
                  </a:moveTo>
                  <a:lnTo>
                    <a:pt x="236" y="4"/>
                  </a:lnTo>
                  <a:cubicBezTo>
                    <a:pt x="238" y="82"/>
                    <a:pt x="238" y="82"/>
                    <a:pt x="238" y="82"/>
                  </a:cubicBezTo>
                  <a:cubicBezTo>
                    <a:pt x="238" y="107"/>
                    <a:pt x="240" y="132"/>
                    <a:pt x="240" y="158"/>
                  </a:cubicBezTo>
                  <a:cubicBezTo>
                    <a:pt x="240" y="185"/>
                    <a:pt x="240" y="210"/>
                    <a:pt x="240" y="237"/>
                  </a:cubicBezTo>
                  <a:cubicBezTo>
                    <a:pt x="240" y="263"/>
                    <a:pt x="240" y="288"/>
                    <a:pt x="240" y="315"/>
                  </a:cubicBezTo>
                  <a:cubicBezTo>
                    <a:pt x="240" y="317"/>
                    <a:pt x="240" y="317"/>
                    <a:pt x="240" y="317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198" y="317"/>
                    <a:pt x="160" y="315"/>
                    <a:pt x="120" y="315"/>
                  </a:cubicBezTo>
                  <a:cubicBezTo>
                    <a:pt x="82" y="315"/>
                    <a:pt x="42" y="317"/>
                    <a:pt x="4" y="317"/>
                  </a:cubicBezTo>
                  <a:cubicBezTo>
                    <a:pt x="2" y="317"/>
                    <a:pt x="2" y="317"/>
                    <a:pt x="2" y="317"/>
                  </a:cubicBezTo>
                  <a:cubicBezTo>
                    <a:pt x="2" y="315"/>
                    <a:pt x="2" y="315"/>
                    <a:pt x="2" y="315"/>
                  </a:cubicBezTo>
                  <a:cubicBezTo>
                    <a:pt x="2" y="263"/>
                    <a:pt x="0" y="212"/>
                    <a:pt x="0" y="16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4" y="2"/>
                    <a:pt x="63" y="2"/>
                  </a:cubicBezTo>
                  <a:cubicBezTo>
                    <a:pt x="122" y="2"/>
                    <a:pt x="122" y="2"/>
                    <a:pt x="122" y="2"/>
                  </a:cubicBezTo>
                  <a:lnTo>
                    <a:pt x="236" y="4"/>
                  </a:lnTo>
                  <a:moveTo>
                    <a:pt x="236" y="6"/>
                  </a:moveTo>
                  <a:lnTo>
                    <a:pt x="236" y="6"/>
                  </a:lnTo>
                  <a:cubicBezTo>
                    <a:pt x="120" y="8"/>
                    <a:pt x="120" y="8"/>
                    <a:pt x="12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42" y="8"/>
                    <a:pt x="23" y="8"/>
                    <a:pt x="4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212"/>
                    <a:pt x="9" y="263"/>
                    <a:pt x="6" y="315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2" y="313"/>
                    <a:pt x="82" y="313"/>
                    <a:pt x="120" y="313"/>
                  </a:cubicBezTo>
                  <a:cubicBezTo>
                    <a:pt x="160" y="313"/>
                    <a:pt x="198" y="313"/>
                    <a:pt x="236" y="311"/>
                  </a:cubicBezTo>
                  <a:cubicBezTo>
                    <a:pt x="234" y="315"/>
                    <a:pt x="234" y="315"/>
                    <a:pt x="234" y="315"/>
                  </a:cubicBezTo>
                  <a:cubicBezTo>
                    <a:pt x="234" y="290"/>
                    <a:pt x="234" y="263"/>
                    <a:pt x="234" y="237"/>
                  </a:cubicBezTo>
                  <a:cubicBezTo>
                    <a:pt x="231" y="212"/>
                    <a:pt x="234" y="187"/>
                    <a:pt x="234" y="162"/>
                  </a:cubicBezTo>
                  <a:cubicBezTo>
                    <a:pt x="234" y="84"/>
                    <a:pt x="234" y="84"/>
                    <a:pt x="234" y="84"/>
                  </a:cubicBezTo>
                  <a:lnTo>
                    <a:pt x="236" y="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155"/>
            <p:cNvSpPr/>
            <p:nvPr/>
          </p:nvSpPr>
          <p:spPr>
            <a:xfrm>
              <a:off x="7687814" y="1769062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155"/>
            <p:cNvSpPr/>
            <p:nvPr/>
          </p:nvSpPr>
          <p:spPr>
            <a:xfrm>
              <a:off x="7694140" y="1786458"/>
              <a:ext cx="120192" cy="3163"/>
            </a:xfrm>
            <a:custGeom>
              <a:rect b="b" l="l" r="r" t="t"/>
              <a:pathLst>
                <a:path extrusionOk="0" h="2" w="76">
                  <a:moveTo>
                    <a:pt x="0" y="0"/>
                  </a:moveTo>
                  <a:lnTo>
                    <a:pt x="0" y="0"/>
                  </a:lnTo>
                  <a:cubicBezTo>
                    <a:pt x="13" y="0"/>
                    <a:pt x="25" y="0"/>
                    <a:pt x="38" y="0"/>
                  </a:cubicBezTo>
                  <a:cubicBezTo>
                    <a:pt x="51" y="0"/>
                    <a:pt x="63" y="0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155"/>
            <p:cNvSpPr/>
            <p:nvPr/>
          </p:nvSpPr>
          <p:spPr>
            <a:xfrm>
              <a:off x="7830147" y="2211876"/>
              <a:ext cx="93307" cy="3163"/>
            </a:xfrm>
            <a:custGeom>
              <a:rect b="b" l="l" r="r" t="t"/>
              <a:pathLst>
                <a:path extrusionOk="0" h="2" w="5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9" y="0"/>
                    <a:pt x="30" y="0"/>
                  </a:cubicBezTo>
                  <a:cubicBezTo>
                    <a:pt x="38" y="0"/>
                    <a:pt x="49" y="0"/>
                    <a:pt x="59" y="2"/>
                  </a:cubicBezTo>
                  <a:cubicBezTo>
                    <a:pt x="49" y="2"/>
                    <a:pt x="38" y="2"/>
                    <a:pt x="30" y="2"/>
                  </a:cubicBezTo>
                  <a:cubicBezTo>
                    <a:pt x="19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155"/>
            <p:cNvSpPr/>
            <p:nvPr/>
          </p:nvSpPr>
          <p:spPr>
            <a:xfrm>
              <a:off x="6693063" y="2268809"/>
              <a:ext cx="41118" cy="3163"/>
            </a:xfrm>
            <a:custGeom>
              <a:rect b="b" l="l" r="r" t="t"/>
              <a:pathLst>
                <a:path extrusionOk="0" h="2" w="26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  <a:cubicBezTo>
                    <a:pt x="17" y="0"/>
                    <a:pt x="21" y="0"/>
                    <a:pt x="26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5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155"/>
            <p:cNvSpPr/>
            <p:nvPr/>
          </p:nvSpPr>
          <p:spPr>
            <a:xfrm>
              <a:off x="6637711" y="2281461"/>
              <a:ext cx="162892" cy="316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6" y="2"/>
                    <a:pt x="33" y="0"/>
                    <a:pt x="52" y="0"/>
                  </a:cubicBezTo>
                  <a:cubicBezTo>
                    <a:pt x="69" y="0"/>
                    <a:pt x="86" y="2"/>
                    <a:pt x="103" y="2"/>
                  </a:cubicBezTo>
                  <a:cubicBezTo>
                    <a:pt x="86" y="2"/>
                    <a:pt x="69" y="2"/>
                    <a:pt x="52" y="2"/>
                  </a:cubicBezTo>
                  <a:cubicBezTo>
                    <a:pt x="33" y="2"/>
                    <a:pt x="1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155"/>
            <p:cNvSpPr/>
            <p:nvPr/>
          </p:nvSpPr>
          <p:spPr>
            <a:xfrm>
              <a:off x="6677248" y="2332068"/>
              <a:ext cx="1511895" cy="248292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155"/>
            <p:cNvSpPr/>
            <p:nvPr/>
          </p:nvSpPr>
          <p:spPr>
            <a:xfrm>
              <a:off x="7877592" y="2338394"/>
              <a:ext cx="192941" cy="238803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155"/>
            <p:cNvSpPr/>
            <p:nvPr/>
          </p:nvSpPr>
          <p:spPr>
            <a:xfrm>
              <a:off x="7757399" y="2483890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155"/>
            <p:cNvSpPr/>
            <p:nvPr/>
          </p:nvSpPr>
          <p:spPr>
            <a:xfrm>
              <a:off x="7777958" y="250128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155"/>
            <p:cNvSpPr/>
            <p:nvPr/>
          </p:nvSpPr>
          <p:spPr>
            <a:xfrm>
              <a:off x="6707296" y="2553475"/>
              <a:ext cx="1511895" cy="249873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155"/>
            <p:cNvSpPr/>
            <p:nvPr/>
          </p:nvSpPr>
          <p:spPr>
            <a:xfrm>
              <a:off x="7906058" y="2561382"/>
              <a:ext cx="194522" cy="238803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155"/>
            <p:cNvSpPr/>
            <p:nvPr/>
          </p:nvSpPr>
          <p:spPr>
            <a:xfrm>
              <a:off x="7181740" y="2724275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155"/>
            <p:cNvSpPr/>
            <p:nvPr/>
          </p:nvSpPr>
          <p:spPr>
            <a:xfrm>
              <a:off x="6663014" y="2778045"/>
              <a:ext cx="1513476" cy="248292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155"/>
            <p:cNvSpPr/>
            <p:nvPr/>
          </p:nvSpPr>
          <p:spPr>
            <a:xfrm>
              <a:off x="7864940" y="2790697"/>
              <a:ext cx="192941" cy="235640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155"/>
            <p:cNvSpPr/>
            <p:nvPr/>
          </p:nvSpPr>
          <p:spPr>
            <a:xfrm>
              <a:off x="6767392" y="2839723"/>
              <a:ext cx="22141" cy="4744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155"/>
            <p:cNvSpPr/>
            <p:nvPr/>
          </p:nvSpPr>
          <p:spPr>
            <a:xfrm>
              <a:off x="6753159" y="2853956"/>
              <a:ext cx="60096" cy="3163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155"/>
            <p:cNvSpPr/>
            <p:nvPr/>
          </p:nvSpPr>
          <p:spPr>
            <a:xfrm>
              <a:off x="7871266" y="2999452"/>
              <a:ext cx="172381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155"/>
            <p:cNvSpPr/>
            <p:nvPr/>
          </p:nvSpPr>
          <p:spPr>
            <a:xfrm>
              <a:off x="6397326" y="3001033"/>
              <a:ext cx="1918335" cy="314714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155"/>
            <p:cNvSpPr/>
            <p:nvPr/>
          </p:nvSpPr>
          <p:spPr>
            <a:xfrm>
              <a:off x="657761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155"/>
            <p:cNvSpPr/>
            <p:nvPr/>
          </p:nvSpPr>
          <p:spPr>
            <a:xfrm>
              <a:off x="6716785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155"/>
            <p:cNvSpPr/>
            <p:nvPr/>
          </p:nvSpPr>
          <p:spPr>
            <a:xfrm>
              <a:off x="7950340" y="3008941"/>
              <a:ext cx="63259" cy="300481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155"/>
            <p:cNvSpPr/>
            <p:nvPr/>
          </p:nvSpPr>
          <p:spPr>
            <a:xfrm>
              <a:off x="8094255" y="3008941"/>
              <a:ext cx="58515" cy="300481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155"/>
            <p:cNvSpPr/>
            <p:nvPr/>
          </p:nvSpPr>
          <p:spPr>
            <a:xfrm>
              <a:off x="7784284" y="3059548"/>
              <a:ext cx="279922" cy="3163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155"/>
            <p:cNvSpPr/>
            <p:nvPr/>
          </p:nvSpPr>
          <p:spPr>
            <a:xfrm>
              <a:off x="7804844" y="3083270"/>
              <a:ext cx="55352" cy="3163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155"/>
            <p:cNvSpPr/>
            <p:nvPr/>
          </p:nvSpPr>
          <p:spPr>
            <a:xfrm>
              <a:off x="6484307" y="3086433"/>
              <a:ext cx="39537" cy="3163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155"/>
            <p:cNvSpPr/>
            <p:nvPr/>
          </p:nvSpPr>
          <p:spPr>
            <a:xfrm>
              <a:off x="6417885" y="3102248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155"/>
            <p:cNvSpPr/>
            <p:nvPr/>
          </p:nvSpPr>
          <p:spPr>
            <a:xfrm>
              <a:off x="6903400" y="3116481"/>
              <a:ext cx="295737" cy="8540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155"/>
            <p:cNvSpPr/>
            <p:nvPr/>
          </p:nvSpPr>
          <p:spPr>
            <a:xfrm>
              <a:off x="6574452" y="3290444"/>
              <a:ext cx="1635250" cy="604124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155"/>
            <p:cNvSpPr/>
            <p:nvPr/>
          </p:nvSpPr>
          <p:spPr>
            <a:xfrm>
              <a:off x="7581855" y="3306259"/>
              <a:ext cx="438070" cy="581984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155"/>
            <p:cNvSpPr/>
            <p:nvPr/>
          </p:nvSpPr>
          <p:spPr>
            <a:xfrm>
              <a:off x="7588181" y="3323655"/>
              <a:ext cx="425418" cy="4744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155"/>
            <p:cNvSpPr/>
            <p:nvPr/>
          </p:nvSpPr>
          <p:spPr>
            <a:xfrm>
              <a:off x="7086851" y="3379007"/>
              <a:ext cx="241966" cy="3163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155"/>
            <p:cNvSpPr/>
            <p:nvPr/>
          </p:nvSpPr>
          <p:spPr>
            <a:xfrm>
              <a:off x="7148529" y="3394822"/>
              <a:ext cx="66422" cy="4744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155"/>
            <p:cNvSpPr/>
            <p:nvPr/>
          </p:nvSpPr>
          <p:spPr>
            <a:xfrm>
              <a:off x="677371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155"/>
            <p:cNvSpPr/>
            <p:nvPr/>
          </p:nvSpPr>
          <p:spPr>
            <a:xfrm>
              <a:off x="6912888" y="3428033"/>
              <a:ext cx="39537" cy="333692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155"/>
            <p:cNvSpPr/>
            <p:nvPr/>
          </p:nvSpPr>
          <p:spPr>
            <a:xfrm>
              <a:off x="6843303" y="3454918"/>
              <a:ext cx="39537" cy="27992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155"/>
            <p:cNvSpPr/>
            <p:nvPr/>
          </p:nvSpPr>
          <p:spPr>
            <a:xfrm>
              <a:off x="8097418" y="3538736"/>
              <a:ext cx="105959" cy="3163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155"/>
            <p:cNvSpPr/>
            <p:nvPr/>
          </p:nvSpPr>
          <p:spPr>
            <a:xfrm>
              <a:off x="7398403" y="3777540"/>
              <a:ext cx="50607" cy="316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155"/>
            <p:cNvSpPr/>
            <p:nvPr/>
          </p:nvSpPr>
          <p:spPr>
            <a:xfrm>
              <a:off x="7404729" y="3791773"/>
              <a:ext cx="77493" cy="3163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155"/>
            <p:cNvSpPr/>
            <p:nvPr/>
          </p:nvSpPr>
          <p:spPr>
            <a:xfrm>
              <a:off x="6104069" y="3880346"/>
              <a:ext cx="2705016" cy="16445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155"/>
            <p:cNvSpPr/>
            <p:nvPr/>
          </p:nvSpPr>
          <p:spPr>
            <a:xfrm>
              <a:off x="6987218" y="3959410"/>
              <a:ext cx="1810795" cy="11070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155"/>
            <p:cNvSpPr/>
            <p:nvPr/>
          </p:nvSpPr>
          <p:spPr>
            <a:xfrm>
              <a:off x="6171385" y="3992624"/>
              <a:ext cx="1067291" cy="14218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155"/>
            <p:cNvSpPr/>
            <p:nvPr/>
          </p:nvSpPr>
          <p:spPr>
            <a:xfrm>
              <a:off x="8080021" y="4027413"/>
              <a:ext cx="313133" cy="316296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155"/>
            <p:cNvSpPr/>
            <p:nvPr/>
          </p:nvSpPr>
          <p:spPr>
            <a:xfrm>
              <a:off x="8155932" y="4033739"/>
              <a:ext cx="14233" cy="226151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155"/>
            <p:cNvSpPr/>
            <p:nvPr/>
          </p:nvSpPr>
          <p:spPr>
            <a:xfrm>
              <a:off x="8185980" y="4033739"/>
              <a:ext cx="7907" cy="153403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155"/>
            <p:cNvSpPr/>
            <p:nvPr/>
          </p:nvSpPr>
          <p:spPr>
            <a:xfrm>
              <a:off x="8326732" y="4033739"/>
              <a:ext cx="12652" cy="199266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155"/>
            <p:cNvSpPr/>
            <p:nvPr/>
          </p:nvSpPr>
          <p:spPr>
            <a:xfrm>
              <a:off x="8263473" y="4087509"/>
              <a:ext cx="12652" cy="20242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dk1"/>
        </a:solidFill>
      </p:bgPr>
    </p:bg>
    <p:spTree>
      <p:nvGrpSpPr>
        <p:cNvPr id="4786" name="Shape 4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87" name="Google Shape;4787;p15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788" name="Google Shape;4788;p15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789" name="Google Shape;4789;p156"/>
          <p:cNvSpPr txBox="1"/>
          <p:nvPr>
            <p:ph idx="1" type="subTitle"/>
          </p:nvPr>
        </p:nvSpPr>
        <p:spPr>
          <a:xfrm>
            <a:off x="4840462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790" name="Google Shape;4790;p156"/>
          <p:cNvSpPr txBox="1"/>
          <p:nvPr>
            <p:ph idx="2" type="subTitle"/>
          </p:nvPr>
        </p:nvSpPr>
        <p:spPr>
          <a:xfrm>
            <a:off x="1797938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791" name="Google Shape;4791;p156"/>
          <p:cNvSpPr txBox="1"/>
          <p:nvPr>
            <p:ph idx="3" type="subTitle"/>
          </p:nvPr>
        </p:nvSpPr>
        <p:spPr>
          <a:xfrm>
            <a:off x="484045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792" name="Google Shape;4792;p156"/>
          <p:cNvSpPr txBox="1"/>
          <p:nvPr>
            <p:ph idx="4" type="subTitle"/>
          </p:nvPr>
        </p:nvSpPr>
        <p:spPr>
          <a:xfrm>
            <a:off x="179793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4793" name="Google Shape;4793;p15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794" name="Google Shape;4794;p156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156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15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15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dk1"/>
        </a:solidFill>
      </p:bgPr>
    </p:bg>
    <p:spTree>
      <p:nvGrpSpPr>
        <p:cNvPr id="4798" name="Shape 4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99" name="Google Shape;4799;p15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800" name="Google Shape;4800;p15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801" name="Google Shape;4801;p15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802" name="Google Shape;4802;p157"/>
            <p:cNvSpPr/>
            <p:nvPr/>
          </p:nvSpPr>
          <p:spPr>
            <a:xfrm>
              <a:off x="376850" y="4764550"/>
              <a:ext cx="83221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157"/>
            <p:cNvSpPr/>
            <p:nvPr/>
          </p:nvSpPr>
          <p:spPr>
            <a:xfrm rot="-5400000">
              <a:off x="-970750" y="3410575"/>
              <a:ext cx="2675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15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15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06" name="Google Shape;4806;p157"/>
          <p:cNvGrpSpPr/>
          <p:nvPr/>
        </p:nvGrpSpPr>
        <p:grpSpPr>
          <a:xfrm>
            <a:off x="-498149" y="884153"/>
            <a:ext cx="1175174" cy="1017149"/>
            <a:chOff x="-498149" y="884153"/>
            <a:chExt cx="1175174" cy="1017149"/>
          </a:xfrm>
        </p:grpSpPr>
        <p:sp>
          <p:nvSpPr>
            <p:cNvPr id="4807" name="Google Shape;4807;p157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157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157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157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157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157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157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157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157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157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157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157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157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157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157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157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157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157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157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157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157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157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157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157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157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4832" name="Shape 4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33" name="Google Shape;4833;p15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834" name="Google Shape;4834;p158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835" name="Google Shape;4835;p15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836" name="Google Shape;4836;p158"/>
            <p:cNvSpPr/>
            <p:nvPr/>
          </p:nvSpPr>
          <p:spPr>
            <a:xfrm>
              <a:off x="383225" y="4764550"/>
              <a:ext cx="7358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158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15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158"/>
            <p:cNvSpPr/>
            <p:nvPr/>
          </p:nvSpPr>
          <p:spPr>
            <a:xfrm rot="-5400000">
              <a:off x="7228639" y="1887914"/>
              <a:ext cx="31093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40" name="Google Shape;4840;p158"/>
          <p:cNvGrpSpPr/>
          <p:nvPr/>
        </p:nvGrpSpPr>
        <p:grpSpPr>
          <a:xfrm>
            <a:off x="8178156" y="3958298"/>
            <a:ext cx="2091543" cy="992656"/>
            <a:chOff x="6907899" y="758528"/>
            <a:chExt cx="2456304" cy="1165637"/>
          </a:xfrm>
        </p:grpSpPr>
        <p:sp>
          <p:nvSpPr>
            <p:cNvPr id="4841" name="Google Shape;4841;p158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158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158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158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158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158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158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158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158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158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158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158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158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158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158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158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158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158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158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158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158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158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158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158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158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158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158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158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158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158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158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158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158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158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75" name="Google Shape;4875;p158"/>
          <p:cNvSpPr txBox="1"/>
          <p:nvPr>
            <p:ph idx="1" type="body"/>
          </p:nvPr>
        </p:nvSpPr>
        <p:spPr>
          <a:xfrm>
            <a:off x="1823100" y="1780400"/>
            <a:ext cx="5497800" cy="21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dk1"/>
        </a:solidFill>
      </p:bgPr>
    </p:bg>
    <p:spTree>
      <p:nvGrpSpPr>
        <p:cNvPr id="4876" name="Shape 4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77" name="Google Shape;4877;p15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878" name="Google Shape;4878;p159"/>
          <p:cNvSpPr txBox="1"/>
          <p:nvPr>
            <p:ph type="title"/>
          </p:nvPr>
        </p:nvSpPr>
        <p:spPr>
          <a:xfrm>
            <a:off x="2417400" y="1583150"/>
            <a:ext cx="4309200" cy="16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4879" name="Google Shape;4879;p15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880" name="Google Shape;4880;p159"/>
            <p:cNvSpPr/>
            <p:nvPr/>
          </p:nvSpPr>
          <p:spPr>
            <a:xfrm>
              <a:off x="1842475" y="4764550"/>
              <a:ext cx="68565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159"/>
            <p:cNvSpPr/>
            <p:nvPr/>
          </p:nvSpPr>
          <p:spPr>
            <a:xfrm rot="-5400000">
              <a:off x="-730674" y="1431001"/>
              <a:ext cx="21955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15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159"/>
            <p:cNvSpPr/>
            <p:nvPr/>
          </p:nvSpPr>
          <p:spPr>
            <a:xfrm rot="-5400000">
              <a:off x="6574912" y="2541638"/>
              <a:ext cx="4416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4884" name="Shape 4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85" name="Google Shape;4885;p16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886" name="Google Shape;4886;p160"/>
          <p:cNvSpPr txBox="1"/>
          <p:nvPr>
            <p:ph type="title"/>
          </p:nvPr>
        </p:nvSpPr>
        <p:spPr>
          <a:xfrm>
            <a:off x="2699250" y="1409524"/>
            <a:ext cx="3745500" cy="11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887" name="Google Shape;4887;p160"/>
          <p:cNvSpPr txBox="1"/>
          <p:nvPr>
            <p:ph idx="1" type="subTitle"/>
          </p:nvPr>
        </p:nvSpPr>
        <p:spPr>
          <a:xfrm>
            <a:off x="2203725" y="2660500"/>
            <a:ext cx="4736400" cy="707700"/>
          </a:xfrm>
          <a:prstGeom prst="rect">
            <a:avLst/>
          </a:prstGeom>
          <a:solidFill>
            <a:schemeClr val="dk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888" name="Google Shape;4888;p16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889" name="Google Shape;4889;p160"/>
            <p:cNvSpPr/>
            <p:nvPr/>
          </p:nvSpPr>
          <p:spPr>
            <a:xfrm>
              <a:off x="4303226" y="4764550"/>
              <a:ext cx="43957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160"/>
            <p:cNvSpPr/>
            <p:nvPr/>
          </p:nvSpPr>
          <p:spPr>
            <a:xfrm rot="-5400000">
              <a:off x="-1093963" y="1794288"/>
              <a:ext cx="2922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16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160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893" name="Shape 4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4" name="Google Shape;4894;p161"/>
          <p:cNvSpPr/>
          <p:nvPr>
            <p:ph idx="2" type="pic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4895" name="Google Shape;4895;p161"/>
          <p:cNvSpPr txBox="1"/>
          <p:nvPr>
            <p:ph type="title"/>
          </p:nvPr>
        </p:nvSpPr>
        <p:spPr>
          <a:xfrm>
            <a:off x="720000" y="1026725"/>
            <a:ext cx="3399300" cy="8637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dk1"/>
        </a:solidFill>
      </p:bgPr>
    </p:bg>
    <p:spTree>
      <p:nvGrpSpPr>
        <p:cNvPr id="4896" name="Shape 4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97" name="Google Shape;4897;p16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898" name="Google Shape;4898;p162"/>
          <p:cNvSpPr txBox="1"/>
          <p:nvPr>
            <p:ph hasCustomPrompt="1" type="title"/>
          </p:nvPr>
        </p:nvSpPr>
        <p:spPr>
          <a:xfrm>
            <a:off x="2175100" y="1883700"/>
            <a:ext cx="4793700" cy="87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899" name="Google Shape;4899;p162"/>
          <p:cNvSpPr txBox="1"/>
          <p:nvPr>
            <p:ph idx="1" type="subTitle"/>
          </p:nvPr>
        </p:nvSpPr>
        <p:spPr>
          <a:xfrm>
            <a:off x="2175100" y="2762703"/>
            <a:ext cx="4793700" cy="4971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4900" name="Google Shape;4900;p16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901" name="Google Shape;4901;p162"/>
            <p:cNvSpPr/>
            <p:nvPr/>
          </p:nvSpPr>
          <p:spPr>
            <a:xfrm>
              <a:off x="6031276" y="4764550"/>
              <a:ext cx="26677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162"/>
            <p:cNvSpPr/>
            <p:nvPr/>
          </p:nvSpPr>
          <p:spPr>
            <a:xfrm rot="-5400000">
              <a:off x="-809751" y="1510074"/>
              <a:ext cx="23536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16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16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905" name="Shape 49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4906" name="Shape 4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07" name="Google Shape;4907;p16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4908" name="Google Shape;4908;p16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909" name="Google Shape;4909;p164"/>
          <p:cNvSpPr txBox="1"/>
          <p:nvPr>
            <p:ph idx="1" type="subTitle"/>
          </p:nvPr>
        </p:nvSpPr>
        <p:spPr>
          <a:xfrm>
            <a:off x="719976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0" name="Google Shape;4910;p164"/>
          <p:cNvSpPr txBox="1"/>
          <p:nvPr>
            <p:ph idx="2" type="subTitle"/>
          </p:nvPr>
        </p:nvSpPr>
        <p:spPr>
          <a:xfrm>
            <a:off x="3419247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1" name="Google Shape;4911;p164"/>
          <p:cNvSpPr txBox="1"/>
          <p:nvPr>
            <p:ph idx="3" type="subTitle"/>
          </p:nvPr>
        </p:nvSpPr>
        <p:spPr>
          <a:xfrm>
            <a:off x="719976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2" name="Google Shape;4912;p164"/>
          <p:cNvSpPr txBox="1"/>
          <p:nvPr>
            <p:ph idx="4" type="subTitle"/>
          </p:nvPr>
        </p:nvSpPr>
        <p:spPr>
          <a:xfrm>
            <a:off x="3419247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3" name="Google Shape;4913;p164"/>
          <p:cNvSpPr txBox="1"/>
          <p:nvPr>
            <p:ph idx="5" type="subTitle"/>
          </p:nvPr>
        </p:nvSpPr>
        <p:spPr>
          <a:xfrm>
            <a:off x="6118524" y="2146504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4" name="Google Shape;4914;p164"/>
          <p:cNvSpPr txBox="1"/>
          <p:nvPr>
            <p:ph idx="6" type="subTitle"/>
          </p:nvPr>
        </p:nvSpPr>
        <p:spPr>
          <a:xfrm>
            <a:off x="6118524" y="3740727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5" name="Google Shape;4915;p164"/>
          <p:cNvSpPr txBox="1"/>
          <p:nvPr>
            <p:ph hasCustomPrompt="1" idx="7" type="title"/>
          </p:nvPr>
        </p:nvSpPr>
        <p:spPr>
          <a:xfrm>
            <a:off x="1532675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16" name="Google Shape;4916;p164"/>
          <p:cNvSpPr txBox="1"/>
          <p:nvPr>
            <p:ph hasCustomPrompt="1" idx="8" type="title"/>
          </p:nvPr>
        </p:nvSpPr>
        <p:spPr>
          <a:xfrm>
            <a:off x="1532675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17" name="Google Shape;4917;p164"/>
          <p:cNvSpPr txBox="1"/>
          <p:nvPr>
            <p:ph hasCustomPrompt="1" idx="9" type="title"/>
          </p:nvPr>
        </p:nvSpPr>
        <p:spPr>
          <a:xfrm>
            <a:off x="4231950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18" name="Google Shape;4918;p164"/>
          <p:cNvSpPr txBox="1"/>
          <p:nvPr>
            <p:ph hasCustomPrompt="1" idx="13" type="title"/>
          </p:nvPr>
        </p:nvSpPr>
        <p:spPr>
          <a:xfrm>
            <a:off x="4231950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19" name="Google Shape;4919;p164"/>
          <p:cNvSpPr txBox="1"/>
          <p:nvPr>
            <p:ph hasCustomPrompt="1" idx="14" type="title"/>
          </p:nvPr>
        </p:nvSpPr>
        <p:spPr>
          <a:xfrm>
            <a:off x="6931162" y="1341175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20" name="Google Shape;4920;p164"/>
          <p:cNvSpPr txBox="1"/>
          <p:nvPr>
            <p:ph hasCustomPrompt="1" idx="15" type="title"/>
          </p:nvPr>
        </p:nvSpPr>
        <p:spPr>
          <a:xfrm>
            <a:off x="6931162" y="2934803"/>
            <a:ext cx="680100" cy="4476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21" name="Google Shape;4921;p164"/>
          <p:cNvSpPr txBox="1"/>
          <p:nvPr>
            <p:ph idx="16" type="subTitle"/>
          </p:nvPr>
        </p:nvSpPr>
        <p:spPr>
          <a:xfrm>
            <a:off x="719976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4922" name="Google Shape;4922;p164"/>
          <p:cNvSpPr txBox="1"/>
          <p:nvPr>
            <p:ph idx="17" type="subTitle"/>
          </p:nvPr>
        </p:nvSpPr>
        <p:spPr>
          <a:xfrm>
            <a:off x="3419247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4923" name="Google Shape;4923;p164"/>
          <p:cNvSpPr txBox="1"/>
          <p:nvPr>
            <p:ph idx="18" type="subTitle"/>
          </p:nvPr>
        </p:nvSpPr>
        <p:spPr>
          <a:xfrm>
            <a:off x="6118524" y="1814548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4924" name="Google Shape;4924;p164"/>
          <p:cNvSpPr txBox="1"/>
          <p:nvPr>
            <p:ph idx="19" type="subTitle"/>
          </p:nvPr>
        </p:nvSpPr>
        <p:spPr>
          <a:xfrm>
            <a:off x="719976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4925" name="Google Shape;4925;p164"/>
          <p:cNvSpPr txBox="1"/>
          <p:nvPr>
            <p:ph idx="20" type="subTitle"/>
          </p:nvPr>
        </p:nvSpPr>
        <p:spPr>
          <a:xfrm>
            <a:off x="3419247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4926" name="Google Shape;4926;p164"/>
          <p:cNvSpPr txBox="1"/>
          <p:nvPr>
            <p:ph idx="21" type="subTitle"/>
          </p:nvPr>
        </p:nvSpPr>
        <p:spPr>
          <a:xfrm>
            <a:off x="6118524" y="3408252"/>
            <a:ext cx="2305500" cy="4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b="1" sz="2400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grpSp>
        <p:nvGrpSpPr>
          <p:cNvPr id="4927" name="Google Shape;4927;p16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4928" name="Google Shape;4928;p164"/>
            <p:cNvSpPr/>
            <p:nvPr/>
          </p:nvSpPr>
          <p:spPr>
            <a:xfrm flipH="1">
              <a:off x="451376" y="4764550"/>
              <a:ext cx="74373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164"/>
            <p:cNvSpPr/>
            <p:nvPr/>
          </p:nvSpPr>
          <p:spPr>
            <a:xfrm flipH="1" rot="5400000">
              <a:off x="7246512" y="1870038"/>
              <a:ext cx="30736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164"/>
            <p:cNvSpPr/>
            <p:nvPr/>
          </p:nvSpPr>
          <p:spPr>
            <a:xfrm flipH="1">
              <a:off x="451373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164"/>
            <p:cNvSpPr/>
            <p:nvPr/>
          </p:nvSpPr>
          <p:spPr>
            <a:xfrm flipH="1" rot="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32" name="Google Shape;4932;p164"/>
          <p:cNvGrpSpPr/>
          <p:nvPr/>
        </p:nvGrpSpPr>
        <p:grpSpPr>
          <a:xfrm flipH="1">
            <a:off x="8166884" y="3722371"/>
            <a:ext cx="2277007" cy="1194421"/>
            <a:chOff x="2924575" y="1948482"/>
            <a:chExt cx="3830121" cy="2009118"/>
          </a:xfrm>
        </p:grpSpPr>
        <p:sp>
          <p:nvSpPr>
            <p:cNvPr id="4933" name="Google Shape;4933;p164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164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164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164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164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164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164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164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164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164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164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164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164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164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164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164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164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164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164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164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164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164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164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164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164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164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164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164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164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164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164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164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164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164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164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164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164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164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164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164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164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164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164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164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164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164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164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164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164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164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164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164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164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164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164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164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164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164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164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164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164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164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164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164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164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164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164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164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164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164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164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164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164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164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164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164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164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164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164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164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164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164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164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164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164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164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164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164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164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164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164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164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164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164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164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164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164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164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164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164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164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164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164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164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164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164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164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164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164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164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164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164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164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164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164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164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164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164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164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164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164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164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164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164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164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164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164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164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164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164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164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164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164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164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164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164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164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164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164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164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164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164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164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164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164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164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164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164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164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164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164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164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164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164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164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164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164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bg>
      <p:bgPr>
        <a:solidFill>
          <a:schemeClr val="dk1"/>
        </a:solidFill>
      </p:bgPr>
    </p:bg>
    <p:spTree>
      <p:nvGrpSpPr>
        <p:cNvPr id="5090" name="Shape 5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91" name="Google Shape;5091;p16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092" name="Google Shape;5092;p165"/>
          <p:cNvSpPr txBox="1"/>
          <p:nvPr>
            <p:ph type="title"/>
          </p:nvPr>
        </p:nvSpPr>
        <p:spPr>
          <a:xfrm>
            <a:off x="713225" y="3488039"/>
            <a:ext cx="5867700" cy="5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093" name="Google Shape;5093;p165"/>
          <p:cNvSpPr txBox="1"/>
          <p:nvPr>
            <p:ph idx="1" type="subTitle"/>
          </p:nvPr>
        </p:nvSpPr>
        <p:spPr>
          <a:xfrm>
            <a:off x="713225" y="984245"/>
            <a:ext cx="5867700" cy="227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5094" name="Google Shape;5094;p16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095" name="Google Shape;5095;p165"/>
            <p:cNvSpPr/>
            <p:nvPr/>
          </p:nvSpPr>
          <p:spPr>
            <a:xfrm>
              <a:off x="383225" y="4764550"/>
              <a:ext cx="68850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165"/>
            <p:cNvSpPr/>
            <p:nvPr/>
          </p:nvSpPr>
          <p:spPr>
            <a:xfrm rot="-5400000">
              <a:off x="-1846824" y="2547152"/>
              <a:ext cx="442782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16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165"/>
            <p:cNvSpPr/>
            <p:nvPr/>
          </p:nvSpPr>
          <p:spPr>
            <a:xfrm rot="-5400000">
              <a:off x="7760050" y="1356500"/>
              <a:ext cx="2046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bg>
      <p:bgPr>
        <a:solidFill>
          <a:schemeClr val="dk1"/>
        </a:solidFill>
      </p:bgPr>
    </p:bg>
    <p:spTree>
      <p:nvGrpSpPr>
        <p:cNvPr id="5099" name="Shape 5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00" name="Google Shape;5100;p16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101" name="Google Shape;5101;p16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102" name="Google Shape;5102;p16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103" name="Google Shape;5103;p166"/>
            <p:cNvSpPr/>
            <p:nvPr/>
          </p:nvSpPr>
          <p:spPr>
            <a:xfrm>
              <a:off x="1205275" y="4764550"/>
              <a:ext cx="74937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166"/>
            <p:cNvSpPr/>
            <p:nvPr/>
          </p:nvSpPr>
          <p:spPr>
            <a:xfrm rot="-5400000">
              <a:off x="-1355899" y="2056227"/>
              <a:ext cx="34459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16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16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07" name="Google Shape;5107;p166"/>
          <p:cNvGrpSpPr/>
          <p:nvPr/>
        </p:nvGrpSpPr>
        <p:grpSpPr>
          <a:xfrm flipH="1">
            <a:off x="-389122" y="4063632"/>
            <a:ext cx="1248129" cy="860168"/>
            <a:chOff x="-4004220" y="1207709"/>
            <a:chExt cx="3372411" cy="2324149"/>
          </a:xfrm>
        </p:grpSpPr>
        <p:sp>
          <p:nvSpPr>
            <p:cNvPr id="5108" name="Google Shape;5108;p166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166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166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166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166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166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166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166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166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166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166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166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166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166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166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166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166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166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166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166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166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166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166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166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166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166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166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166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166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166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166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166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166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166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166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166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166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166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166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166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166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166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166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166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166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166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166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166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166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166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166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166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166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166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166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166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166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166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166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166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166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166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bg>
      <p:bgPr>
        <a:solidFill>
          <a:schemeClr val="dk1"/>
        </a:solidFill>
      </p:bgPr>
    </p:bg>
    <p:spTree>
      <p:nvGrpSpPr>
        <p:cNvPr id="5170" name="Shape 5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71" name="Google Shape;5171;p16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172" name="Google Shape;5172;p16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173" name="Google Shape;5173;p16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174" name="Google Shape;5174;p167"/>
            <p:cNvSpPr/>
            <p:nvPr/>
          </p:nvSpPr>
          <p:spPr>
            <a:xfrm>
              <a:off x="383225" y="4764550"/>
              <a:ext cx="716415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167"/>
            <p:cNvSpPr/>
            <p:nvPr/>
          </p:nvSpPr>
          <p:spPr>
            <a:xfrm rot="-5400000">
              <a:off x="-1835250" y="2535576"/>
              <a:ext cx="4404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16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167"/>
            <p:cNvSpPr/>
            <p:nvPr/>
          </p:nvSpPr>
          <p:spPr>
            <a:xfrm rot="-5400000">
              <a:off x="7289388" y="1827163"/>
              <a:ext cx="298784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78" name="Google Shape;5178;p167"/>
          <p:cNvGrpSpPr/>
          <p:nvPr/>
        </p:nvGrpSpPr>
        <p:grpSpPr>
          <a:xfrm flipH="1">
            <a:off x="8336654" y="3930705"/>
            <a:ext cx="1488946" cy="1030148"/>
            <a:chOff x="-1053822" y="5316830"/>
            <a:chExt cx="1773822" cy="1227097"/>
          </a:xfrm>
        </p:grpSpPr>
        <p:sp>
          <p:nvSpPr>
            <p:cNvPr id="5179" name="Google Shape;5179;p167"/>
            <p:cNvSpPr/>
            <p:nvPr/>
          </p:nvSpPr>
          <p:spPr>
            <a:xfrm flipH="1">
              <a:off x="349979" y="6284041"/>
              <a:ext cx="169615" cy="259887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167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167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167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167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167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167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167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167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167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167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167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167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167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167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167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167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167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167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167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167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167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167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167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167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167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167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167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167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167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167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167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167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167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167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167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167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167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167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167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167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167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167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167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167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167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167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167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bg>
      <p:bgPr>
        <a:solidFill>
          <a:schemeClr val="dk1"/>
        </a:solidFill>
      </p:bgPr>
    </p:bg>
    <p:spTree>
      <p:nvGrpSpPr>
        <p:cNvPr id="5227" name="Shape 5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8" name="Google Shape;5228;p16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229" name="Google Shape;5229;p16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230" name="Google Shape;5230;p16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231" name="Google Shape;5231;p168"/>
            <p:cNvSpPr/>
            <p:nvPr/>
          </p:nvSpPr>
          <p:spPr>
            <a:xfrm>
              <a:off x="3795300" y="4764550"/>
              <a:ext cx="49037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168"/>
            <p:cNvSpPr/>
            <p:nvPr/>
          </p:nvSpPr>
          <p:spPr>
            <a:xfrm rot="-5400000">
              <a:off x="-1308063" y="2008388"/>
              <a:ext cx="33503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16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16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35" name="Google Shape;5235;p168"/>
          <p:cNvGrpSpPr/>
          <p:nvPr/>
        </p:nvGrpSpPr>
        <p:grpSpPr>
          <a:xfrm>
            <a:off x="-199726" y="4160228"/>
            <a:ext cx="2986142" cy="802866"/>
            <a:chOff x="2116" y="787658"/>
            <a:chExt cx="8708492" cy="2341400"/>
          </a:xfrm>
        </p:grpSpPr>
        <p:sp>
          <p:nvSpPr>
            <p:cNvPr id="5236" name="Google Shape;5236;p168"/>
            <p:cNvSpPr/>
            <p:nvPr/>
          </p:nvSpPr>
          <p:spPr>
            <a:xfrm>
              <a:off x="2116" y="1074648"/>
              <a:ext cx="599072" cy="1623141"/>
            </a:xfrm>
            <a:custGeom>
              <a:rect b="b" l="l" r="r" t="t"/>
              <a:pathLst>
                <a:path extrusionOk="0" h="1035" w="382">
                  <a:moveTo>
                    <a:pt x="374" y="1028"/>
                  </a:moveTo>
                  <a:lnTo>
                    <a:pt x="374" y="1028"/>
                  </a:lnTo>
                  <a:cubicBezTo>
                    <a:pt x="191" y="1032"/>
                    <a:pt x="191" y="1032"/>
                    <a:pt x="191" y="1032"/>
                  </a:cubicBezTo>
                  <a:cubicBezTo>
                    <a:pt x="130" y="1032"/>
                    <a:pt x="69" y="1035"/>
                    <a:pt x="6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00"/>
                    <a:pt x="0" y="900"/>
                    <a:pt x="0" y="900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0" y="688"/>
                    <a:pt x="2" y="604"/>
                    <a:pt x="2" y="517"/>
                  </a:cubicBezTo>
                  <a:cubicBezTo>
                    <a:pt x="4" y="433"/>
                    <a:pt x="4" y="347"/>
                    <a:pt x="4" y="263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9"/>
                    <a:pt x="381" y="9"/>
                    <a:pt x="381" y="9"/>
                  </a:cubicBezTo>
                  <a:cubicBezTo>
                    <a:pt x="381" y="93"/>
                    <a:pt x="383" y="179"/>
                    <a:pt x="381" y="265"/>
                  </a:cubicBezTo>
                  <a:cubicBezTo>
                    <a:pt x="381" y="349"/>
                    <a:pt x="381" y="435"/>
                    <a:pt x="381" y="522"/>
                  </a:cubicBezTo>
                  <a:cubicBezTo>
                    <a:pt x="376" y="776"/>
                    <a:pt x="376" y="776"/>
                    <a:pt x="376" y="776"/>
                  </a:cubicBezTo>
                  <a:lnTo>
                    <a:pt x="374" y="1028"/>
                  </a:lnTo>
                  <a:moveTo>
                    <a:pt x="372" y="1026"/>
                  </a:moveTo>
                  <a:lnTo>
                    <a:pt x="372" y="1026"/>
                  </a:lnTo>
                  <a:cubicBezTo>
                    <a:pt x="368" y="770"/>
                    <a:pt x="368" y="770"/>
                    <a:pt x="368" y="770"/>
                  </a:cubicBezTo>
                  <a:cubicBezTo>
                    <a:pt x="366" y="515"/>
                    <a:pt x="366" y="515"/>
                    <a:pt x="366" y="515"/>
                  </a:cubicBezTo>
                  <a:cubicBezTo>
                    <a:pt x="364" y="429"/>
                    <a:pt x="364" y="345"/>
                    <a:pt x="364" y="261"/>
                  </a:cubicBezTo>
                  <a:cubicBezTo>
                    <a:pt x="364" y="177"/>
                    <a:pt x="364" y="93"/>
                    <a:pt x="364" y="9"/>
                  </a:cubicBezTo>
                  <a:cubicBezTo>
                    <a:pt x="372" y="17"/>
                    <a:pt x="372" y="17"/>
                    <a:pt x="372" y="1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47"/>
                    <a:pt x="11" y="433"/>
                    <a:pt x="13" y="517"/>
                  </a:cubicBezTo>
                  <a:cubicBezTo>
                    <a:pt x="13" y="604"/>
                    <a:pt x="15" y="688"/>
                    <a:pt x="15" y="772"/>
                  </a:cubicBezTo>
                  <a:cubicBezTo>
                    <a:pt x="15" y="837"/>
                    <a:pt x="15" y="837"/>
                    <a:pt x="15" y="837"/>
                  </a:cubicBezTo>
                  <a:cubicBezTo>
                    <a:pt x="15" y="900"/>
                    <a:pt x="15" y="900"/>
                    <a:pt x="15" y="900"/>
                  </a:cubicBezTo>
                  <a:cubicBezTo>
                    <a:pt x="13" y="1028"/>
                    <a:pt x="13" y="1028"/>
                    <a:pt x="13" y="1028"/>
                  </a:cubicBezTo>
                  <a:cubicBezTo>
                    <a:pt x="6" y="1020"/>
                    <a:pt x="6" y="1020"/>
                    <a:pt x="6" y="1020"/>
                  </a:cubicBezTo>
                  <a:cubicBezTo>
                    <a:pt x="67" y="1020"/>
                    <a:pt x="128" y="1022"/>
                    <a:pt x="189" y="1024"/>
                  </a:cubicBezTo>
                  <a:lnTo>
                    <a:pt x="372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168"/>
            <p:cNvSpPr/>
            <p:nvPr/>
          </p:nvSpPr>
          <p:spPr>
            <a:xfrm>
              <a:off x="8389" y="2073625"/>
              <a:ext cx="577116" cy="437542"/>
            </a:xfrm>
            <a:custGeom>
              <a:rect b="b" l="l" r="r" t="t"/>
              <a:pathLst>
                <a:path extrusionOk="0" h="279" w="368">
                  <a:moveTo>
                    <a:pt x="364" y="276"/>
                  </a:moveTo>
                  <a:lnTo>
                    <a:pt x="364" y="276"/>
                  </a:lnTo>
                  <a:cubicBezTo>
                    <a:pt x="276" y="278"/>
                    <a:pt x="276" y="278"/>
                    <a:pt x="276" y="278"/>
                  </a:cubicBezTo>
                  <a:cubicBezTo>
                    <a:pt x="185" y="278"/>
                    <a:pt x="185" y="278"/>
                    <a:pt x="185" y="278"/>
                  </a:cubicBezTo>
                  <a:cubicBezTo>
                    <a:pt x="154" y="278"/>
                    <a:pt x="124" y="280"/>
                    <a:pt x="95" y="278"/>
                  </a:cubicBezTo>
                  <a:cubicBezTo>
                    <a:pt x="63" y="278"/>
                    <a:pt x="34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2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3" y="2"/>
                    <a:pt x="124" y="0"/>
                    <a:pt x="183" y="0"/>
                  </a:cubicBezTo>
                  <a:cubicBezTo>
                    <a:pt x="274" y="0"/>
                    <a:pt x="274" y="0"/>
                    <a:pt x="274" y="0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8" y="4"/>
                    <a:pt x="368" y="4"/>
                    <a:pt x="368" y="4"/>
                  </a:cubicBezTo>
                  <a:cubicBezTo>
                    <a:pt x="368" y="27"/>
                    <a:pt x="368" y="51"/>
                    <a:pt x="368" y="74"/>
                  </a:cubicBezTo>
                  <a:cubicBezTo>
                    <a:pt x="366" y="141"/>
                    <a:pt x="366" y="141"/>
                    <a:pt x="366" y="141"/>
                  </a:cubicBezTo>
                  <a:cubicBezTo>
                    <a:pt x="366" y="208"/>
                    <a:pt x="366" y="208"/>
                    <a:pt x="366" y="208"/>
                  </a:cubicBezTo>
                  <a:lnTo>
                    <a:pt x="364" y="276"/>
                  </a:lnTo>
                  <a:moveTo>
                    <a:pt x="364" y="276"/>
                  </a:moveTo>
                  <a:lnTo>
                    <a:pt x="364" y="276"/>
                  </a:lnTo>
                  <a:cubicBezTo>
                    <a:pt x="362" y="206"/>
                    <a:pt x="362" y="206"/>
                    <a:pt x="362" y="206"/>
                  </a:cubicBezTo>
                  <a:cubicBezTo>
                    <a:pt x="362" y="139"/>
                    <a:pt x="362" y="139"/>
                    <a:pt x="362" y="139"/>
                  </a:cubicBezTo>
                  <a:cubicBezTo>
                    <a:pt x="362" y="72"/>
                    <a:pt x="362" y="72"/>
                    <a:pt x="362" y="72"/>
                  </a:cubicBezTo>
                  <a:cubicBezTo>
                    <a:pt x="360" y="49"/>
                    <a:pt x="360" y="27"/>
                    <a:pt x="360" y="4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24" y="9"/>
                    <a:pt x="63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7" y="276"/>
                  </a:cubicBezTo>
                  <a:cubicBezTo>
                    <a:pt x="2" y="272"/>
                    <a:pt x="2" y="272"/>
                    <a:pt x="2" y="272"/>
                  </a:cubicBezTo>
                  <a:cubicBezTo>
                    <a:pt x="34" y="272"/>
                    <a:pt x="63" y="272"/>
                    <a:pt x="93" y="272"/>
                  </a:cubicBezTo>
                  <a:cubicBezTo>
                    <a:pt x="122" y="272"/>
                    <a:pt x="152" y="272"/>
                    <a:pt x="183" y="272"/>
                  </a:cubicBezTo>
                  <a:cubicBezTo>
                    <a:pt x="274" y="274"/>
                    <a:pt x="274" y="274"/>
                    <a:pt x="274" y="274"/>
                  </a:cubicBezTo>
                  <a:lnTo>
                    <a:pt x="364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168"/>
            <p:cNvSpPr/>
            <p:nvPr/>
          </p:nvSpPr>
          <p:spPr>
            <a:xfrm>
              <a:off x="133849" y="1411822"/>
              <a:ext cx="329333" cy="39206"/>
            </a:xfrm>
            <a:custGeom>
              <a:rect b="b" l="l" r="r" t="t"/>
              <a:pathLst>
                <a:path extrusionOk="0" h="25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7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2"/>
                    <a:pt x="210" y="2"/>
                  </a:cubicBezTo>
                  <a:lnTo>
                    <a:pt x="210" y="2"/>
                  </a:lnTo>
                  <a:cubicBezTo>
                    <a:pt x="210" y="4"/>
                    <a:pt x="210" y="4"/>
                    <a:pt x="210" y="4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4"/>
                    <a:pt x="208" y="4"/>
                    <a:pt x="208" y="4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175" y="8"/>
                    <a:pt x="141" y="8"/>
                    <a:pt x="105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21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168"/>
            <p:cNvSpPr/>
            <p:nvPr/>
          </p:nvSpPr>
          <p:spPr>
            <a:xfrm>
              <a:off x="160510" y="13428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0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8" y="0"/>
                  </a:cubicBezTo>
                  <a:cubicBezTo>
                    <a:pt x="118" y="0"/>
                    <a:pt x="145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5" y="8"/>
                    <a:pt x="118" y="8"/>
                    <a:pt x="88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59" y="18"/>
                    <a:pt x="74" y="18"/>
                    <a:pt x="88" y="18"/>
                  </a:cubicBezTo>
                  <a:cubicBezTo>
                    <a:pt x="101" y="18"/>
                    <a:pt x="116" y="18"/>
                    <a:pt x="130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168"/>
            <p:cNvSpPr/>
            <p:nvPr/>
          </p:nvSpPr>
          <p:spPr>
            <a:xfrm>
              <a:off x="133849" y="1272248"/>
              <a:ext cx="329333" cy="40775"/>
            </a:xfrm>
            <a:custGeom>
              <a:rect b="b" l="l" r="r" t="t"/>
              <a:pathLst>
                <a:path extrusionOk="0" h="26" w="210">
                  <a:moveTo>
                    <a:pt x="210" y="23"/>
                  </a:moveTo>
                  <a:lnTo>
                    <a:pt x="210" y="23"/>
                  </a:lnTo>
                  <a:cubicBezTo>
                    <a:pt x="194" y="23"/>
                    <a:pt x="177" y="23"/>
                    <a:pt x="160" y="26"/>
                  </a:cubicBezTo>
                  <a:cubicBezTo>
                    <a:pt x="143" y="26"/>
                    <a:pt x="124" y="26"/>
                    <a:pt x="107" y="26"/>
                  </a:cubicBezTo>
                  <a:cubicBezTo>
                    <a:pt x="91" y="26"/>
                    <a:pt x="72" y="26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5" y="0"/>
                  </a:cubicBezTo>
                  <a:cubicBezTo>
                    <a:pt x="141" y="0"/>
                    <a:pt x="175" y="0"/>
                    <a:pt x="210" y="2"/>
                  </a:cubicBezTo>
                  <a:lnTo>
                    <a:pt x="210" y="2"/>
                  </a:lnTo>
                  <a:cubicBezTo>
                    <a:pt x="210" y="5"/>
                    <a:pt x="210" y="5"/>
                    <a:pt x="210" y="5"/>
                  </a:cubicBezTo>
                  <a:lnTo>
                    <a:pt x="210" y="23"/>
                  </a:lnTo>
                  <a:moveTo>
                    <a:pt x="208" y="21"/>
                  </a:moveTo>
                  <a:lnTo>
                    <a:pt x="208" y="21"/>
                  </a:lnTo>
                  <a:cubicBezTo>
                    <a:pt x="208" y="5"/>
                    <a:pt x="208" y="5"/>
                    <a:pt x="208" y="5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175" y="9"/>
                    <a:pt x="141" y="9"/>
                    <a:pt x="105" y="9"/>
                  </a:cubicBezTo>
                  <a:cubicBezTo>
                    <a:pt x="89" y="9"/>
                    <a:pt x="72" y="9"/>
                    <a:pt x="55" y="9"/>
                  </a:cubicBezTo>
                  <a:cubicBezTo>
                    <a:pt x="38" y="9"/>
                    <a:pt x="19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6" y="21"/>
                    <a:pt x="55" y="21"/>
                  </a:cubicBezTo>
                  <a:cubicBezTo>
                    <a:pt x="72" y="19"/>
                    <a:pt x="89" y="19"/>
                    <a:pt x="105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168"/>
            <p:cNvSpPr/>
            <p:nvPr/>
          </p:nvSpPr>
          <p:spPr>
            <a:xfrm>
              <a:off x="863086" y="1193835"/>
              <a:ext cx="244647" cy="1499249"/>
            </a:xfrm>
            <a:custGeom>
              <a:rect b="b" l="l" r="r" t="t"/>
              <a:pathLst>
                <a:path extrusionOk="0" h="956" w="156">
                  <a:moveTo>
                    <a:pt x="149" y="952"/>
                  </a:moveTo>
                  <a:lnTo>
                    <a:pt x="149" y="952"/>
                  </a:lnTo>
                  <a:cubicBezTo>
                    <a:pt x="78" y="954"/>
                    <a:pt x="78" y="954"/>
                    <a:pt x="78" y="954"/>
                  </a:cubicBezTo>
                  <a:cubicBezTo>
                    <a:pt x="55" y="954"/>
                    <a:pt x="32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5" y="244"/>
                  </a:cubicBezTo>
                  <a:cubicBezTo>
                    <a:pt x="158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39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3" y="479"/>
                    <a:pt x="13" y="479"/>
                    <a:pt x="13" y="479"/>
                  </a:cubicBezTo>
                  <a:cubicBezTo>
                    <a:pt x="15" y="538"/>
                    <a:pt x="15" y="538"/>
                    <a:pt x="15" y="538"/>
                  </a:cubicBezTo>
                  <a:cubicBezTo>
                    <a:pt x="15" y="597"/>
                    <a:pt x="15" y="597"/>
                    <a:pt x="15" y="597"/>
                  </a:cubicBezTo>
                  <a:cubicBezTo>
                    <a:pt x="15" y="656"/>
                    <a:pt x="15" y="656"/>
                    <a:pt x="15" y="656"/>
                  </a:cubicBezTo>
                  <a:cubicBezTo>
                    <a:pt x="15" y="715"/>
                    <a:pt x="15" y="715"/>
                    <a:pt x="15" y="715"/>
                  </a:cubicBezTo>
                  <a:cubicBezTo>
                    <a:pt x="13" y="833"/>
                    <a:pt x="13" y="833"/>
                    <a:pt x="13" y="833"/>
                  </a:cubicBezTo>
                  <a:cubicBezTo>
                    <a:pt x="13" y="952"/>
                    <a:pt x="13" y="952"/>
                    <a:pt x="13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6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168"/>
            <p:cNvSpPr/>
            <p:nvPr/>
          </p:nvSpPr>
          <p:spPr>
            <a:xfrm>
              <a:off x="863086" y="2381002"/>
              <a:ext cx="233669" cy="194463"/>
            </a:xfrm>
            <a:custGeom>
              <a:rect b="b" l="l" r="r" t="t"/>
              <a:pathLst>
                <a:path extrusionOk="0" h="124" w="149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5" y="2"/>
                    <a:pt x="38" y="2"/>
                  </a:cubicBezTo>
                  <a:cubicBezTo>
                    <a:pt x="50" y="2"/>
                    <a:pt x="61" y="2"/>
                    <a:pt x="73" y="2"/>
                  </a:cubicBezTo>
                  <a:cubicBezTo>
                    <a:pt x="99" y="0"/>
                    <a:pt x="122" y="0"/>
                    <a:pt x="147" y="2"/>
                  </a:cubicBezTo>
                  <a:cubicBezTo>
                    <a:pt x="149" y="2"/>
                    <a:pt x="149" y="2"/>
                    <a:pt x="149" y="2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0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0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5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6" y="8"/>
                  </a:cubicBezTo>
                  <a:cubicBezTo>
                    <a:pt x="65" y="8"/>
                    <a:pt x="52" y="6"/>
                    <a:pt x="40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168"/>
            <p:cNvSpPr/>
            <p:nvPr/>
          </p:nvSpPr>
          <p:spPr>
            <a:xfrm>
              <a:off x="889746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168"/>
            <p:cNvSpPr/>
            <p:nvPr/>
          </p:nvSpPr>
          <p:spPr>
            <a:xfrm>
              <a:off x="896019" y="2387275"/>
              <a:ext cx="0" cy="174076"/>
            </a:xfrm>
            <a:custGeom>
              <a:rect b="b" l="l" r="r" t="t"/>
              <a:pathLst>
                <a:path extrusionOk="0" fill="none" h="111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6"/>
                    <a:pt x="0" y="11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168"/>
            <p:cNvSpPr/>
            <p:nvPr/>
          </p:nvSpPr>
          <p:spPr>
            <a:xfrm>
              <a:off x="1081072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168"/>
            <p:cNvSpPr/>
            <p:nvPr/>
          </p:nvSpPr>
          <p:spPr>
            <a:xfrm>
              <a:off x="1084209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6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1" y="553"/>
                    <a:pt x="141" y="475"/>
                  </a:cubicBezTo>
                  <a:cubicBezTo>
                    <a:pt x="141" y="397"/>
                    <a:pt x="139" y="319"/>
                    <a:pt x="141" y="240"/>
                  </a:cubicBezTo>
                  <a:cubicBezTo>
                    <a:pt x="141" y="162"/>
                    <a:pt x="141" y="84"/>
                    <a:pt x="141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2" y="833"/>
                    <a:pt x="12" y="833"/>
                    <a:pt x="12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29" y="948"/>
                    <a:pt x="52" y="948"/>
                    <a:pt x="75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168"/>
            <p:cNvSpPr/>
            <p:nvPr/>
          </p:nvSpPr>
          <p:spPr>
            <a:xfrm>
              <a:off x="1087345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5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0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6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5" y="61"/>
                  </a:cubicBezTo>
                  <a:cubicBezTo>
                    <a:pt x="145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168"/>
            <p:cNvSpPr/>
            <p:nvPr/>
          </p:nvSpPr>
          <p:spPr>
            <a:xfrm>
              <a:off x="1110869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168"/>
            <p:cNvSpPr/>
            <p:nvPr/>
          </p:nvSpPr>
          <p:spPr>
            <a:xfrm>
              <a:off x="1305332" y="1193835"/>
              <a:ext cx="246215" cy="1499249"/>
            </a:xfrm>
            <a:custGeom>
              <a:rect b="b" l="l" r="r" t="t"/>
              <a:pathLst>
                <a:path extrusionOk="0" h="956" w="157">
                  <a:moveTo>
                    <a:pt x="149" y="952"/>
                  </a:moveTo>
                  <a:lnTo>
                    <a:pt x="149" y="952"/>
                  </a:lnTo>
                  <a:cubicBezTo>
                    <a:pt x="80" y="954"/>
                    <a:pt x="80" y="954"/>
                    <a:pt x="80" y="954"/>
                  </a:cubicBezTo>
                  <a:cubicBezTo>
                    <a:pt x="54" y="954"/>
                    <a:pt x="31" y="956"/>
                    <a:pt x="8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2"/>
                    <a:pt x="2" y="952"/>
                    <a:pt x="2" y="952"/>
                  </a:cubicBezTo>
                  <a:cubicBezTo>
                    <a:pt x="0" y="833"/>
                    <a:pt x="0" y="833"/>
                    <a:pt x="0" y="833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22"/>
                    <a:pt x="4" y="282"/>
                    <a:pt x="4" y="242"/>
                  </a:cubicBezTo>
                  <a:cubicBezTo>
                    <a:pt x="4" y="164"/>
                    <a:pt x="4" y="84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4"/>
                    <a:pt x="155" y="164"/>
                    <a:pt x="157" y="244"/>
                  </a:cubicBezTo>
                  <a:cubicBezTo>
                    <a:pt x="157" y="324"/>
                    <a:pt x="155" y="401"/>
                    <a:pt x="155" y="481"/>
                  </a:cubicBezTo>
                  <a:cubicBezTo>
                    <a:pt x="155" y="561"/>
                    <a:pt x="153" y="639"/>
                    <a:pt x="153" y="719"/>
                  </a:cubicBezTo>
                  <a:lnTo>
                    <a:pt x="149" y="952"/>
                  </a:lnTo>
                  <a:moveTo>
                    <a:pt x="147" y="950"/>
                  </a:moveTo>
                  <a:lnTo>
                    <a:pt x="147" y="950"/>
                  </a:lnTo>
                  <a:cubicBezTo>
                    <a:pt x="143" y="711"/>
                    <a:pt x="143" y="711"/>
                    <a:pt x="143" y="711"/>
                  </a:cubicBezTo>
                  <a:cubicBezTo>
                    <a:pt x="143" y="633"/>
                    <a:pt x="140" y="553"/>
                    <a:pt x="140" y="475"/>
                  </a:cubicBezTo>
                  <a:cubicBezTo>
                    <a:pt x="140" y="397"/>
                    <a:pt x="138" y="319"/>
                    <a:pt x="140" y="240"/>
                  </a:cubicBezTo>
                  <a:cubicBezTo>
                    <a:pt x="140" y="162"/>
                    <a:pt x="140" y="84"/>
                    <a:pt x="140" y="6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84"/>
                    <a:pt x="10" y="164"/>
                    <a:pt x="10" y="242"/>
                  </a:cubicBezTo>
                  <a:cubicBezTo>
                    <a:pt x="10" y="282"/>
                    <a:pt x="10" y="322"/>
                    <a:pt x="10" y="359"/>
                  </a:cubicBezTo>
                  <a:cubicBezTo>
                    <a:pt x="12" y="479"/>
                    <a:pt x="12" y="479"/>
                    <a:pt x="12" y="479"/>
                  </a:cubicBezTo>
                  <a:cubicBezTo>
                    <a:pt x="14" y="538"/>
                    <a:pt x="14" y="538"/>
                    <a:pt x="14" y="538"/>
                  </a:cubicBezTo>
                  <a:cubicBezTo>
                    <a:pt x="14" y="597"/>
                    <a:pt x="14" y="597"/>
                    <a:pt x="14" y="597"/>
                  </a:cubicBezTo>
                  <a:cubicBezTo>
                    <a:pt x="14" y="656"/>
                    <a:pt x="14" y="656"/>
                    <a:pt x="14" y="656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833"/>
                    <a:pt x="14" y="833"/>
                    <a:pt x="14" y="833"/>
                  </a:cubicBezTo>
                  <a:cubicBezTo>
                    <a:pt x="12" y="952"/>
                    <a:pt x="12" y="952"/>
                    <a:pt x="12" y="952"/>
                  </a:cubicBezTo>
                  <a:cubicBezTo>
                    <a:pt x="8" y="946"/>
                    <a:pt x="8" y="946"/>
                    <a:pt x="8" y="946"/>
                  </a:cubicBezTo>
                  <a:cubicBezTo>
                    <a:pt x="29" y="948"/>
                    <a:pt x="52" y="948"/>
                    <a:pt x="78" y="948"/>
                  </a:cubicBezTo>
                  <a:lnTo>
                    <a:pt x="147" y="95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168"/>
            <p:cNvSpPr/>
            <p:nvPr/>
          </p:nvSpPr>
          <p:spPr>
            <a:xfrm>
              <a:off x="1308468" y="2381002"/>
              <a:ext cx="236806" cy="194463"/>
            </a:xfrm>
            <a:custGeom>
              <a:rect b="b" l="l" r="r" t="t"/>
              <a:pathLst>
                <a:path extrusionOk="0" h="124" w="151">
                  <a:moveTo>
                    <a:pt x="4" y="4"/>
                  </a:moveTo>
                  <a:lnTo>
                    <a:pt x="4" y="4"/>
                  </a:lnTo>
                  <a:cubicBezTo>
                    <a:pt x="14" y="4"/>
                    <a:pt x="27" y="2"/>
                    <a:pt x="38" y="2"/>
                  </a:cubicBezTo>
                  <a:cubicBezTo>
                    <a:pt x="50" y="2"/>
                    <a:pt x="63" y="2"/>
                    <a:pt x="73" y="2"/>
                  </a:cubicBezTo>
                  <a:cubicBezTo>
                    <a:pt x="99" y="0"/>
                    <a:pt x="124" y="0"/>
                    <a:pt x="147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49" y="23"/>
                    <a:pt x="149" y="42"/>
                    <a:pt x="149" y="61"/>
                  </a:cubicBezTo>
                  <a:cubicBezTo>
                    <a:pt x="149" y="80"/>
                    <a:pt x="149" y="99"/>
                    <a:pt x="149" y="117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24" y="122"/>
                    <a:pt x="99" y="122"/>
                    <a:pt x="76" y="122"/>
                  </a:cubicBezTo>
                  <a:cubicBezTo>
                    <a:pt x="52" y="124"/>
                    <a:pt x="27" y="124"/>
                    <a:pt x="4" y="124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99"/>
                    <a:pt x="0" y="80"/>
                    <a:pt x="2" y="61"/>
                  </a:cubicBezTo>
                  <a:lnTo>
                    <a:pt x="4" y="4"/>
                  </a:lnTo>
                  <a:moveTo>
                    <a:pt x="4" y="4"/>
                  </a:moveTo>
                  <a:lnTo>
                    <a:pt x="4" y="4"/>
                  </a:lnTo>
                  <a:cubicBezTo>
                    <a:pt x="6" y="63"/>
                    <a:pt x="6" y="63"/>
                    <a:pt x="6" y="63"/>
                  </a:cubicBezTo>
                  <a:cubicBezTo>
                    <a:pt x="8" y="82"/>
                    <a:pt x="8" y="101"/>
                    <a:pt x="8" y="11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27" y="113"/>
                    <a:pt x="52" y="113"/>
                    <a:pt x="76" y="115"/>
                  </a:cubicBezTo>
                  <a:cubicBezTo>
                    <a:pt x="99" y="115"/>
                    <a:pt x="124" y="115"/>
                    <a:pt x="147" y="115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99"/>
                    <a:pt x="147" y="80"/>
                    <a:pt x="147" y="61"/>
                  </a:cubicBezTo>
                  <a:cubicBezTo>
                    <a:pt x="147" y="42"/>
                    <a:pt x="145" y="23"/>
                    <a:pt x="145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24" y="8"/>
                    <a:pt x="101" y="8"/>
                    <a:pt x="78" y="8"/>
                  </a:cubicBezTo>
                  <a:cubicBezTo>
                    <a:pt x="65" y="8"/>
                    <a:pt x="52" y="6"/>
                    <a:pt x="42" y="6"/>
                  </a:cubicBezTo>
                  <a:cubicBezTo>
                    <a:pt x="29" y="6"/>
                    <a:pt x="17" y="6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168"/>
            <p:cNvSpPr/>
            <p:nvPr/>
          </p:nvSpPr>
          <p:spPr>
            <a:xfrm>
              <a:off x="1330424" y="2387275"/>
              <a:ext cx="0" cy="170940"/>
            </a:xfrm>
            <a:custGeom>
              <a:rect b="b" l="l" r="r" t="t"/>
              <a:pathLst>
                <a:path extrusionOk="0" fill="none" h="109" w="120000">
                  <a:moveTo>
                    <a:pt x="0" y="0"/>
                  </a:moveTo>
                  <a:lnTo>
                    <a:pt x="0" y="0"/>
                  </a:lnTo>
                  <a:cubicBezTo>
                    <a:pt x="0" y="38"/>
                    <a:pt x="0" y="74"/>
                    <a:pt x="0" y="10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168"/>
            <p:cNvSpPr/>
            <p:nvPr/>
          </p:nvSpPr>
          <p:spPr>
            <a:xfrm>
              <a:off x="1521750" y="2396685"/>
              <a:ext cx="1568" cy="164667"/>
            </a:xfrm>
            <a:custGeom>
              <a:rect b="b" l="l" r="r" t="t"/>
              <a:pathLst>
                <a:path extrusionOk="0" fill="none" h="105" w="1">
                  <a:moveTo>
                    <a:pt x="0" y="0"/>
                  </a:moveTo>
                  <a:lnTo>
                    <a:pt x="0" y="0"/>
                  </a:lnTo>
                  <a:cubicBezTo>
                    <a:pt x="2" y="36"/>
                    <a:pt x="2" y="70"/>
                    <a:pt x="0" y="10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168"/>
            <p:cNvSpPr/>
            <p:nvPr/>
          </p:nvSpPr>
          <p:spPr>
            <a:xfrm>
              <a:off x="576096" y="787658"/>
              <a:ext cx="312082" cy="1905427"/>
            </a:xfrm>
            <a:custGeom>
              <a:rect b="b" l="l" r="r" t="t"/>
              <a:pathLst>
                <a:path extrusionOk="0" h="1215" w="199">
                  <a:moveTo>
                    <a:pt x="191" y="1211"/>
                  </a:moveTo>
                  <a:lnTo>
                    <a:pt x="191" y="1211"/>
                  </a:lnTo>
                  <a:cubicBezTo>
                    <a:pt x="99" y="1213"/>
                    <a:pt x="99" y="1213"/>
                    <a:pt x="99" y="1213"/>
                  </a:cubicBezTo>
                  <a:cubicBezTo>
                    <a:pt x="69" y="1213"/>
                    <a:pt x="38" y="1215"/>
                    <a:pt x="6" y="1215"/>
                  </a:cubicBezTo>
                  <a:cubicBezTo>
                    <a:pt x="2" y="1215"/>
                    <a:pt x="2" y="1215"/>
                    <a:pt x="2" y="1215"/>
                  </a:cubicBezTo>
                  <a:cubicBezTo>
                    <a:pt x="2" y="1211"/>
                    <a:pt x="2" y="1211"/>
                    <a:pt x="2" y="1211"/>
                  </a:cubicBezTo>
                  <a:cubicBezTo>
                    <a:pt x="0" y="1060"/>
                    <a:pt x="0" y="1060"/>
                    <a:pt x="0" y="1060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835"/>
                    <a:pt x="0" y="835"/>
                    <a:pt x="0" y="835"/>
                  </a:cubicBezTo>
                  <a:cubicBezTo>
                    <a:pt x="0" y="759"/>
                    <a:pt x="0" y="759"/>
                    <a:pt x="0" y="759"/>
                  </a:cubicBezTo>
                  <a:cubicBezTo>
                    <a:pt x="0" y="684"/>
                    <a:pt x="0" y="684"/>
                    <a:pt x="0" y="684"/>
                  </a:cubicBezTo>
                  <a:cubicBezTo>
                    <a:pt x="2" y="608"/>
                    <a:pt x="2" y="608"/>
                    <a:pt x="2" y="608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4" y="408"/>
                    <a:pt x="4" y="358"/>
                    <a:pt x="4" y="307"/>
                  </a:cubicBezTo>
                  <a:cubicBezTo>
                    <a:pt x="4" y="208"/>
                    <a:pt x="4" y="108"/>
                    <a:pt x="2" y="7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8" y="108"/>
                    <a:pt x="198" y="208"/>
                    <a:pt x="198" y="309"/>
                  </a:cubicBezTo>
                  <a:cubicBezTo>
                    <a:pt x="200" y="410"/>
                    <a:pt x="198" y="511"/>
                    <a:pt x="198" y="612"/>
                  </a:cubicBezTo>
                  <a:cubicBezTo>
                    <a:pt x="198" y="713"/>
                    <a:pt x="196" y="814"/>
                    <a:pt x="196" y="913"/>
                  </a:cubicBezTo>
                  <a:lnTo>
                    <a:pt x="191" y="1211"/>
                  </a:lnTo>
                  <a:moveTo>
                    <a:pt x="189" y="1209"/>
                  </a:moveTo>
                  <a:lnTo>
                    <a:pt x="189" y="1209"/>
                  </a:lnTo>
                  <a:cubicBezTo>
                    <a:pt x="185" y="906"/>
                    <a:pt x="185" y="906"/>
                    <a:pt x="185" y="906"/>
                  </a:cubicBezTo>
                  <a:cubicBezTo>
                    <a:pt x="185" y="806"/>
                    <a:pt x="183" y="705"/>
                    <a:pt x="183" y="606"/>
                  </a:cubicBezTo>
                  <a:cubicBezTo>
                    <a:pt x="183" y="505"/>
                    <a:pt x="181" y="406"/>
                    <a:pt x="181" y="307"/>
                  </a:cubicBezTo>
                  <a:cubicBezTo>
                    <a:pt x="183" y="206"/>
                    <a:pt x="183" y="108"/>
                    <a:pt x="183" y="7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108"/>
                    <a:pt x="10" y="208"/>
                    <a:pt x="10" y="307"/>
                  </a:cubicBezTo>
                  <a:cubicBezTo>
                    <a:pt x="10" y="358"/>
                    <a:pt x="10" y="408"/>
                    <a:pt x="10" y="459"/>
                  </a:cubicBezTo>
                  <a:cubicBezTo>
                    <a:pt x="13" y="608"/>
                    <a:pt x="13" y="608"/>
                    <a:pt x="13" y="608"/>
                  </a:cubicBezTo>
                  <a:cubicBezTo>
                    <a:pt x="15" y="684"/>
                    <a:pt x="15" y="684"/>
                    <a:pt x="15" y="684"/>
                  </a:cubicBezTo>
                  <a:cubicBezTo>
                    <a:pt x="15" y="759"/>
                    <a:pt x="15" y="759"/>
                    <a:pt x="15" y="759"/>
                  </a:cubicBezTo>
                  <a:cubicBezTo>
                    <a:pt x="15" y="835"/>
                    <a:pt x="15" y="835"/>
                    <a:pt x="15" y="835"/>
                  </a:cubicBezTo>
                  <a:cubicBezTo>
                    <a:pt x="15" y="911"/>
                    <a:pt x="15" y="911"/>
                    <a:pt x="15" y="911"/>
                  </a:cubicBezTo>
                  <a:cubicBezTo>
                    <a:pt x="13" y="1060"/>
                    <a:pt x="13" y="1060"/>
                    <a:pt x="13" y="1060"/>
                  </a:cubicBezTo>
                  <a:cubicBezTo>
                    <a:pt x="10" y="1211"/>
                    <a:pt x="10" y="1211"/>
                    <a:pt x="10" y="1211"/>
                  </a:cubicBezTo>
                  <a:cubicBezTo>
                    <a:pt x="6" y="1205"/>
                    <a:pt x="6" y="1205"/>
                    <a:pt x="6" y="1205"/>
                  </a:cubicBezTo>
                  <a:cubicBezTo>
                    <a:pt x="38" y="1207"/>
                    <a:pt x="67" y="1207"/>
                    <a:pt x="97" y="1207"/>
                  </a:cubicBezTo>
                  <a:lnTo>
                    <a:pt x="189" y="120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168"/>
            <p:cNvSpPr/>
            <p:nvPr/>
          </p:nvSpPr>
          <p:spPr>
            <a:xfrm>
              <a:off x="582369" y="969575"/>
              <a:ext cx="296399" cy="59594"/>
            </a:xfrm>
            <a:custGeom>
              <a:rect b="b" l="l" r="r" t="t"/>
              <a:pathLst>
                <a:path extrusionOk="0" h="38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6"/>
                    <a:pt x="158" y="38"/>
                    <a:pt x="141" y="38"/>
                  </a:cubicBezTo>
                  <a:cubicBezTo>
                    <a:pt x="126" y="38"/>
                    <a:pt x="112" y="38"/>
                    <a:pt x="97" y="38"/>
                  </a:cubicBezTo>
                  <a:cubicBezTo>
                    <a:pt x="80" y="38"/>
                    <a:pt x="65" y="38"/>
                    <a:pt x="48" y="38"/>
                  </a:cubicBezTo>
                  <a:cubicBezTo>
                    <a:pt x="34" y="36"/>
                    <a:pt x="19" y="36"/>
                    <a:pt x="2" y="36"/>
                  </a:cubicBezTo>
                  <a:lnTo>
                    <a:pt x="2" y="36"/>
                  </a:lnTo>
                  <a:lnTo>
                    <a:pt x="2" y="36"/>
                  </a:ln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3"/>
                    <a:pt x="183" y="15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2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168"/>
            <p:cNvSpPr/>
            <p:nvPr/>
          </p:nvSpPr>
          <p:spPr>
            <a:xfrm>
              <a:off x="582369" y="110758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5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5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5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5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168"/>
            <p:cNvSpPr/>
            <p:nvPr/>
          </p:nvSpPr>
          <p:spPr>
            <a:xfrm>
              <a:off x="582369" y="2330818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6"/>
                  </a:moveTo>
                  <a:lnTo>
                    <a:pt x="187" y="36"/>
                  </a:lnTo>
                  <a:cubicBezTo>
                    <a:pt x="173" y="38"/>
                    <a:pt x="158" y="38"/>
                    <a:pt x="141" y="38"/>
                  </a:cubicBezTo>
                  <a:cubicBezTo>
                    <a:pt x="126" y="38"/>
                    <a:pt x="112" y="40"/>
                    <a:pt x="97" y="40"/>
                  </a:cubicBezTo>
                  <a:cubicBezTo>
                    <a:pt x="80" y="40"/>
                    <a:pt x="65" y="38"/>
                    <a:pt x="48" y="38"/>
                  </a:cubicBezTo>
                  <a:cubicBezTo>
                    <a:pt x="34" y="38"/>
                    <a:pt x="19" y="36"/>
                    <a:pt x="2" y="38"/>
                  </a:cubicBezTo>
                  <a:lnTo>
                    <a:pt x="2" y="38"/>
                  </a:lnTo>
                  <a:cubicBezTo>
                    <a:pt x="2" y="36"/>
                    <a:pt x="2" y="36"/>
                    <a:pt x="2" y="36"/>
                  </a:cubicBezTo>
                  <a:cubicBezTo>
                    <a:pt x="2" y="26"/>
                    <a:pt x="0" y="1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0"/>
                    <a:pt x="63" y="0"/>
                    <a:pt x="95" y="0"/>
                  </a:cubicBezTo>
                  <a:cubicBezTo>
                    <a:pt x="124" y="0"/>
                    <a:pt x="156" y="0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5"/>
                    <a:pt x="187" y="26"/>
                    <a:pt x="187" y="36"/>
                  </a:cubicBezTo>
                  <a:moveTo>
                    <a:pt x="185" y="36"/>
                  </a:moveTo>
                  <a:lnTo>
                    <a:pt x="185" y="36"/>
                  </a:lnTo>
                  <a:cubicBezTo>
                    <a:pt x="185" y="26"/>
                    <a:pt x="183" y="15"/>
                    <a:pt x="183" y="4"/>
                  </a:cubicBezTo>
                  <a:cubicBezTo>
                    <a:pt x="185" y="7"/>
                    <a:pt x="185" y="7"/>
                    <a:pt x="185" y="7"/>
                  </a:cubicBezTo>
                  <a:cubicBezTo>
                    <a:pt x="156" y="9"/>
                    <a:pt x="124" y="9"/>
                    <a:pt x="95" y="9"/>
                  </a:cubicBezTo>
                  <a:cubicBezTo>
                    <a:pt x="63" y="9"/>
                    <a:pt x="3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5"/>
                    <a:pt x="4" y="26"/>
                    <a:pt x="4" y="3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9" y="34"/>
                    <a:pt x="34" y="34"/>
                    <a:pt x="48" y="34"/>
                  </a:cubicBezTo>
                  <a:cubicBezTo>
                    <a:pt x="63" y="34"/>
                    <a:pt x="78" y="32"/>
                    <a:pt x="93" y="32"/>
                  </a:cubicBezTo>
                  <a:cubicBezTo>
                    <a:pt x="107" y="32"/>
                    <a:pt x="122" y="32"/>
                    <a:pt x="139" y="34"/>
                  </a:cubicBezTo>
                  <a:cubicBezTo>
                    <a:pt x="154" y="34"/>
                    <a:pt x="171" y="34"/>
                    <a:pt x="185" y="3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168"/>
            <p:cNvSpPr/>
            <p:nvPr/>
          </p:nvSpPr>
          <p:spPr>
            <a:xfrm>
              <a:off x="582369" y="2470392"/>
              <a:ext cx="296399" cy="62730"/>
            </a:xfrm>
            <a:custGeom>
              <a:rect b="b" l="l" r="r" t="t"/>
              <a:pathLst>
                <a:path extrusionOk="0" h="40" w="189">
                  <a:moveTo>
                    <a:pt x="187" y="35"/>
                  </a:moveTo>
                  <a:lnTo>
                    <a:pt x="187" y="35"/>
                  </a:lnTo>
                  <a:cubicBezTo>
                    <a:pt x="173" y="37"/>
                    <a:pt x="158" y="37"/>
                    <a:pt x="141" y="37"/>
                  </a:cubicBezTo>
                  <a:cubicBezTo>
                    <a:pt x="126" y="40"/>
                    <a:pt x="112" y="40"/>
                    <a:pt x="97" y="40"/>
                  </a:cubicBezTo>
                  <a:cubicBezTo>
                    <a:pt x="80" y="40"/>
                    <a:pt x="65" y="37"/>
                    <a:pt x="48" y="37"/>
                  </a:cubicBezTo>
                  <a:cubicBezTo>
                    <a:pt x="34" y="37"/>
                    <a:pt x="19" y="37"/>
                    <a:pt x="2" y="37"/>
                  </a:cubicBezTo>
                  <a:lnTo>
                    <a:pt x="2" y="37"/>
                  </a:lnTo>
                  <a:cubicBezTo>
                    <a:pt x="2" y="35"/>
                    <a:pt x="2" y="35"/>
                    <a:pt x="2" y="35"/>
                  </a:cubicBezTo>
                  <a:cubicBezTo>
                    <a:pt x="2" y="25"/>
                    <a:pt x="0" y="1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4" y="2"/>
                    <a:pt x="63" y="0"/>
                    <a:pt x="95" y="0"/>
                  </a:cubicBezTo>
                  <a:cubicBezTo>
                    <a:pt x="124" y="0"/>
                    <a:pt x="156" y="2"/>
                    <a:pt x="185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16"/>
                    <a:pt x="187" y="27"/>
                    <a:pt x="187" y="35"/>
                  </a:cubicBezTo>
                  <a:moveTo>
                    <a:pt x="185" y="35"/>
                  </a:moveTo>
                  <a:lnTo>
                    <a:pt x="185" y="35"/>
                  </a:lnTo>
                  <a:cubicBezTo>
                    <a:pt x="185" y="25"/>
                    <a:pt x="183" y="14"/>
                    <a:pt x="183" y="4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56" y="8"/>
                    <a:pt x="124" y="8"/>
                    <a:pt x="95" y="8"/>
                  </a:cubicBezTo>
                  <a:cubicBezTo>
                    <a:pt x="63" y="8"/>
                    <a:pt x="34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4"/>
                    <a:pt x="4" y="25"/>
                    <a:pt x="4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9" y="35"/>
                    <a:pt x="34" y="33"/>
                    <a:pt x="48" y="33"/>
                  </a:cubicBezTo>
                  <a:cubicBezTo>
                    <a:pt x="63" y="33"/>
                    <a:pt x="78" y="31"/>
                    <a:pt x="93" y="31"/>
                  </a:cubicBezTo>
                  <a:cubicBezTo>
                    <a:pt x="107" y="31"/>
                    <a:pt x="122" y="33"/>
                    <a:pt x="139" y="33"/>
                  </a:cubicBezTo>
                  <a:cubicBezTo>
                    <a:pt x="154" y="33"/>
                    <a:pt x="171" y="33"/>
                    <a:pt x="185" y="3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168"/>
            <p:cNvSpPr/>
            <p:nvPr/>
          </p:nvSpPr>
          <p:spPr>
            <a:xfrm>
              <a:off x="687442" y="1289499"/>
              <a:ext cx="84685" cy="293263"/>
            </a:xfrm>
            <a:custGeom>
              <a:rect b="b" l="l" r="r" t="t"/>
              <a:pathLst>
                <a:path extrusionOk="0" h="187" w="54">
                  <a:moveTo>
                    <a:pt x="53" y="185"/>
                  </a:moveTo>
                  <a:lnTo>
                    <a:pt x="53" y="185"/>
                  </a:lnTo>
                  <a:cubicBezTo>
                    <a:pt x="36" y="187"/>
                    <a:pt x="19" y="187"/>
                    <a:pt x="3" y="187"/>
                  </a:cubicBezTo>
                  <a:lnTo>
                    <a:pt x="3" y="187"/>
                  </a:lnTo>
                  <a:cubicBezTo>
                    <a:pt x="3" y="185"/>
                    <a:pt x="3" y="185"/>
                    <a:pt x="3" y="18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24"/>
                    <a:pt x="0" y="109"/>
                    <a:pt x="3" y="95"/>
                  </a:cubicBezTo>
                  <a:cubicBezTo>
                    <a:pt x="3" y="80"/>
                    <a:pt x="3" y="63"/>
                    <a:pt x="3" y="48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3" y="2"/>
                  </a:lnTo>
                  <a:lnTo>
                    <a:pt x="3" y="2"/>
                  </a:lnTo>
                  <a:cubicBezTo>
                    <a:pt x="51" y="0"/>
                    <a:pt x="51" y="0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5" y="34"/>
                    <a:pt x="55" y="65"/>
                    <a:pt x="53" y="95"/>
                  </a:cubicBezTo>
                  <a:cubicBezTo>
                    <a:pt x="53" y="126"/>
                    <a:pt x="53" y="156"/>
                    <a:pt x="53" y="185"/>
                  </a:cubicBezTo>
                  <a:moveTo>
                    <a:pt x="51" y="185"/>
                  </a:moveTo>
                  <a:lnTo>
                    <a:pt x="51" y="185"/>
                  </a:lnTo>
                  <a:cubicBezTo>
                    <a:pt x="51" y="92"/>
                    <a:pt x="51" y="92"/>
                    <a:pt x="51" y="92"/>
                  </a:cubicBezTo>
                  <a:cubicBezTo>
                    <a:pt x="49" y="63"/>
                    <a:pt x="49" y="34"/>
                    <a:pt x="51" y="2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63"/>
                    <a:pt x="5" y="80"/>
                    <a:pt x="5" y="95"/>
                  </a:cubicBezTo>
                  <a:cubicBezTo>
                    <a:pt x="5" y="109"/>
                    <a:pt x="5" y="124"/>
                    <a:pt x="5" y="141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19" y="185"/>
                    <a:pt x="34" y="185"/>
                    <a:pt x="51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168"/>
            <p:cNvSpPr/>
            <p:nvPr/>
          </p:nvSpPr>
          <p:spPr>
            <a:xfrm>
              <a:off x="1524887" y="1074648"/>
              <a:ext cx="688462" cy="1623141"/>
            </a:xfrm>
            <a:custGeom>
              <a:rect b="b" l="l" r="r" t="t"/>
              <a:pathLst>
                <a:path extrusionOk="0" h="1035" w="439">
                  <a:moveTo>
                    <a:pt x="429" y="1028"/>
                  </a:moveTo>
                  <a:lnTo>
                    <a:pt x="429" y="1028"/>
                  </a:lnTo>
                  <a:cubicBezTo>
                    <a:pt x="221" y="1032"/>
                    <a:pt x="221" y="1032"/>
                    <a:pt x="221" y="1032"/>
                  </a:cubicBezTo>
                  <a:cubicBezTo>
                    <a:pt x="114" y="1032"/>
                    <a:pt x="114" y="1032"/>
                    <a:pt x="114" y="1032"/>
                  </a:cubicBezTo>
                  <a:cubicBezTo>
                    <a:pt x="9" y="1035"/>
                    <a:pt x="9" y="1035"/>
                    <a:pt x="9" y="1035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942"/>
                    <a:pt x="0" y="858"/>
                    <a:pt x="0" y="772"/>
                  </a:cubicBezTo>
                  <a:cubicBezTo>
                    <a:pt x="0" y="730"/>
                    <a:pt x="0" y="688"/>
                    <a:pt x="3" y="646"/>
                  </a:cubicBezTo>
                  <a:cubicBezTo>
                    <a:pt x="5" y="517"/>
                    <a:pt x="5" y="517"/>
                    <a:pt x="5" y="517"/>
                  </a:cubicBezTo>
                  <a:cubicBezTo>
                    <a:pt x="5" y="475"/>
                    <a:pt x="5" y="433"/>
                    <a:pt x="5" y="391"/>
                  </a:cubicBezTo>
                  <a:cubicBezTo>
                    <a:pt x="5" y="347"/>
                    <a:pt x="5" y="305"/>
                    <a:pt x="5" y="263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8" y="2"/>
                    <a:pt x="148" y="2"/>
                    <a:pt x="219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93"/>
                    <a:pt x="440" y="179"/>
                    <a:pt x="438" y="265"/>
                  </a:cubicBezTo>
                  <a:cubicBezTo>
                    <a:pt x="438" y="349"/>
                    <a:pt x="438" y="435"/>
                    <a:pt x="438" y="522"/>
                  </a:cubicBezTo>
                  <a:cubicBezTo>
                    <a:pt x="434" y="776"/>
                    <a:pt x="434" y="776"/>
                    <a:pt x="434" y="776"/>
                  </a:cubicBezTo>
                  <a:lnTo>
                    <a:pt x="429" y="1028"/>
                  </a:lnTo>
                  <a:moveTo>
                    <a:pt x="429" y="1026"/>
                  </a:moveTo>
                  <a:lnTo>
                    <a:pt x="429" y="1026"/>
                  </a:lnTo>
                  <a:cubicBezTo>
                    <a:pt x="425" y="770"/>
                    <a:pt x="425" y="770"/>
                    <a:pt x="425" y="770"/>
                  </a:cubicBezTo>
                  <a:cubicBezTo>
                    <a:pt x="423" y="515"/>
                    <a:pt x="423" y="515"/>
                    <a:pt x="423" y="515"/>
                  </a:cubicBezTo>
                  <a:cubicBezTo>
                    <a:pt x="421" y="429"/>
                    <a:pt x="421" y="345"/>
                    <a:pt x="421" y="261"/>
                  </a:cubicBezTo>
                  <a:cubicBezTo>
                    <a:pt x="421" y="177"/>
                    <a:pt x="421" y="93"/>
                    <a:pt x="421" y="9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219" y="15"/>
                    <a:pt x="219" y="15"/>
                    <a:pt x="219" y="15"/>
                  </a:cubicBezTo>
                  <a:cubicBezTo>
                    <a:pt x="148" y="15"/>
                    <a:pt x="78" y="13"/>
                    <a:pt x="9" y="13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1" y="305"/>
                    <a:pt x="11" y="347"/>
                    <a:pt x="11" y="391"/>
                  </a:cubicBezTo>
                  <a:cubicBezTo>
                    <a:pt x="11" y="433"/>
                    <a:pt x="11" y="475"/>
                    <a:pt x="13" y="517"/>
                  </a:cubicBezTo>
                  <a:cubicBezTo>
                    <a:pt x="13" y="646"/>
                    <a:pt x="13" y="646"/>
                    <a:pt x="13" y="646"/>
                  </a:cubicBezTo>
                  <a:cubicBezTo>
                    <a:pt x="15" y="688"/>
                    <a:pt x="15" y="730"/>
                    <a:pt x="15" y="772"/>
                  </a:cubicBezTo>
                  <a:cubicBezTo>
                    <a:pt x="15" y="858"/>
                    <a:pt x="15" y="942"/>
                    <a:pt x="15" y="1028"/>
                  </a:cubicBezTo>
                  <a:cubicBezTo>
                    <a:pt x="9" y="1020"/>
                    <a:pt x="9" y="1020"/>
                    <a:pt x="9" y="1020"/>
                  </a:cubicBezTo>
                  <a:cubicBezTo>
                    <a:pt x="112" y="1022"/>
                    <a:pt x="112" y="1022"/>
                    <a:pt x="112" y="1022"/>
                  </a:cubicBezTo>
                  <a:cubicBezTo>
                    <a:pt x="217" y="1022"/>
                    <a:pt x="217" y="1022"/>
                    <a:pt x="217" y="1022"/>
                  </a:cubicBezTo>
                  <a:lnTo>
                    <a:pt x="429" y="102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168"/>
            <p:cNvSpPr/>
            <p:nvPr/>
          </p:nvSpPr>
          <p:spPr>
            <a:xfrm>
              <a:off x="1620550" y="2205358"/>
              <a:ext cx="498703" cy="376381"/>
            </a:xfrm>
            <a:custGeom>
              <a:rect b="b" l="l" r="r" t="t"/>
              <a:pathLst>
                <a:path extrusionOk="0" h="240" w="318">
                  <a:moveTo>
                    <a:pt x="314" y="236"/>
                  </a:moveTo>
                  <a:lnTo>
                    <a:pt x="314" y="236"/>
                  </a:lnTo>
                  <a:cubicBezTo>
                    <a:pt x="236" y="238"/>
                    <a:pt x="236" y="238"/>
                    <a:pt x="236" y="238"/>
                  </a:cubicBezTo>
                  <a:cubicBezTo>
                    <a:pt x="211" y="238"/>
                    <a:pt x="186" y="238"/>
                    <a:pt x="158" y="238"/>
                  </a:cubicBezTo>
                  <a:cubicBezTo>
                    <a:pt x="133" y="238"/>
                    <a:pt x="108" y="240"/>
                    <a:pt x="80" y="240"/>
                  </a:cubicBezTo>
                  <a:cubicBezTo>
                    <a:pt x="55" y="240"/>
                    <a:pt x="30" y="238"/>
                    <a:pt x="3" y="238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196"/>
                    <a:pt x="3" y="158"/>
                    <a:pt x="3" y="120"/>
                  </a:cubicBezTo>
                  <a:cubicBezTo>
                    <a:pt x="3" y="80"/>
                    <a:pt x="0" y="42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5" y="0"/>
                    <a:pt x="106" y="0"/>
                    <a:pt x="158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23"/>
                    <a:pt x="316" y="42"/>
                    <a:pt x="316" y="63"/>
                  </a:cubicBezTo>
                  <a:cubicBezTo>
                    <a:pt x="316" y="120"/>
                    <a:pt x="316" y="120"/>
                    <a:pt x="316" y="120"/>
                  </a:cubicBezTo>
                  <a:lnTo>
                    <a:pt x="314" y="236"/>
                  </a:lnTo>
                  <a:moveTo>
                    <a:pt x="312" y="236"/>
                  </a:moveTo>
                  <a:lnTo>
                    <a:pt x="312" y="236"/>
                  </a:lnTo>
                  <a:cubicBezTo>
                    <a:pt x="309" y="118"/>
                    <a:pt x="309" y="118"/>
                    <a:pt x="309" y="118"/>
                  </a:cubicBezTo>
                  <a:cubicBezTo>
                    <a:pt x="309" y="61"/>
                    <a:pt x="309" y="61"/>
                    <a:pt x="309" y="61"/>
                  </a:cubicBezTo>
                  <a:cubicBezTo>
                    <a:pt x="309" y="42"/>
                    <a:pt x="309" y="23"/>
                    <a:pt x="309" y="5"/>
                  </a:cubicBezTo>
                  <a:cubicBezTo>
                    <a:pt x="314" y="9"/>
                    <a:pt x="314" y="9"/>
                    <a:pt x="314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06" y="7"/>
                    <a:pt x="55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2"/>
                    <a:pt x="5" y="80"/>
                    <a:pt x="5" y="120"/>
                  </a:cubicBezTo>
                  <a:cubicBezTo>
                    <a:pt x="5" y="158"/>
                    <a:pt x="5" y="196"/>
                    <a:pt x="7" y="236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28" y="232"/>
                    <a:pt x="55" y="232"/>
                    <a:pt x="80" y="232"/>
                  </a:cubicBezTo>
                  <a:cubicBezTo>
                    <a:pt x="106" y="232"/>
                    <a:pt x="131" y="232"/>
                    <a:pt x="156" y="232"/>
                  </a:cubicBezTo>
                  <a:cubicBezTo>
                    <a:pt x="234" y="234"/>
                    <a:pt x="234" y="234"/>
                    <a:pt x="234" y="234"/>
                  </a:cubicBezTo>
                  <a:lnTo>
                    <a:pt x="312" y="23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168"/>
            <p:cNvSpPr/>
            <p:nvPr/>
          </p:nvSpPr>
          <p:spPr>
            <a:xfrm>
              <a:off x="1532728" y="1408686"/>
              <a:ext cx="668075" cy="48616"/>
            </a:xfrm>
            <a:custGeom>
              <a:rect b="b" l="l" r="r" t="t"/>
              <a:pathLst>
                <a:path extrusionOk="0" h="31" w="426">
                  <a:moveTo>
                    <a:pt x="424" y="27"/>
                  </a:moveTo>
                  <a:lnTo>
                    <a:pt x="424" y="27"/>
                  </a:lnTo>
                  <a:cubicBezTo>
                    <a:pt x="391" y="29"/>
                    <a:pt x="357" y="29"/>
                    <a:pt x="321" y="29"/>
                  </a:cubicBezTo>
                  <a:cubicBezTo>
                    <a:pt x="286" y="29"/>
                    <a:pt x="250" y="31"/>
                    <a:pt x="216" y="31"/>
                  </a:cubicBezTo>
                  <a:cubicBezTo>
                    <a:pt x="181" y="29"/>
                    <a:pt x="145" y="29"/>
                    <a:pt x="109" y="29"/>
                  </a:cubicBezTo>
                  <a:cubicBezTo>
                    <a:pt x="73" y="27"/>
                    <a:pt x="37" y="29"/>
                    <a:pt x="4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7" y="0"/>
                    <a:pt x="73" y="0"/>
                    <a:pt x="109" y="0"/>
                  </a:cubicBezTo>
                  <a:cubicBezTo>
                    <a:pt x="143" y="0"/>
                    <a:pt x="178" y="0"/>
                    <a:pt x="214" y="0"/>
                  </a:cubicBezTo>
                  <a:cubicBezTo>
                    <a:pt x="250" y="0"/>
                    <a:pt x="284" y="0"/>
                    <a:pt x="319" y="0"/>
                  </a:cubicBezTo>
                  <a:cubicBezTo>
                    <a:pt x="355" y="0"/>
                    <a:pt x="389" y="2"/>
                    <a:pt x="424" y="2"/>
                  </a:cubicBezTo>
                  <a:cubicBezTo>
                    <a:pt x="426" y="2"/>
                    <a:pt x="426" y="2"/>
                    <a:pt x="426" y="2"/>
                  </a:cubicBezTo>
                  <a:cubicBezTo>
                    <a:pt x="426" y="4"/>
                    <a:pt x="426" y="4"/>
                    <a:pt x="426" y="4"/>
                  </a:cubicBezTo>
                  <a:lnTo>
                    <a:pt x="424" y="27"/>
                  </a:lnTo>
                  <a:moveTo>
                    <a:pt x="424" y="27"/>
                  </a:moveTo>
                  <a:lnTo>
                    <a:pt x="424" y="27"/>
                  </a:lnTo>
                  <a:cubicBezTo>
                    <a:pt x="424" y="4"/>
                    <a:pt x="424" y="4"/>
                    <a:pt x="424" y="4"/>
                  </a:cubicBezTo>
                  <a:lnTo>
                    <a:pt x="424" y="4"/>
                  </a:lnTo>
                  <a:cubicBezTo>
                    <a:pt x="389" y="6"/>
                    <a:pt x="355" y="6"/>
                    <a:pt x="319" y="8"/>
                  </a:cubicBezTo>
                  <a:cubicBezTo>
                    <a:pt x="284" y="8"/>
                    <a:pt x="250" y="8"/>
                    <a:pt x="214" y="8"/>
                  </a:cubicBezTo>
                  <a:cubicBezTo>
                    <a:pt x="178" y="8"/>
                    <a:pt x="143" y="8"/>
                    <a:pt x="109" y="8"/>
                  </a:cubicBezTo>
                  <a:cubicBezTo>
                    <a:pt x="73" y="8"/>
                    <a:pt x="37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37" y="25"/>
                    <a:pt x="73" y="25"/>
                    <a:pt x="109" y="25"/>
                  </a:cubicBezTo>
                  <a:cubicBezTo>
                    <a:pt x="143" y="25"/>
                    <a:pt x="178" y="23"/>
                    <a:pt x="212" y="23"/>
                  </a:cubicBezTo>
                  <a:cubicBezTo>
                    <a:pt x="248" y="23"/>
                    <a:pt x="281" y="25"/>
                    <a:pt x="317" y="25"/>
                  </a:cubicBezTo>
                  <a:cubicBezTo>
                    <a:pt x="353" y="25"/>
                    <a:pt x="389" y="25"/>
                    <a:pt x="424" y="2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168"/>
            <p:cNvSpPr/>
            <p:nvPr/>
          </p:nvSpPr>
          <p:spPr>
            <a:xfrm>
              <a:off x="1532728" y="2056374"/>
              <a:ext cx="668075" cy="47048"/>
            </a:xfrm>
            <a:custGeom>
              <a:rect b="b" l="l" r="r" t="t"/>
              <a:pathLst>
                <a:path extrusionOk="0" h="30" w="426">
                  <a:moveTo>
                    <a:pt x="424" y="28"/>
                  </a:moveTo>
                  <a:lnTo>
                    <a:pt x="424" y="28"/>
                  </a:lnTo>
                  <a:cubicBezTo>
                    <a:pt x="391" y="28"/>
                    <a:pt x="357" y="30"/>
                    <a:pt x="321" y="30"/>
                  </a:cubicBezTo>
                  <a:cubicBezTo>
                    <a:pt x="286" y="30"/>
                    <a:pt x="250" y="30"/>
                    <a:pt x="216" y="30"/>
                  </a:cubicBezTo>
                  <a:cubicBezTo>
                    <a:pt x="181" y="30"/>
                    <a:pt x="145" y="30"/>
                    <a:pt x="109" y="28"/>
                  </a:cubicBezTo>
                  <a:cubicBezTo>
                    <a:pt x="73" y="28"/>
                    <a:pt x="37" y="28"/>
                    <a:pt x="4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7" y="1"/>
                    <a:pt x="73" y="1"/>
                    <a:pt x="109" y="1"/>
                  </a:cubicBezTo>
                  <a:cubicBezTo>
                    <a:pt x="143" y="1"/>
                    <a:pt x="178" y="-1"/>
                    <a:pt x="214" y="1"/>
                  </a:cubicBezTo>
                  <a:cubicBezTo>
                    <a:pt x="250" y="1"/>
                    <a:pt x="284" y="1"/>
                    <a:pt x="319" y="1"/>
                  </a:cubicBezTo>
                  <a:cubicBezTo>
                    <a:pt x="355" y="1"/>
                    <a:pt x="389" y="3"/>
                    <a:pt x="424" y="3"/>
                  </a:cubicBezTo>
                  <a:cubicBezTo>
                    <a:pt x="426" y="3"/>
                    <a:pt x="426" y="3"/>
                    <a:pt x="426" y="3"/>
                  </a:cubicBezTo>
                  <a:cubicBezTo>
                    <a:pt x="426" y="5"/>
                    <a:pt x="426" y="5"/>
                    <a:pt x="426" y="5"/>
                  </a:cubicBezTo>
                  <a:lnTo>
                    <a:pt x="424" y="28"/>
                  </a:lnTo>
                  <a:moveTo>
                    <a:pt x="424" y="28"/>
                  </a:moveTo>
                  <a:lnTo>
                    <a:pt x="424" y="28"/>
                  </a:lnTo>
                  <a:cubicBezTo>
                    <a:pt x="424" y="5"/>
                    <a:pt x="424" y="5"/>
                    <a:pt x="424" y="5"/>
                  </a:cubicBezTo>
                  <a:lnTo>
                    <a:pt x="424" y="5"/>
                  </a:lnTo>
                  <a:cubicBezTo>
                    <a:pt x="389" y="7"/>
                    <a:pt x="355" y="7"/>
                    <a:pt x="319" y="7"/>
                  </a:cubicBezTo>
                  <a:cubicBezTo>
                    <a:pt x="284" y="9"/>
                    <a:pt x="250" y="9"/>
                    <a:pt x="214" y="9"/>
                  </a:cubicBezTo>
                  <a:cubicBezTo>
                    <a:pt x="178" y="9"/>
                    <a:pt x="143" y="9"/>
                    <a:pt x="109" y="9"/>
                  </a:cubicBezTo>
                  <a:cubicBezTo>
                    <a:pt x="73" y="7"/>
                    <a:pt x="37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7" y="26"/>
                    <a:pt x="73" y="26"/>
                    <a:pt x="109" y="26"/>
                  </a:cubicBezTo>
                  <a:cubicBezTo>
                    <a:pt x="143" y="26"/>
                    <a:pt x="178" y="24"/>
                    <a:pt x="212" y="24"/>
                  </a:cubicBezTo>
                  <a:cubicBezTo>
                    <a:pt x="248" y="24"/>
                    <a:pt x="281" y="24"/>
                    <a:pt x="317" y="24"/>
                  </a:cubicBezTo>
                  <a:cubicBezTo>
                    <a:pt x="353" y="26"/>
                    <a:pt x="389" y="26"/>
                    <a:pt x="424" y="2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168"/>
            <p:cNvSpPr/>
            <p:nvPr/>
          </p:nvSpPr>
          <p:spPr>
            <a:xfrm>
              <a:off x="2205507" y="1170312"/>
              <a:ext cx="368539" cy="1516500"/>
            </a:xfrm>
            <a:custGeom>
              <a:rect b="b" l="l" r="r" t="t"/>
              <a:pathLst>
                <a:path extrusionOk="0" h="967" w="235">
                  <a:moveTo>
                    <a:pt x="235" y="948"/>
                  </a:moveTo>
                  <a:lnTo>
                    <a:pt x="235" y="948"/>
                  </a:lnTo>
                  <a:cubicBezTo>
                    <a:pt x="166" y="959"/>
                    <a:pt x="166" y="959"/>
                    <a:pt x="166" y="959"/>
                  </a:cubicBezTo>
                  <a:cubicBezTo>
                    <a:pt x="143" y="961"/>
                    <a:pt x="120" y="963"/>
                    <a:pt x="94" y="967"/>
                  </a:cubicBezTo>
                  <a:cubicBezTo>
                    <a:pt x="90" y="967"/>
                    <a:pt x="90" y="967"/>
                    <a:pt x="90" y="967"/>
                  </a:cubicBezTo>
                  <a:cubicBezTo>
                    <a:pt x="90" y="963"/>
                    <a:pt x="90" y="963"/>
                    <a:pt x="90" y="963"/>
                  </a:cubicBezTo>
                  <a:cubicBezTo>
                    <a:pt x="77" y="845"/>
                    <a:pt x="77" y="845"/>
                    <a:pt x="77" y="845"/>
                  </a:cubicBezTo>
                  <a:cubicBezTo>
                    <a:pt x="65" y="728"/>
                    <a:pt x="65" y="728"/>
                    <a:pt x="65" y="728"/>
                  </a:cubicBezTo>
                  <a:cubicBezTo>
                    <a:pt x="59" y="669"/>
                    <a:pt x="59" y="669"/>
                    <a:pt x="59" y="669"/>
                  </a:cubicBezTo>
                  <a:cubicBezTo>
                    <a:pt x="54" y="610"/>
                    <a:pt x="54" y="610"/>
                    <a:pt x="54" y="610"/>
                  </a:cubicBezTo>
                  <a:cubicBezTo>
                    <a:pt x="48" y="551"/>
                    <a:pt x="48" y="551"/>
                    <a:pt x="48" y="551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33" y="374"/>
                    <a:pt x="33" y="374"/>
                    <a:pt x="33" y="374"/>
                  </a:cubicBezTo>
                  <a:cubicBezTo>
                    <a:pt x="31" y="334"/>
                    <a:pt x="27" y="297"/>
                    <a:pt x="25" y="257"/>
                  </a:cubicBezTo>
                  <a:cubicBezTo>
                    <a:pt x="16" y="179"/>
                    <a:pt x="8" y="99"/>
                    <a:pt x="0" y="2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60" y="86"/>
                    <a:pt x="168" y="164"/>
                    <a:pt x="176" y="244"/>
                  </a:cubicBezTo>
                  <a:cubicBezTo>
                    <a:pt x="185" y="322"/>
                    <a:pt x="191" y="402"/>
                    <a:pt x="197" y="480"/>
                  </a:cubicBezTo>
                  <a:cubicBezTo>
                    <a:pt x="206" y="559"/>
                    <a:pt x="212" y="637"/>
                    <a:pt x="218" y="717"/>
                  </a:cubicBezTo>
                  <a:lnTo>
                    <a:pt x="235" y="948"/>
                  </a:lnTo>
                  <a:moveTo>
                    <a:pt x="235" y="948"/>
                  </a:moveTo>
                  <a:lnTo>
                    <a:pt x="235" y="948"/>
                  </a:lnTo>
                  <a:cubicBezTo>
                    <a:pt x="208" y="711"/>
                    <a:pt x="208" y="711"/>
                    <a:pt x="208" y="711"/>
                  </a:cubicBezTo>
                  <a:cubicBezTo>
                    <a:pt x="199" y="631"/>
                    <a:pt x="189" y="553"/>
                    <a:pt x="183" y="475"/>
                  </a:cubicBezTo>
                  <a:cubicBezTo>
                    <a:pt x="174" y="398"/>
                    <a:pt x="166" y="320"/>
                    <a:pt x="160" y="242"/>
                  </a:cubicBezTo>
                  <a:cubicBezTo>
                    <a:pt x="151" y="164"/>
                    <a:pt x="145" y="86"/>
                    <a:pt x="138" y="9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4" y="99"/>
                    <a:pt x="21" y="177"/>
                    <a:pt x="29" y="257"/>
                  </a:cubicBezTo>
                  <a:cubicBezTo>
                    <a:pt x="33" y="294"/>
                    <a:pt x="37" y="334"/>
                    <a:pt x="42" y="374"/>
                  </a:cubicBezTo>
                  <a:cubicBezTo>
                    <a:pt x="54" y="490"/>
                    <a:pt x="54" y="490"/>
                    <a:pt x="54" y="490"/>
                  </a:cubicBezTo>
                  <a:cubicBezTo>
                    <a:pt x="63" y="549"/>
                    <a:pt x="63" y="549"/>
                    <a:pt x="63" y="549"/>
                  </a:cubicBezTo>
                  <a:cubicBezTo>
                    <a:pt x="67" y="608"/>
                    <a:pt x="67" y="608"/>
                    <a:pt x="67" y="608"/>
                  </a:cubicBezTo>
                  <a:cubicBezTo>
                    <a:pt x="73" y="667"/>
                    <a:pt x="73" y="667"/>
                    <a:pt x="73" y="667"/>
                  </a:cubicBezTo>
                  <a:cubicBezTo>
                    <a:pt x="80" y="726"/>
                    <a:pt x="80" y="726"/>
                    <a:pt x="80" y="726"/>
                  </a:cubicBezTo>
                  <a:cubicBezTo>
                    <a:pt x="90" y="843"/>
                    <a:pt x="90" y="843"/>
                    <a:pt x="90" y="843"/>
                  </a:cubicBezTo>
                  <a:cubicBezTo>
                    <a:pt x="98" y="961"/>
                    <a:pt x="98" y="961"/>
                    <a:pt x="98" y="961"/>
                  </a:cubicBezTo>
                  <a:cubicBezTo>
                    <a:pt x="94" y="957"/>
                    <a:pt x="94" y="957"/>
                    <a:pt x="94" y="957"/>
                  </a:cubicBezTo>
                  <a:cubicBezTo>
                    <a:pt x="117" y="957"/>
                    <a:pt x="141" y="955"/>
                    <a:pt x="164" y="953"/>
                  </a:cubicBezTo>
                  <a:lnTo>
                    <a:pt x="235" y="94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168"/>
            <p:cNvSpPr/>
            <p:nvPr/>
          </p:nvSpPr>
          <p:spPr>
            <a:xfrm>
              <a:off x="2313716" y="2228882"/>
              <a:ext cx="247783" cy="304241"/>
            </a:xfrm>
            <a:custGeom>
              <a:rect b="b" l="l" r="r" t="t"/>
              <a:pathLst>
                <a:path extrusionOk="0" h="194" w="158">
                  <a:moveTo>
                    <a:pt x="158" y="177"/>
                  </a:moveTo>
                  <a:lnTo>
                    <a:pt x="158" y="177"/>
                  </a:lnTo>
                  <a:cubicBezTo>
                    <a:pt x="137" y="179"/>
                    <a:pt x="114" y="183"/>
                    <a:pt x="91" y="185"/>
                  </a:cubicBezTo>
                  <a:cubicBezTo>
                    <a:pt x="67" y="189"/>
                    <a:pt x="44" y="191"/>
                    <a:pt x="21" y="194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3" y="162"/>
                    <a:pt x="13" y="133"/>
                    <a:pt x="11" y="105"/>
                  </a:cubicBezTo>
                  <a:cubicBezTo>
                    <a:pt x="8" y="76"/>
                    <a:pt x="4" y="48"/>
                    <a:pt x="0" y="1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5" y="13"/>
                    <a:pt x="48" y="11"/>
                    <a:pt x="72" y="8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7" y="34"/>
                    <a:pt x="149" y="63"/>
                    <a:pt x="151" y="91"/>
                  </a:cubicBezTo>
                  <a:cubicBezTo>
                    <a:pt x="155" y="135"/>
                    <a:pt x="155" y="135"/>
                    <a:pt x="155" y="135"/>
                  </a:cubicBezTo>
                  <a:lnTo>
                    <a:pt x="158" y="177"/>
                  </a:lnTo>
                  <a:moveTo>
                    <a:pt x="158" y="175"/>
                  </a:moveTo>
                  <a:lnTo>
                    <a:pt x="158" y="175"/>
                  </a:lnTo>
                  <a:cubicBezTo>
                    <a:pt x="151" y="133"/>
                    <a:pt x="151" y="133"/>
                    <a:pt x="151" y="133"/>
                  </a:cubicBezTo>
                  <a:cubicBezTo>
                    <a:pt x="145" y="91"/>
                    <a:pt x="145" y="91"/>
                    <a:pt x="145" y="91"/>
                  </a:cubicBezTo>
                  <a:cubicBezTo>
                    <a:pt x="141" y="61"/>
                    <a:pt x="139" y="34"/>
                    <a:pt x="135" y="6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48" y="17"/>
                    <a:pt x="25" y="19"/>
                    <a:pt x="2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46"/>
                    <a:pt x="11" y="76"/>
                    <a:pt x="13" y="105"/>
                  </a:cubicBezTo>
                  <a:cubicBezTo>
                    <a:pt x="17" y="133"/>
                    <a:pt x="21" y="162"/>
                    <a:pt x="23" y="189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42" y="183"/>
                    <a:pt x="65" y="183"/>
                    <a:pt x="86" y="181"/>
                  </a:cubicBezTo>
                  <a:cubicBezTo>
                    <a:pt x="109" y="179"/>
                    <a:pt x="132" y="177"/>
                    <a:pt x="158" y="17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4825" lIns="90000" spcFirstLastPara="1" rIns="90000" wrap="square" tIns="248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168"/>
            <p:cNvSpPr/>
            <p:nvPr/>
          </p:nvSpPr>
          <p:spPr>
            <a:xfrm>
              <a:off x="2323126" y="2264951"/>
              <a:ext cx="23524" cy="254057"/>
            </a:xfrm>
            <a:custGeom>
              <a:rect b="b" l="l" r="r" t="t"/>
              <a:pathLst>
                <a:path extrusionOk="0" fill="none" h="162" w="15">
                  <a:moveTo>
                    <a:pt x="0" y="0"/>
                  </a:moveTo>
                  <a:lnTo>
                    <a:pt x="0" y="0"/>
                  </a:lnTo>
                  <a:cubicBezTo>
                    <a:pt x="5" y="55"/>
                    <a:pt x="9" y="110"/>
                    <a:pt x="15" y="16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12600" lIns="90700" spcFirstLastPara="1" rIns="90700" wrap="square" tIns="12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168"/>
            <p:cNvSpPr/>
            <p:nvPr/>
          </p:nvSpPr>
          <p:spPr>
            <a:xfrm>
              <a:off x="2227463" y="1331842"/>
              <a:ext cx="221123" cy="62730"/>
            </a:xfrm>
            <a:custGeom>
              <a:rect b="b" l="l" r="r" t="t"/>
              <a:pathLst>
                <a:path extrusionOk="0" h="40" w="141">
                  <a:moveTo>
                    <a:pt x="141" y="25"/>
                  </a:moveTo>
                  <a:lnTo>
                    <a:pt x="141" y="25"/>
                  </a:lnTo>
                  <a:cubicBezTo>
                    <a:pt x="131" y="28"/>
                    <a:pt x="120" y="28"/>
                    <a:pt x="110" y="30"/>
                  </a:cubicBezTo>
                  <a:cubicBezTo>
                    <a:pt x="97" y="32"/>
                    <a:pt x="87" y="34"/>
                    <a:pt x="74" y="34"/>
                  </a:cubicBezTo>
                  <a:cubicBezTo>
                    <a:pt x="63" y="36"/>
                    <a:pt x="51" y="36"/>
                    <a:pt x="38" y="36"/>
                  </a:cubicBezTo>
                  <a:cubicBezTo>
                    <a:pt x="28" y="38"/>
                    <a:pt x="15" y="38"/>
                    <a:pt x="5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2"/>
                    <a:pt x="0" y="23"/>
                    <a:pt x="0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3" y="9"/>
                    <a:pt x="47" y="7"/>
                    <a:pt x="70" y="4"/>
                  </a:cubicBezTo>
                  <a:cubicBezTo>
                    <a:pt x="80" y="2"/>
                    <a:pt x="93" y="2"/>
                    <a:pt x="103" y="2"/>
                  </a:cubicBezTo>
                  <a:cubicBezTo>
                    <a:pt x="116" y="0"/>
                    <a:pt x="127" y="0"/>
                    <a:pt x="139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9"/>
                    <a:pt x="141" y="17"/>
                    <a:pt x="141" y="25"/>
                  </a:cubicBezTo>
                  <a:moveTo>
                    <a:pt x="141" y="23"/>
                  </a:moveTo>
                  <a:lnTo>
                    <a:pt x="141" y="23"/>
                  </a:lnTo>
                  <a:cubicBezTo>
                    <a:pt x="139" y="15"/>
                    <a:pt x="137" y="9"/>
                    <a:pt x="137" y="2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29" y="7"/>
                    <a:pt x="116" y="9"/>
                    <a:pt x="106" y="9"/>
                  </a:cubicBezTo>
                  <a:cubicBezTo>
                    <a:pt x="93" y="11"/>
                    <a:pt x="82" y="13"/>
                    <a:pt x="72" y="13"/>
                  </a:cubicBezTo>
                  <a:cubicBezTo>
                    <a:pt x="49" y="15"/>
                    <a:pt x="26" y="17"/>
                    <a:pt x="2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23"/>
                    <a:pt x="5" y="30"/>
                    <a:pt x="7" y="38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15" y="36"/>
                    <a:pt x="28" y="34"/>
                    <a:pt x="38" y="32"/>
                  </a:cubicBezTo>
                  <a:cubicBezTo>
                    <a:pt x="49" y="32"/>
                    <a:pt x="59" y="30"/>
                    <a:pt x="72" y="28"/>
                  </a:cubicBezTo>
                  <a:cubicBezTo>
                    <a:pt x="82" y="28"/>
                    <a:pt x="93" y="25"/>
                    <a:pt x="106" y="25"/>
                  </a:cubicBezTo>
                  <a:cubicBezTo>
                    <a:pt x="116" y="25"/>
                    <a:pt x="129" y="23"/>
                    <a:pt x="141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168"/>
            <p:cNvSpPr/>
            <p:nvPr/>
          </p:nvSpPr>
          <p:spPr>
            <a:xfrm>
              <a:off x="427112" y="2818544"/>
              <a:ext cx="307377" cy="310514"/>
            </a:xfrm>
            <a:custGeom>
              <a:rect b="b" l="l" r="r" t="t"/>
              <a:pathLst>
                <a:path extrusionOk="0" h="198" w="196">
                  <a:moveTo>
                    <a:pt x="192" y="196"/>
                  </a:moveTo>
                  <a:lnTo>
                    <a:pt x="192" y="196"/>
                  </a:lnTo>
                  <a:cubicBezTo>
                    <a:pt x="162" y="196"/>
                    <a:pt x="131" y="196"/>
                    <a:pt x="99" y="198"/>
                  </a:cubicBezTo>
                  <a:cubicBezTo>
                    <a:pt x="51" y="198"/>
                    <a:pt x="51" y="198"/>
                    <a:pt x="51" y="198"/>
                  </a:cubicBezTo>
                  <a:cubicBezTo>
                    <a:pt x="36" y="198"/>
                    <a:pt x="19" y="198"/>
                    <a:pt x="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3" y="131"/>
                    <a:pt x="3" y="99"/>
                  </a:cubicBezTo>
                  <a:cubicBezTo>
                    <a:pt x="3" y="85"/>
                    <a:pt x="3" y="68"/>
                    <a:pt x="3" y="51"/>
                  </a:cubicBezTo>
                  <a:cubicBezTo>
                    <a:pt x="3" y="36"/>
                    <a:pt x="3" y="19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6" y="0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2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36"/>
                    <a:pt x="196" y="68"/>
                    <a:pt x="196" y="101"/>
                  </a:cubicBezTo>
                  <a:lnTo>
                    <a:pt x="192" y="196"/>
                  </a:lnTo>
                  <a:moveTo>
                    <a:pt x="192" y="194"/>
                  </a:moveTo>
                  <a:lnTo>
                    <a:pt x="192" y="194"/>
                  </a:lnTo>
                  <a:cubicBezTo>
                    <a:pt x="190" y="97"/>
                    <a:pt x="190" y="97"/>
                    <a:pt x="190" y="97"/>
                  </a:cubicBezTo>
                  <a:cubicBezTo>
                    <a:pt x="190" y="66"/>
                    <a:pt x="187" y="36"/>
                    <a:pt x="187" y="5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77" y="9"/>
                    <a:pt x="160" y="9"/>
                    <a:pt x="145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65" y="7"/>
                    <a:pt x="36" y="7"/>
                    <a:pt x="5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19"/>
                    <a:pt x="5" y="36"/>
                    <a:pt x="5" y="51"/>
                  </a:cubicBezTo>
                  <a:cubicBezTo>
                    <a:pt x="5" y="68"/>
                    <a:pt x="5" y="85"/>
                    <a:pt x="5" y="99"/>
                  </a:cubicBezTo>
                  <a:cubicBezTo>
                    <a:pt x="5" y="131"/>
                    <a:pt x="7" y="162"/>
                    <a:pt x="7" y="194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19" y="192"/>
                    <a:pt x="34" y="192"/>
                    <a:pt x="51" y="192"/>
                  </a:cubicBezTo>
                  <a:cubicBezTo>
                    <a:pt x="97" y="192"/>
                    <a:pt x="97" y="192"/>
                    <a:pt x="97" y="192"/>
                  </a:cubicBezTo>
                  <a:cubicBezTo>
                    <a:pt x="129" y="192"/>
                    <a:pt x="160" y="194"/>
                    <a:pt x="192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168"/>
            <p:cNvSpPr/>
            <p:nvPr/>
          </p:nvSpPr>
          <p:spPr>
            <a:xfrm>
              <a:off x="474160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8" y="23"/>
                    <a:pt x="8" y="46"/>
                    <a:pt x="8" y="71"/>
                  </a:cubicBezTo>
                  <a:cubicBezTo>
                    <a:pt x="8" y="94"/>
                    <a:pt x="8" y="120"/>
                    <a:pt x="4" y="143"/>
                  </a:cubicBezTo>
                  <a:cubicBezTo>
                    <a:pt x="2" y="120"/>
                    <a:pt x="0" y="94"/>
                    <a:pt x="0" y="71"/>
                  </a:cubicBezTo>
                  <a:cubicBezTo>
                    <a:pt x="0" y="46"/>
                    <a:pt x="2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168"/>
            <p:cNvSpPr/>
            <p:nvPr/>
          </p:nvSpPr>
          <p:spPr>
            <a:xfrm>
              <a:off x="503956" y="2826386"/>
              <a:ext cx="12546" cy="147416"/>
            </a:xfrm>
            <a:custGeom>
              <a:rect b="b" l="l" r="r" t="t"/>
              <a:pathLst>
                <a:path extrusionOk="0" h="94" w="8">
                  <a:moveTo>
                    <a:pt x="4" y="0"/>
                  </a:moveTo>
                  <a:lnTo>
                    <a:pt x="4" y="0"/>
                  </a:lnTo>
                  <a:cubicBezTo>
                    <a:pt x="6" y="14"/>
                    <a:pt x="8" y="31"/>
                    <a:pt x="8" y="46"/>
                  </a:cubicBezTo>
                  <a:cubicBezTo>
                    <a:pt x="8" y="63"/>
                    <a:pt x="6" y="80"/>
                    <a:pt x="4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168"/>
            <p:cNvSpPr/>
            <p:nvPr/>
          </p:nvSpPr>
          <p:spPr>
            <a:xfrm>
              <a:off x="641962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4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168"/>
            <p:cNvSpPr/>
            <p:nvPr/>
          </p:nvSpPr>
          <p:spPr>
            <a:xfrm>
              <a:off x="566686" y="2954982"/>
              <a:ext cx="12546" cy="120755"/>
            </a:xfrm>
            <a:custGeom>
              <a:rect b="b" l="l" r="r" t="t"/>
              <a:pathLst>
                <a:path extrusionOk="0" h="77" w="8">
                  <a:moveTo>
                    <a:pt x="4" y="0"/>
                  </a:moveTo>
                  <a:lnTo>
                    <a:pt x="4" y="0"/>
                  </a:lnTo>
                  <a:cubicBezTo>
                    <a:pt x="8" y="12"/>
                    <a:pt x="8" y="27"/>
                    <a:pt x="8" y="40"/>
                  </a:cubicBezTo>
                  <a:cubicBezTo>
                    <a:pt x="8" y="52"/>
                    <a:pt x="8" y="65"/>
                    <a:pt x="4" y="77"/>
                  </a:cubicBezTo>
                  <a:cubicBezTo>
                    <a:pt x="2" y="65"/>
                    <a:pt x="0" y="52"/>
                    <a:pt x="0" y="40"/>
                  </a:cubicBezTo>
                  <a:cubicBezTo>
                    <a:pt x="0" y="27"/>
                    <a:pt x="2" y="12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168"/>
            <p:cNvSpPr/>
            <p:nvPr/>
          </p:nvSpPr>
          <p:spPr>
            <a:xfrm>
              <a:off x="7989212" y="28185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168"/>
            <p:cNvSpPr/>
            <p:nvPr/>
          </p:nvSpPr>
          <p:spPr>
            <a:xfrm>
              <a:off x="8064488" y="28263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168"/>
            <p:cNvSpPr/>
            <p:nvPr/>
          </p:nvSpPr>
          <p:spPr>
            <a:xfrm>
              <a:off x="8094285" y="28263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168"/>
            <p:cNvSpPr/>
            <p:nvPr/>
          </p:nvSpPr>
          <p:spPr>
            <a:xfrm>
              <a:off x="8232291" y="28263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168"/>
            <p:cNvSpPr/>
            <p:nvPr/>
          </p:nvSpPr>
          <p:spPr>
            <a:xfrm>
              <a:off x="8169561" y="28781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168"/>
            <p:cNvSpPr/>
            <p:nvPr/>
          </p:nvSpPr>
          <p:spPr>
            <a:xfrm>
              <a:off x="5253" y="2671129"/>
              <a:ext cx="8705356" cy="164667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168"/>
            <p:cNvSpPr/>
            <p:nvPr/>
          </p:nvSpPr>
          <p:spPr>
            <a:xfrm>
              <a:off x="11526" y="2719744"/>
              <a:ext cx="1800351" cy="10978"/>
            </a:xfrm>
            <a:custGeom>
              <a:rect b="b" l="l" r="r" t="t"/>
              <a:pathLst>
                <a:path extrusionOk="0" h="7" w="1148">
                  <a:moveTo>
                    <a:pt x="0" y="2"/>
                  </a:moveTo>
                  <a:lnTo>
                    <a:pt x="0" y="2"/>
                  </a:lnTo>
                  <a:cubicBezTo>
                    <a:pt x="97" y="0"/>
                    <a:pt x="192" y="0"/>
                    <a:pt x="288" y="0"/>
                  </a:cubicBezTo>
                  <a:cubicBezTo>
                    <a:pt x="337" y="0"/>
                    <a:pt x="383" y="2"/>
                    <a:pt x="431" y="2"/>
                  </a:cubicBezTo>
                  <a:cubicBezTo>
                    <a:pt x="480" y="2"/>
                    <a:pt x="526" y="2"/>
                    <a:pt x="575" y="2"/>
                  </a:cubicBezTo>
                  <a:cubicBezTo>
                    <a:pt x="671" y="0"/>
                    <a:pt x="766" y="0"/>
                    <a:pt x="863" y="0"/>
                  </a:cubicBezTo>
                  <a:cubicBezTo>
                    <a:pt x="909" y="0"/>
                    <a:pt x="957" y="0"/>
                    <a:pt x="1005" y="0"/>
                  </a:cubicBezTo>
                  <a:cubicBezTo>
                    <a:pt x="1054" y="2"/>
                    <a:pt x="1100" y="2"/>
                    <a:pt x="1148" y="2"/>
                  </a:cubicBezTo>
                  <a:cubicBezTo>
                    <a:pt x="1148" y="5"/>
                    <a:pt x="1148" y="5"/>
                    <a:pt x="1148" y="5"/>
                  </a:cubicBezTo>
                  <a:cubicBezTo>
                    <a:pt x="1100" y="5"/>
                    <a:pt x="1054" y="5"/>
                    <a:pt x="1005" y="7"/>
                  </a:cubicBezTo>
                  <a:cubicBezTo>
                    <a:pt x="957" y="7"/>
                    <a:pt x="909" y="7"/>
                    <a:pt x="863" y="7"/>
                  </a:cubicBezTo>
                  <a:cubicBezTo>
                    <a:pt x="766" y="7"/>
                    <a:pt x="671" y="7"/>
                    <a:pt x="575" y="5"/>
                  </a:cubicBezTo>
                  <a:cubicBezTo>
                    <a:pt x="526" y="5"/>
                    <a:pt x="480" y="5"/>
                    <a:pt x="431" y="5"/>
                  </a:cubicBezTo>
                  <a:cubicBezTo>
                    <a:pt x="383" y="5"/>
                    <a:pt x="337" y="7"/>
                    <a:pt x="288" y="7"/>
                  </a:cubicBezTo>
                  <a:cubicBezTo>
                    <a:pt x="192" y="7"/>
                    <a:pt x="97" y="7"/>
                    <a:pt x="0" y="5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168"/>
            <p:cNvSpPr/>
            <p:nvPr/>
          </p:nvSpPr>
          <p:spPr>
            <a:xfrm>
              <a:off x="6903983" y="27495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168"/>
            <p:cNvSpPr/>
            <p:nvPr/>
          </p:nvSpPr>
          <p:spPr>
            <a:xfrm>
              <a:off x="671759" y="2746405"/>
              <a:ext cx="953496" cy="10978"/>
            </a:xfrm>
            <a:custGeom>
              <a:rect b="b" l="l" r="r" t="t"/>
              <a:pathLst>
                <a:path extrusionOk="0" h="7" w="608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4" y="2"/>
                  </a:cubicBezTo>
                  <a:cubicBezTo>
                    <a:pt x="179" y="2"/>
                    <a:pt x="204" y="2"/>
                    <a:pt x="229" y="2"/>
                  </a:cubicBezTo>
                  <a:cubicBezTo>
                    <a:pt x="254" y="4"/>
                    <a:pt x="280" y="2"/>
                    <a:pt x="305" y="2"/>
                  </a:cubicBezTo>
                  <a:cubicBezTo>
                    <a:pt x="355" y="2"/>
                    <a:pt x="406" y="0"/>
                    <a:pt x="456" y="0"/>
                  </a:cubicBezTo>
                  <a:cubicBezTo>
                    <a:pt x="507" y="0"/>
                    <a:pt x="557" y="2"/>
                    <a:pt x="608" y="4"/>
                  </a:cubicBezTo>
                  <a:lnTo>
                    <a:pt x="608" y="4"/>
                  </a:lnTo>
                  <a:cubicBezTo>
                    <a:pt x="557" y="6"/>
                    <a:pt x="507" y="6"/>
                    <a:pt x="456" y="6"/>
                  </a:cubicBezTo>
                  <a:cubicBezTo>
                    <a:pt x="406" y="9"/>
                    <a:pt x="355" y="6"/>
                    <a:pt x="305" y="6"/>
                  </a:cubicBezTo>
                  <a:cubicBezTo>
                    <a:pt x="280" y="6"/>
                    <a:pt x="254" y="4"/>
                    <a:pt x="229" y="4"/>
                  </a:cubicBezTo>
                  <a:cubicBezTo>
                    <a:pt x="204" y="6"/>
                    <a:pt x="179" y="6"/>
                    <a:pt x="154" y="6"/>
                  </a:cubicBezTo>
                  <a:cubicBezTo>
                    <a:pt x="101" y="6"/>
                    <a:pt x="50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168"/>
            <p:cNvSpPr/>
            <p:nvPr/>
          </p:nvSpPr>
          <p:spPr>
            <a:xfrm>
              <a:off x="2702642" y="2769929"/>
              <a:ext cx="953496" cy="12546"/>
            </a:xfrm>
            <a:custGeom>
              <a:rect b="b" l="l" r="r" t="t"/>
              <a:pathLst>
                <a:path extrusionOk="0" h="8" w="608">
                  <a:moveTo>
                    <a:pt x="0" y="4"/>
                  </a:moveTo>
                  <a:lnTo>
                    <a:pt x="0" y="4"/>
                  </a:lnTo>
                  <a:cubicBezTo>
                    <a:pt x="51" y="0"/>
                    <a:pt x="101" y="0"/>
                    <a:pt x="152" y="0"/>
                  </a:cubicBezTo>
                  <a:cubicBezTo>
                    <a:pt x="177" y="2"/>
                    <a:pt x="202" y="2"/>
                    <a:pt x="227" y="2"/>
                  </a:cubicBezTo>
                  <a:cubicBezTo>
                    <a:pt x="252" y="2"/>
                    <a:pt x="278" y="2"/>
                    <a:pt x="303" y="2"/>
                  </a:cubicBezTo>
                  <a:cubicBezTo>
                    <a:pt x="353" y="0"/>
                    <a:pt x="404" y="0"/>
                    <a:pt x="454" y="0"/>
                  </a:cubicBezTo>
                  <a:cubicBezTo>
                    <a:pt x="505" y="0"/>
                    <a:pt x="555" y="2"/>
                    <a:pt x="608" y="4"/>
                  </a:cubicBezTo>
                  <a:lnTo>
                    <a:pt x="608" y="4"/>
                  </a:lnTo>
                  <a:cubicBezTo>
                    <a:pt x="555" y="6"/>
                    <a:pt x="505" y="8"/>
                    <a:pt x="454" y="8"/>
                  </a:cubicBezTo>
                  <a:cubicBezTo>
                    <a:pt x="404" y="8"/>
                    <a:pt x="353" y="8"/>
                    <a:pt x="303" y="6"/>
                  </a:cubicBezTo>
                  <a:cubicBezTo>
                    <a:pt x="278" y="6"/>
                    <a:pt x="252" y="4"/>
                    <a:pt x="227" y="6"/>
                  </a:cubicBezTo>
                  <a:cubicBezTo>
                    <a:pt x="202" y="6"/>
                    <a:pt x="177" y="6"/>
                    <a:pt x="152" y="8"/>
                  </a:cubicBezTo>
                  <a:cubicBezTo>
                    <a:pt x="101" y="8"/>
                    <a:pt x="51" y="8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168"/>
            <p:cNvSpPr/>
            <p:nvPr/>
          </p:nvSpPr>
          <p:spPr>
            <a:xfrm>
              <a:off x="4562587" y="2782475"/>
              <a:ext cx="2590749" cy="14114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168"/>
            <p:cNvSpPr/>
            <p:nvPr/>
          </p:nvSpPr>
          <p:spPr>
            <a:xfrm>
              <a:off x="4473196" y="2760519"/>
              <a:ext cx="468907" cy="12546"/>
            </a:xfrm>
            <a:custGeom>
              <a:rect b="b" l="l" r="r" t="t"/>
              <a:pathLst>
                <a:path extrusionOk="0" h="8" w="299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1" y="2"/>
                    <a:pt x="74" y="2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5" y="0"/>
                    <a:pt x="198" y="0"/>
                    <a:pt x="223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4" y="4"/>
                    <a:pt x="286" y="4"/>
                    <a:pt x="299" y="4"/>
                  </a:cubicBezTo>
                  <a:cubicBezTo>
                    <a:pt x="286" y="6"/>
                    <a:pt x="274" y="6"/>
                    <a:pt x="261" y="6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198" y="8"/>
                    <a:pt x="175" y="8"/>
                    <a:pt x="149" y="8"/>
                  </a:cubicBezTo>
                  <a:cubicBezTo>
                    <a:pt x="124" y="8"/>
                    <a:pt x="99" y="8"/>
                    <a:pt x="74" y="8"/>
                  </a:cubicBezTo>
                  <a:cubicBezTo>
                    <a:pt x="51" y="6"/>
                    <a:pt x="25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168"/>
            <p:cNvSpPr/>
            <p:nvPr/>
          </p:nvSpPr>
          <p:spPr>
            <a:xfrm>
              <a:off x="1766397" y="2782475"/>
              <a:ext cx="266603" cy="14114"/>
            </a:xfrm>
            <a:custGeom>
              <a:rect b="b" l="l" r="r" t="t"/>
              <a:pathLst>
                <a:path extrusionOk="0" h="9" w="170">
                  <a:moveTo>
                    <a:pt x="0" y="4"/>
                  </a:moveTo>
                  <a:lnTo>
                    <a:pt x="0" y="4"/>
                  </a:lnTo>
                  <a:cubicBezTo>
                    <a:pt x="15" y="2"/>
                    <a:pt x="29" y="0"/>
                    <a:pt x="42" y="2"/>
                  </a:cubicBezTo>
                  <a:cubicBezTo>
                    <a:pt x="50" y="2"/>
                    <a:pt x="57" y="2"/>
                    <a:pt x="65" y="4"/>
                  </a:cubicBezTo>
                  <a:cubicBezTo>
                    <a:pt x="72" y="4"/>
                    <a:pt x="78" y="2"/>
                    <a:pt x="86" y="2"/>
                  </a:cubicBezTo>
                  <a:cubicBezTo>
                    <a:pt x="101" y="0"/>
                    <a:pt x="114" y="0"/>
                    <a:pt x="128" y="0"/>
                  </a:cubicBezTo>
                  <a:cubicBezTo>
                    <a:pt x="143" y="0"/>
                    <a:pt x="158" y="2"/>
                    <a:pt x="170" y="4"/>
                  </a:cubicBezTo>
                  <a:lnTo>
                    <a:pt x="170" y="4"/>
                  </a:lnTo>
                  <a:cubicBezTo>
                    <a:pt x="158" y="9"/>
                    <a:pt x="143" y="9"/>
                    <a:pt x="128" y="9"/>
                  </a:cubicBezTo>
                  <a:cubicBezTo>
                    <a:pt x="114" y="9"/>
                    <a:pt x="101" y="9"/>
                    <a:pt x="86" y="7"/>
                  </a:cubicBezTo>
                  <a:cubicBezTo>
                    <a:pt x="78" y="7"/>
                    <a:pt x="72" y="7"/>
                    <a:pt x="65" y="7"/>
                  </a:cubicBezTo>
                  <a:cubicBezTo>
                    <a:pt x="57" y="7"/>
                    <a:pt x="50" y="9"/>
                    <a:pt x="42" y="9"/>
                  </a:cubicBezTo>
                  <a:cubicBezTo>
                    <a:pt x="29" y="9"/>
                    <a:pt x="15" y="9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168"/>
            <p:cNvSpPr/>
            <p:nvPr/>
          </p:nvSpPr>
          <p:spPr>
            <a:xfrm>
              <a:off x="510229" y="1573352"/>
              <a:ext cx="3136" cy="243079"/>
            </a:xfrm>
            <a:custGeom>
              <a:rect b="b" l="l" r="r" t="t"/>
              <a:pathLst>
                <a:path extrusionOk="0" h="15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5"/>
                  </a:cubicBezTo>
                  <a:cubicBezTo>
                    <a:pt x="2" y="40"/>
                    <a:pt x="2" y="58"/>
                    <a:pt x="2" y="77"/>
                  </a:cubicBezTo>
                  <a:cubicBezTo>
                    <a:pt x="2" y="96"/>
                    <a:pt x="0" y="115"/>
                    <a:pt x="0" y="130"/>
                  </a:cubicBezTo>
                  <a:cubicBezTo>
                    <a:pt x="0" y="145"/>
                    <a:pt x="0" y="155"/>
                    <a:pt x="0" y="155"/>
                  </a:cubicBezTo>
                  <a:cubicBezTo>
                    <a:pt x="0" y="155"/>
                    <a:pt x="0" y="145"/>
                    <a:pt x="0" y="130"/>
                  </a:cubicBezTo>
                  <a:cubicBezTo>
                    <a:pt x="0" y="115"/>
                    <a:pt x="0" y="96"/>
                    <a:pt x="0" y="77"/>
                  </a:cubicBezTo>
                  <a:cubicBezTo>
                    <a:pt x="0" y="58"/>
                    <a:pt x="0" y="40"/>
                    <a:pt x="0" y="25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168"/>
            <p:cNvSpPr/>
            <p:nvPr/>
          </p:nvSpPr>
          <p:spPr>
            <a:xfrm>
              <a:off x="489842" y="1636082"/>
              <a:ext cx="3136" cy="65867"/>
            </a:xfrm>
            <a:custGeom>
              <a:rect b="b" l="l" r="r" t="t"/>
              <a:pathLst>
                <a:path extrusionOk="0" h="42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6"/>
                  </a:cubicBezTo>
                  <a:cubicBezTo>
                    <a:pt x="2" y="10"/>
                    <a:pt x="2" y="14"/>
                    <a:pt x="2" y="21"/>
                  </a:cubicBezTo>
                  <a:cubicBezTo>
                    <a:pt x="2" y="25"/>
                    <a:pt x="2" y="31"/>
                    <a:pt x="2" y="35"/>
                  </a:cubicBezTo>
                  <a:cubicBezTo>
                    <a:pt x="2" y="37"/>
                    <a:pt x="2" y="42"/>
                    <a:pt x="2" y="42"/>
                  </a:cubicBezTo>
                  <a:cubicBezTo>
                    <a:pt x="2" y="42"/>
                    <a:pt x="2" y="37"/>
                    <a:pt x="2" y="35"/>
                  </a:cubicBezTo>
                  <a:cubicBezTo>
                    <a:pt x="0" y="31"/>
                    <a:pt x="0" y="25"/>
                    <a:pt x="0" y="21"/>
                  </a:cubicBezTo>
                  <a:cubicBezTo>
                    <a:pt x="0" y="14"/>
                    <a:pt x="0" y="10"/>
                    <a:pt x="0" y="6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168"/>
            <p:cNvSpPr/>
            <p:nvPr/>
          </p:nvSpPr>
          <p:spPr>
            <a:xfrm>
              <a:off x="97780" y="1890139"/>
              <a:ext cx="3137" cy="75276"/>
            </a:xfrm>
            <a:custGeom>
              <a:rect b="b" l="l" r="r" t="t"/>
              <a:pathLst>
                <a:path extrusionOk="0" h="48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8"/>
                  </a:cubicBezTo>
                  <a:cubicBezTo>
                    <a:pt x="2" y="12"/>
                    <a:pt x="2" y="18"/>
                    <a:pt x="2" y="23"/>
                  </a:cubicBezTo>
                  <a:cubicBezTo>
                    <a:pt x="2" y="29"/>
                    <a:pt x="2" y="35"/>
                    <a:pt x="2" y="40"/>
                  </a:cubicBezTo>
                  <a:cubicBezTo>
                    <a:pt x="0" y="46"/>
                    <a:pt x="0" y="48"/>
                    <a:pt x="0" y="48"/>
                  </a:cubicBezTo>
                  <a:cubicBezTo>
                    <a:pt x="0" y="48"/>
                    <a:pt x="0" y="46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8"/>
                    <a:pt x="0" y="12"/>
                    <a:pt x="0" y="8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168"/>
            <p:cNvSpPr/>
            <p:nvPr/>
          </p:nvSpPr>
          <p:spPr>
            <a:xfrm>
              <a:off x="115030" y="1882298"/>
              <a:ext cx="3137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19"/>
                    <a:pt x="2" y="23"/>
                    <a:pt x="0" y="28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0" y="32"/>
                    <a:pt x="0" y="30"/>
                    <a:pt x="0" y="28"/>
                  </a:cubicBezTo>
                  <a:cubicBezTo>
                    <a:pt x="0" y="23"/>
                    <a:pt x="0" y="19"/>
                    <a:pt x="0" y="17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168"/>
            <p:cNvSpPr/>
            <p:nvPr/>
          </p:nvSpPr>
          <p:spPr>
            <a:xfrm>
              <a:off x="351836" y="2575465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0" y="50"/>
                    <a:pt x="0" y="57"/>
                  </a:cubicBezTo>
                  <a:cubicBezTo>
                    <a:pt x="0" y="63"/>
                    <a:pt x="0" y="67"/>
                    <a:pt x="0" y="67"/>
                  </a:cubicBezTo>
                  <a:cubicBezTo>
                    <a:pt x="0" y="67"/>
                    <a:pt x="0" y="63"/>
                    <a:pt x="0" y="57"/>
                  </a:cubicBezTo>
                  <a:cubicBezTo>
                    <a:pt x="0" y="50"/>
                    <a:pt x="0" y="42"/>
                    <a:pt x="0" y="33"/>
                  </a:cubicBezTo>
                  <a:cubicBezTo>
                    <a:pt x="0" y="25"/>
                    <a:pt x="0" y="17"/>
                    <a:pt x="0" y="10"/>
                  </a:cubicBezTo>
                  <a:cubicBezTo>
                    <a:pt x="0" y="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168"/>
            <p:cNvSpPr/>
            <p:nvPr/>
          </p:nvSpPr>
          <p:spPr>
            <a:xfrm>
              <a:off x="836425" y="2159879"/>
              <a:ext cx="6273" cy="277581"/>
            </a:xfrm>
            <a:custGeom>
              <a:rect b="b" l="l" r="r" t="t"/>
              <a:pathLst>
                <a:path extrusionOk="0" h="177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0"/>
                    <a:pt x="2" y="27"/>
                  </a:cubicBezTo>
                  <a:cubicBezTo>
                    <a:pt x="2" y="44"/>
                    <a:pt x="2" y="65"/>
                    <a:pt x="4" y="88"/>
                  </a:cubicBezTo>
                  <a:cubicBezTo>
                    <a:pt x="4" y="111"/>
                    <a:pt x="2" y="132"/>
                    <a:pt x="2" y="149"/>
                  </a:cubicBezTo>
                  <a:cubicBezTo>
                    <a:pt x="2" y="166"/>
                    <a:pt x="2" y="177"/>
                    <a:pt x="2" y="177"/>
                  </a:cubicBezTo>
                  <a:cubicBezTo>
                    <a:pt x="2" y="177"/>
                    <a:pt x="2" y="166"/>
                    <a:pt x="2" y="149"/>
                  </a:cubicBezTo>
                  <a:cubicBezTo>
                    <a:pt x="2" y="132"/>
                    <a:pt x="2" y="111"/>
                    <a:pt x="2" y="88"/>
                  </a:cubicBezTo>
                  <a:cubicBezTo>
                    <a:pt x="2" y="65"/>
                    <a:pt x="0" y="44"/>
                    <a:pt x="0" y="27"/>
                  </a:cubicBez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168"/>
            <p:cNvSpPr/>
            <p:nvPr/>
          </p:nvSpPr>
          <p:spPr>
            <a:xfrm>
              <a:off x="812902" y="2178698"/>
              <a:ext cx="3136" cy="56457"/>
            </a:xfrm>
            <a:custGeom>
              <a:rect b="b" l="l" r="r" t="t"/>
              <a:pathLst>
                <a:path extrusionOk="0" h="3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3"/>
                    <a:pt x="2" y="7"/>
                  </a:cubicBezTo>
                  <a:cubicBezTo>
                    <a:pt x="2" y="9"/>
                    <a:pt x="2" y="15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2" y="34"/>
                    <a:pt x="2" y="36"/>
                    <a:pt x="2" y="36"/>
                  </a:cubicBezTo>
                  <a:cubicBezTo>
                    <a:pt x="2" y="36"/>
                    <a:pt x="0" y="34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5"/>
                    <a:pt x="0" y="9"/>
                    <a:pt x="0" y="7"/>
                  </a:cubicBezTo>
                  <a:cubicBezTo>
                    <a:pt x="0" y="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168"/>
            <p:cNvSpPr/>
            <p:nvPr/>
          </p:nvSpPr>
          <p:spPr>
            <a:xfrm>
              <a:off x="794083" y="804909"/>
              <a:ext cx="3136" cy="105073"/>
            </a:xfrm>
            <a:custGeom>
              <a:rect b="b" l="l" r="r" t="t"/>
              <a:pathLst>
                <a:path extrusionOk="0" h="6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4"/>
                    <a:pt x="2" y="10"/>
                  </a:cubicBezTo>
                  <a:cubicBezTo>
                    <a:pt x="2" y="17"/>
                    <a:pt x="2" y="25"/>
                    <a:pt x="2" y="33"/>
                  </a:cubicBezTo>
                  <a:cubicBezTo>
                    <a:pt x="2" y="42"/>
                    <a:pt x="2" y="50"/>
                    <a:pt x="2" y="57"/>
                  </a:cubicBezTo>
                  <a:cubicBezTo>
                    <a:pt x="2" y="63"/>
                    <a:pt x="2" y="67"/>
                    <a:pt x="2" y="67"/>
                  </a:cubicBezTo>
                  <a:cubicBezTo>
                    <a:pt x="2" y="67"/>
                    <a:pt x="2" y="63"/>
                    <a:pt x="2" y="57"/>
                  </a:cubicBezTo>
                  <a:cubicBezTo>
                    <a:pt x="2" y="50"/>
                    <a:pt x="0" y="42"/>
                    <a:pt x="0" y="33"/>
                  </a:cubicBezTo>
                  <a:cubicBezTo>
                    <a:pt x="0" y="25"/>
                    <a:pt x="2" y="17"/>
                    <a:pt x="2" y="10"/>
                  </a:cubicBezTo>
                  <a:cubicBezTo>
                    <a:pt x="2" y="4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168"/>
            <p:cNvSpPr/>
            <p:nvPr/>
          </p:nvSpPr>
          <p:spPr>
            <a:xfrm>
              <a:off x="809765" y="870776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0"/>
                    <a:pt x="2" y="12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3"/>
                    <a:pt x="2" y="25"/>
                    <a:pt x="2" y="25"/>
                  </a:cubicBezTo>
                  <a:cubicBezTo>
                    <a:pt x="2" y="25"/>
                    <a:pt x="2" y="23"/>
                    <a:pt x="2" y="21"/>
                  </a:cubicBezTo>
                  <a:cubicBezTo>
                    <a:pt x="0" y="19"/>
                    <a:pt x="0" y="17"/>
                    <a:pt x="0" y="12"/>
                  </a:cubicBezTo>
                  <a:cubicBezTo>
                    <a:pt x="0" y="10"/>
                    <a:pt x="0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168"/>
            <p:cNvSpPr/>
            <p:nvPr/>
          </p:nvSpPr>
          <p:spPr>
            <a:xfrm>
              <a:off x="1360221" y="2258678"/>
              <a:ext cx="4705" cy="59594"/>
            </a:xfrm>
            <a:custGeom>
              <a:rect b="b" l="l" r="r" t="t"/>
              <a:pathLst>
                <a:path extrusionOk="0" h="3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3" y="8"/>
                    <a:pt x="3" y="15"/>
                    <a:pt x="3" y="19"/>
                  </a:cubicBezTo>
                  <a:cubicBezTo>
                    <a:pt x="3" y="23"/>
                    <a:pt x="3" y="27"/>
                    <a:pt x="0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5"/>
                    <a:pt x="0" y="8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168"/>
            <p:cNvSpPr/>
            <p:nvPr/>
          </p:nvSpPr>
          <p:spPr>
            <a:xfrm>
              <a:off x="1377471" y="2235155"/>
              <a:ext cx="3136" cy="39206"/>
            </a:xfrm>
            <a:custGeom>
              <a:rect b="b" l="l" r="r" t="t"/>
              <a:pathLst>
                <a:path extrusionOk="0" h="25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7"/>
                    <a:pt x="2" y="11"/>
                    <a:pt x="2" y="13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3"/>
                  </a:lnTo>
                  <a:cubicBezTo>
                    <a:pt x="0" y="19"/>
                    <a:pt x="0" y="17"/>
                    <a:pt x="0" y="13"/>
                  </a:cubicBezTo>
                  <a:cubicBezTo>
                    <a:pt x="0" y="11"/>
                    <a:pt x="0" y="7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168"/>
            <p:cNvSpPr/>
            <p:nvPr/>
          </p:nvSpPr>
          <p:spPr>
            <a:xfrm>
              <a:off x="1139097" y="1669016"/>
              <a:ext cx="4705" cy="72140"/>
            </a:xfrm>
            <a:custGeom>
              <a:rect b="b" l="l" r="r" t="t"/>
              <a:pathLst>
                <a:path extrusionOk="0" h="46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6"/>
                  </a:cubicBezTo>
                  <a:cubicBezTo>
                    <a:pt x="0" y="10"/>
                    <a:pt x="3" y="16"/>
                    <a:pt x="3" y="23"/>
                  </a:cubicBezTo>
                  <a:cubicBezTo>
                    <a:pt x="3" y="29"/>
                    <a:pt x="0" y="35"/>
                    <a:pt x="0" y="40"/>
                  </a:cubicBezTo>
                  <a:cubicBezTo>
                    <a:pt x="0" y="44"/>
                    <a:pt x="0" y="46"/>
                    <a:pt x="0" y="46"/>
                  </a:cubicBezTo>
                  <a:cubicBezTo>
                    <a:pt x="0" y="46"/>
                    <a:pt x="0" y="44"/>
                    <a:pt x="0" y="40"/>
                  </a:cubicBezTo>
                  <a:cubicBezTo>
                    <a:pt x="0" y="35"/>
                    <a:pt x="0" y="29"/>
                    <a:pt x="0" y="23"/>
                  </a:cubicBezTo>
                  <a:cubicBezTo>
                    <a:pt x="0" y="16"/>
                    <a:pt x="0" y="10"/>
                    <a:pt x="0" y="6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168"/>
            <p:cNvSpPr/>
            <p:nvPr/>
          </p:nvSpPr>
          <p:spPr>
            <a:xfrm>
              <a:off x="1007364" y="1242451"/>
              <a:ext cx="3136" cy="59594"/>
            </a:xfrm>
            <a:custGeom>
              <a:rect b="b" l="l" r="r" t="t"/>
              <a:pathLst>
                <a:path extrusionOk="0" h="38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5"/>
                  </a:cubicBezTo>
                  <a:cubicBezTo>
                    <a:pt x="2" y="9"/>
                    <a:pt x="2" y="13"/>
                    <a:pt x="2" y="19"/>
                  </a:cubicBezTo>
                  <a:cubicBezTo>
                    <a:pt x="2" y="24"/>
                    <a:pt x="2" y="28"/>
                    <a:pt x="2" y="32"/>
                  </a:cubicBezTo>
                  <a:cubicBezTo>
                    <a:pt x="0" y="36"/>
                    <a:pt x="0" y="38"/>
                    <a:pt x="0" y="38"/>
                  </a:cubicBezTo>
                  <a:cubicBezTo>
                    <a:pt x="0" y="38"/>
                    <a:pt x="0" y="36"/>
                    <a:pt x="0" y="32"/>
                  </a:cubicBezTo>
                  <a:cubicBezTo>
                    <a:pt x="0" y="28"/>
                    <a:pt x="0" y="24"/>
                    <a:pt x="0" y="19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168"/>
            <p:cNvSpPr/>
            <p:nvPr/>
          </p:nvSpPr>
          <p:spPr>
            <a:xfrm>
              <a:off x="1021479" y="1253429"/>
              <a:ext cx="3136" cy="21956"/>
            </a:xfrm>
            <a:custGeom>
              <a:rect b="b" l="l" r="r" t="t"/>
              <a:pathLst>
                <a:path extrusionOk="0" h="14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4"/>
                    <a:pt x="2" y="6"/>
                    <a:pt x="2" y="8"/>
                  </a:cubicBezTo>
                  <a:cubicBezTo>
                    <a:pt x="2" y="10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12"/>
                  </a:ln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4"/>
                    <a:pt x="0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168"/>
            <p:cNvSpPr/>
            <p:nvPr/>
          </p:nvSpPr>
          <p:spPr>
            <a:xfrm>
              <a:off x="2080047" y="2139491"/>
              <a:ext cx="3137" cy="119187"/>
            </a:xfrm>
            <a:custGeom>
              <a:rect b="b" l="l" r="r" t="t"/>
              <a:pathLst>
                <a:path extrusionOk="0" h="76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7"/>
                    <a:pt x="2" y="13"/>
                  </a:cubicBezTo>
                  <a:cubicBezTo>
                    <a:pt x="2" y="19"/>
                    <a:pt x="2" y="30"/>
                    <a:pt x="2" y="38"/>
                  </a:cubicBezTo>
                  <a:cubicBezTo>
                    <a:pt x="2" y="49"/>
                    <a:pt x="2" y="57"/>
                    <a:pt x="2" y="63"/>
                  </a:cubicBezTo>
                  <a:cubicBezTo>
                    <a:pt x="0" y="72"/>
                    <a:pt x="0" y="76"/>
                    <a:pt x="0" y="76"/>
                  </a:cubicBezTo>
                  <a:cubicBezTo>
                    <a:pt x="0" y="76"/>
                    <a:pt x="0" y="72"/>
                    <a:pt x="0" y="63"/>
                  </a:cubicBezTo>
                  <a:cubicBezTo>
                    <a:pt x="0" y="57"/>
                    <a:pt x="0" y="49"/>
                    <a:pt x="0" y="38"/>
                  </a:cubicBezTo>
                  <a:cubicBezTo>
                    <a:pt x="0" y="30"/>
                    <a:pt x="2" y="19"/>
                    <a:pt x="2" y="13"/>
                  </a:cubicBezTo>
                  <a:cubicBezTo>
                    <a:pt x="2" y="7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168"/>
            <p:cNvSpPr/>
            <p:nvPr/>
          </p:nvSpPr>
          <p:spPr>
            <a:xfrm>
              <a:off x="2095730" y="2133218"/>
              <a:ext cx="3137" cy="39206"/>
            </a:xfrm>
            <a:custGeom>
              <a:rect b="b" l="l" r="r" t="t"/>
              <a:pathLst>
                <a:path extrusionOk="0" h="25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6"/>
                    <a:pt x="2" y="11"/>
                    <a:pt x="2" y="13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2" y="25"/>
                    <a:pt x="2" y="25"/>
                    <a:pt x="2" y="25"/>
                  </a:cubicBezTo>
                  <a:lnTo>
                    <a:pt x="2" y="21"/>
                  </a:lnTo>
                  <a:cubicBezTo>
                    <a:pt x="2" y="19"/>
                    <a:pt x="0" y="17"/>
                    <a:pt x="0" y="13"/>
                  </a:cubicBezTo>
                  <a:cubicBezTo>
                    <a:pt x="0" y="11"/>
                    <a:pt x="2" y="6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168"/>
            <p:cNvSpPr/>
            <p:nvPr/>
          </p:nvSpPr>
          <p:spPr>
            <a:xfrm>
              <a:off x="1658188" y="2274361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5"/>
                    <a:pt x="2" y="22"/>
                    <a:pt x="2" y="30"/>
                  </a:cubicBezTo>
                  <a:cubicBezTo>
                    <a:pt x="2" y="36"/>
                    <a:pt x="2" y="45"/>
                    <a:pt x="2" y="51"/>
                  </a:cubicBezTo>
                  <a:cubicBezTo>
                    <a:pt x="2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6"/>
                    <a:pt x="0" y="30"/>
                  </a:cubicBezTo>
                  <a:cubicBezTo>
                    <a:pt x="0" y="22"/>
                    <a:pt x="0" y="15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168"/>
            <p:cNvSpPr/>
            <p:nvPr/>
          </p:nvSpPr>
          <p:spPr>
            <a:xfrm>
              <a:off x="1587617" y="1091899"/>
              <a:ext cx="3136" cy="161530"/>
            </a:xfrm>
            <a:custGeom>
              <a:rect b="b" l="l" r="r" t="t"/>
              <a:pathLst>
                <a:path extrusionOk="0" h="103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2" y="17"/>
                  </a:cubicBezTo>
                  <a:cubicBezTo>
                    <a:pt x="2" y="25"/>
                    <a:pt x="2" y="40"/>
                    <a:pt x="2" y="52"/>
                  </a:cubicBezTo>
                  <a:cubicBezTo>
                    <a:pt x="2" y="65"/>
                    <a:pt x="2" y="77"/>
                    <a:pt x="2" y="88"/>
                  </a:cubicBezTo>
                  <a:cubicBezTo>
                    <a:pt x="0" y="96"/>
                    <a:pt x="0" y="103"/>
                    <a:pt x="0" y="103"/>
                  </a:cubicBezTo>
                  <a:cubicBezTo>
                    <a:pt x="0" y="103"/>
                    <a:pt x="0" y="96"/>
                    <a:pt x="0" y="88"/>
                  </a:cubicBezTo>
                  <a:cubicBezTo>
                    <a:pt x="0" y="77"/>
                    <a:pt x="0" y="65"/>
                    <a:pt x="0" y="52"/>
                  </a:cubicBezTo>
                  <a:cubicBezTo>
                    <a:pt x="0" y="40"/>
                    <a:pt x="0" y="25"/>
                    <a:pt x="0" y="17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168"/>
            <p:cNvSpPr/>
            <p:nvPr/>
          </p:nvSpPr>
          <p:spPr>
            <a:xfrm>
              <a:off x="1604868" y="1146788"/>
              <a:ext cx="3136" cy="40775"/>
            </a:xfrm>
            <a:custGeom>
              <a:rect b="b" l="l" r="r" t="t"/>
              <a:pathLst>
                <a:path extrusionOk="0" h="26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2" y="9"/>
                    <a:pt x="2" y="13"/>
                  </a:cubicBezTo>
                  <a:cubicBezTo>
                    <a:pt x="2" y="15"/>
                    <a:pt x="0" y="19"/>
                    <a:pt x="0" y="21"/>
                  </a:cubicBezTo>
                  <a:cubicBezTo>
                    <a:pt x="0" y="24"/>
                    <a:pt x="0" y="26"/>
                    <a:pt x="0" y="26"/>
                  </a:cubicBezTo>
                  <a:cubicBezTo>
                    <a:pt x="0" y="26"/>
                    <a:pt x="0" y="24"/>
                    <a:pt x="0" y="21"/>
                  </a:cubicBezTo>
                  <a:cubicBezTo>
                    <a:pt x="0" y="19"/>
                    <a:pt x="0" y="15"/>
                    <a:pt x="0" y="13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bg>
      <p:bgPr>
        <a:solidFill>
          <a:schemeClr val="dk1"/>
        </a:solidFill>
      </p:bgPr>
    </p:bg>
    <p:spTree>
      <p:nvGrpSpPr>
        <p:cNvPr id="5304" name="Shape 5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05" name="Google Shape;5305;p16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306" name="Google Shape;5306;p16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307" name="Google Shape;5307;p169"/>
          <p:cNvGrpSpPr/>
          <p:nvPr/>
        </p:nvGrpSpPr>
        <p:grpSpPr>
          <a:xfrm>
            <a:off x="7766988" y="3925313"/>
            <a:ext cx="1175174" cy="1017140"/>
            <a:chOff x="-498149" y="884163"/>
            <a:chExt cx="1175174" cy="1017140"/>
          </a:xfrm>
        </p:grpSpPr>
        <p:sp>
          <p:nvSpPr>
            <p:cNvPr id="5308" name="Google Shape;5308;p169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169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169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169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169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169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169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169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169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169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169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169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169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169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169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169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169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169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169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169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169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169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30" name="Google Shape;5330;p169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5331" name="Google Shape;5331;p169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169"/>
            <p:cNvSpPr/>
            <p:nvPr/>
          </p:nvSpPr>
          <p:spPr>
            <a:xfrm rot="-5400000">
              <a:off x="-1842849" y="2543177"/>
              <a:ext cx="441987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16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169"/>
            <p:cNvSpPr/>
            <p:nvPr/>
          </p:nvSpPr>
          <p:spPr>
            <a:xfrm rot="-5400000">
              <a:off x="7400536" y="1716012"/>
              <a:ext cx="2765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bg>
      <p:bgPr>
        <a:solidFill>
          <a:schemeClr val="dk1"/>
        </a:solidFill>
      </p:bgPr>
    </p:bg>
    <p:spTree>
      <p:nvGrpSpPr>
        <p:cNvPr id="5335" name="Shape 5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36" name="Google Shape;5336;p17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337" name="Google Shape;5337;p170"/>
          <p:cNvSpPr txBox="1"/>
          <p:nvPr>
            <p:ph type="title"/>
          </p:nvPr>
        </p:nvSpPr>
        <p:spPr>
          <a:xfrm>
            <a:off x="5148475" y="1213963"/>
            <a:ext cx="3282300" cy="156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338" name="Google Shape;5338;p170"/>
          <p:cNvSpPr txBox="1"/>
          <p:nvPr>
            <p:ph idx="1" type="subTitle"/>
          </p:nvPr>
        </p:nvSpPr>
        <p:spPr>
          <a:xfrm>
            <a:off x="5148475" y="2776938"/>
            <a:ext cx="3282300" cy="11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39" name="Google Shape;5339;p170"/>
          <p:cNvSpPr/>
          <p:nvPr>
            <p:ph idx="2" type="pic"/>
          </p:nvPr>
        </p:nvSpPr>
        <p:spPr>
          <a:xfrm>
            <a:off x="713225" y="1293601"/>
            <a:ext cx="3884100" cy="25563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340" name="Google Shape;5340;p170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341" name="Google Shape;5341;p170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170"/>
            <p:cNvSpPr/>
            <p:nvPr/>
          </p:nvSpPr>
          <p:spPr>
            <a:xfrm rot="-5400000">
              <a:off x="-1836101" y="2536425"/>
              <a:ext cx="4406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17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170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bg>
      <p:bgPr>
        <a:solidFill>
          <a:schemeClr val="dk1"/>
        </a:solidFill>
      </p:bgPr>
    </p:bg>
    <p:spTree>
      <p:nvGrpSpPr>
        <p:cNvPr id="5345" name="Shape 5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46" name="Google Shape;5346;p17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347" name="Google Shape;5347;p171"/>
          <p:cNvSpPr txBox="1"/>
          <p:nvPr>
            <p:ph type="title"/>
          </p:nvPr>
        </p:nvSpPr>
        <p:spPr>
          <a:xfrm>
            <a:off x="4799600" y="1835650"/>
            <a:ext cx="36315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348" name="Google Shape;5348;p171"/>
          <p:cNvSpPr txBox="1"/>
          <p:nvPr>
            <p:ph idx="1" type="subTitle"/>
          </p:nvPr>
        </p:nvSpPr>
        <p:spPr>
          <a:xfrm>
            <a:off x="4799600" y="2368250"/>
            <a:ext cx="36315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349" name="Google Shape;5349;p17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350" name="Google Shape;5350;p171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171"/>
            <p:cNvSpPr/>
            <p:nvPr/>
          </p:nvSpPr>
          <p:spPr>
            <a:xfrm rot="-5400000">
              <a:off x="-1826063" y="2526388"/>
              <a:ext cx="43863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17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171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bg>
      <p:bgPr>
        <a:solidFill>
          <a:schemeClr val="dk1"/>
        </a:solidFill>
      </p:bgPr>
    </p:bg>
    <p:spTree>
      <p:nvGrpSpPr>
        <p:cNvPr id="5354" name="Shape 5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55" name="Google Shape;5355;p17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356" name="Google Shape;5356;p172"/>
          <p:cNvSpPr txBox="1"/>
          <p:nvPr>
            <p:ph type="title"/>
          </p:nvPr>
        </p:nvSpPr>
        <p:spPr>
          <a:xfrm>
            <a:off x="713225" y="1835650"/>
            <a:ext cx="3631200" cy="60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357" name="Google Shape;5357;p172"/>
          <p:cNvSpPr txBox="1"/>
          <p:nvPr>
            <p:ph idx="1" type="subTitle"/>
          </p:nvPr>
        </p:nvSpPr>
        <p:spPr>
          <a:xfrm>
            <a:off x="713403" y="2368250"/>
            <a:ext cx="3631200" cy="8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358" name="Google Shape;5358;p172"/>
          <p:cNvGrpSpPr/>
          <p:nvPr/>
        </p:nvGrpSpPr>
        <p:grpSpPr>
          <a:xfrm>
            <a:off x="350950" y="342300"/>
            <a:ext cx="8448500" cy="4460451"/>
            <a:chOff x="350950" y="342300"/>
            <a:chExt cx="8448500" cy="4460451"/>
          </a:xfrm>
        </p:grpSpPr>
        <p:sp>
          <p:nvSpPr>
            <p:cNvPr id="5359" name="Google Shape;5359;p172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172"/>
            <p:cNvSpPr/>
            <p:nvPr/>
          </p:nvSpPr>
          <p:spPr>
            <a:xfrm rot="-5400000">
              <a:off x="-1859601" y="2559925"/>
              <a:ext cx="4453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17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17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bg>
      <p:bgPr>
        <a:solidFill>
          <a:schemeClr val="dk1"/>
        </a:solidFill>
      </p:bgPr>
    </p:bg>
    <p:spTree>
      <p:nvGrpSpPr>
        <p:cNvPr id="5363" name="Shape 5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64" name="Google Shape;5364;p17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365" name="Google Shape;5365;p17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366" name="Google Shape;5366;p173"/>
          <p:cNvSpPr txBox="1"/>
          <p:nvPr>
            <p:ph idx="1" type="subTitle"/>
          </p:nvPr>
        </p:nvSpPr>
        <p:spPr>
          <a:xfrm>
            <a:off x="4974699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67" name="Google Shape;5367;p173"/>
          <p:cNvSpPr txBox="1"/>
          <p:nvPr>
            <p:ph idx="2" type="subTitle"/>
          </p:nvPr>
        </p:nvSpPr>
        <p:spPr>
          <a:xfrm>
            <a:off x="1420101" y="2924769"/>
            <a:ext cx="27492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68" name="Google Shape;5368;p173"/>
          <p:cNvSpPr txBox="1"/>
          <p:nvPr>
            <p:ph idx="3" type="subTitle"/>
          </p:nvPr>
        </p:nvSpPr>
        <p:spPr>
          <a:xfrm>
            <a:off x="1420101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369" name="Google Shape;5369;p173"/>
          <p:cNvSpPr txBox="1"/>
          <p:nvPr>
            <p:ph idx="4" type="subTitle"/>
          </p:nvPr>
        </p:nvSpPr>
        <p:spPr>
          <a:xfrm>
            <a:off x="4974699" y="2520669"/>
            <a:ext cx="2749200" cy="40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5370" name="Google Shape;5370;p17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371" name="Google Shape;5371;p173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173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17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17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75" name="Google Shape;5375;p173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5376" name="Google Shape;5376;p173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173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173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173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173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173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173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173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173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173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173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173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173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173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173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173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173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173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173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173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173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173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173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173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173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173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173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173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173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173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173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173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173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173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173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173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173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173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173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173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173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173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173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173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173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173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173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173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173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173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173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173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173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173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173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173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173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173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173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173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173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173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173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173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173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173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173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173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173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173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173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173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173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173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173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173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173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173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173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173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173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173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173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173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173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173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173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173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173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173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173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173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173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173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173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173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173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173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173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173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173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173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173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173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173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173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173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173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173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173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173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173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173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173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173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173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173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173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173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173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173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173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173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173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173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173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173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173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173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173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173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173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173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173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173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173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173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173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173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173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173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173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173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173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173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173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173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173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173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173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173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173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173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173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173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173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173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5533" name="Shape 5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34" name="Google Shape;5534;p174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535" name="Google Shape;5535;p17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536" name="Google Shape;5536;p174"/>
          <p:cNvSpPr txBox="1"/>
          <p:nvPr>
            <p:ph idx="1" type="subTitle"/>
          </p:nvPr>
        </p:nvSpPr>
        <p:spPr>
          <a:xfrm>
            <a:off x="4802889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37" name="Google Shape;5537;p174"/>
          <p:cNvSpPr txBox="1"/>
          <p:nvPr>
            <p:ph idx="2" type="subTitle"/>
          </p:nvPr>
        </p:nvSpPr>
        <p:spPr>
          <a:xfrm>
            <a:off x="1087011" y="1873850"/>
            <a:ext cx="3254100" cy="19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538" name="Google Shape;5538;p17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539" name="Google Shape;5539;p174"/>
            <p:cNvSpPr/>
            <p:nvPr/>
          </p:nvSpPr>
          <p:spPr>
            <a:xfrm>
              <a:off x="1208650" y="4764550"/>
              <a:ext cx="7490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174"/>
            <p:cNvSpPr/>
            <p:nvPr/>
          </p:nvSpPr>
          <p:spPr>
            <a:xfrm rot="-5400000">
              <a:off x="-1257776" y="1958100"/>
              <a:ext cx="32497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17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17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43" name="Google Shape;5543;p174"/>
          <p:cNvGrpSpPr/>
          <p:nvPr/>
        </p:nvGrpSpPr>
        <p:grpSpPr>
          <a:xfrm>
            <a:off x="-631915" y="4022366"/>
            <a:ext cx="1488946" cy="955802"/>
            <a:chOff x="-1053822" y="5316830"/>
            <a:chExt cx="1773822" cy="1138537"/>
          </a:xfrm>
        </p:grpSpPr>
        <p:sp>
          <p:nvSpPr>
            <p:cNvPr id="5544" name="Google Shape;5544;p174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174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174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174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174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174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174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174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174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174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174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174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174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174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174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174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174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174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174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174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174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174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174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174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174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174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174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174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174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174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174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174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174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174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174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174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174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174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174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174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174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174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174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174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174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174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174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174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TITLE_AND_BODY_1">
    <p:bg>
      <p:bgPr>
        <a:solidFill>
          <a:schemeClr val="dk1"/>
        </a:solidFill>
      </p:bgPr>
    </p:bg>
    <p:spTree>
      <p:nvGrpSpPr>
        <p:cNvPr id="5592" name="Shape 5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93" name="Google Shape;5593;p175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594" name="Google Shape;5594;p17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595" name="Google Shape;5595;p175"/>
          <p:cNvSpPr txBox="1"/>
          <p:nvPr>
            <p:ph idx="1" type="body"/>
          </p:nvPr>
        </p:nvSpPr>
        <p:spPr>
          <a:xfrm>
            <a:off x="7200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5596" name="Google Shape;5596;p175"/>
          <p:cNvSpPr txBox="1"/>
          <p:nvPr>
            <p:ph idx="2" type="body"/>
          </p:nvPr>
        </p:nvSpPr>
        <p:spPr>
          <a:xfrm>
            <a:off x="4637100" y="1296325"/>
            <a:ext cx="3786900" cy="30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3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a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5597" name="Google Shape;5597;p17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598" name="Google Shape;5598;p175"/>
            <p:cNvSpPr/>
            <p:nvPr/>
          </p:nvSpPr>
          <p:spPr>
            <a:xfrm>
              <a:off x="383224" y="4764550"/>
              <a:ext cx="69646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175"/>
            <p:cNvSpPr/>
            <p:nvPr/>
          </p:nvSpPr>
          <p:spPr>
            <a:xfrm rot="-5400000">
              <a:off x="-1846800" y="2547126"/>
              <a:ext cx="44277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17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175"/>
            <p:cNvSpPr/>
            <p:nvPr/>
          </p:nvSpPr>
          <p:spPr>
            <a:xfrm rot="-5400000">
              <a:off x="7257113" y="1859439"/>
              <a:ext cx="305239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02" name="Google Shape;5602;p175"/>
          <p:cNvGrpSpPr/>
          <p:nvPr/>
        </p:nvGrpSpPr>
        <p:grpSpPr>
          <a:xfrm>
            <a:off x="8477575" y="3806678"/>
            <a:ext cx="2259229" cy="966847"/>
            <a:chOff x="9821900" y="2863078"/>
            <a:chExt cx="2259229" cy="966847"/>
          </a:xfrm>
        </p:grpSpPr>
        <p:sp>
          <p:nvSpPr>
            <p:cNvPr id="5603" name="Google Shape;5603;p175"/>
            <p:cNvSpPr/>
            <p:nvPr/>
          </p:nvSpPr>
          <p:spPr>
            <a:xfrm>
              <a:off x="9965291" y="3565756"/>
              <a:ext cx="261529" cy="264170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175"/>
            <p:cNvSpPr/>
            <p:nvPr/>
          </p:nvSpPr>
          <p:spPr>
            <a:xfrm>
              <a:off x="10028692" y="3571039"/>
              <a:ext cx="11888" cy="18888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175"/>
            <p:cNvSpPr/>
            <p:nvPr/>
          </p:nvSpPr>
          <p:spPr>
            <a:xfrm>
              <a:off x="10053788" y="3571039"/>
              <a:ext cx="6604" cy="12812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175"/>
            <p:cNvSpPr/>
            <p:nvPr/>
          </p:nvSpPr>
          <p:spPr>
            <a:xfrm>
              <a:off x="10171344" y="3571039"/>
              <a:ext cx="10567" cy="166427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175"/>
            <p:cNvSpPr/>
            <p:nvPr/>
          </p:nvSpPr>
          <p:spPr>
            <a:xfrm>
              <a:off x="10118510" y="3615948"/>
              <a:ext cx="10567" cy="169069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175"/>
            <p:cNvSpPr/>
            <p:nvPr/>
          </p:nvSpPr>
          <p:spPr>
            <a:xfrm>
              <a:off x="9821900" y="3442925"/>
              <a:ext cx="2259229" cy="1373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175"/>
            <p:cNvSpPr/>
            <p:nvPr/>
          </p:nvSpPr>
          <p:spPr>
            <a:xfrm>
              <a:off x="10559507" y="3508959"/>
              <a:ext cx="1512376" cy="9246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175"/>
            <p:cNvSpPr/>
            <p:nvPr/>
          </p:nvSpPr>
          <p:spPr>
            <a:xfrm>
              <a:off x="9878123" y="3536700"/>
              <a:ext cx="891403" cy="1187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175"/>
            <p:cNvSpPr/>
            <p:nvPr/>
          </p:nvSpPr>
          <p:spPr>
            <a:xfrm>
              <a:off x="9878132" y="3235558"/>
              <a:ext cx="1264056" cy="20737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175"/>
            <p:cNvSpPr/>
            <p:nvPr/>
          </p:nvSpPr>
          <p:spPr>
            <a:xfrm>
              <a:off x="10881980" y="3246125"/>
              <a:ext cx="161144" cy="196807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175"/>
            <p:cNvSpPr/>
            <p:nvPr/>
          </p:nvSpPr>
          <p:spPr>
            <a:xfrm>
              <a:off x="10887263" y="3420477"/>
              <a:ext cx="143973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175"/>
            <p:cNvSpPr/>
            <p:nvPr/>
          </p:nvSpPr>
          <p:spPr>
            <a:xfrm>
              <a:off x="9915116" y="3047997"/>
              <a:ext cx="1262735" cy="208694"/>
            </a:xfrm>
            <a:custGeom>
              <a:rect b="b" l="l" r="r" t="t"/>
              <a:pathLst>
                <a:path extrusionOk="0" h="158" w="956">
                  <a:moveTo>
                    <a:pt x="952" y="9"/>
                  </a:moveTo>
                  <a:lnTo>
                    <a:pt x="952" y="9"/>
                  </a:lnTo>
                  <a:cubicBezTo>
                    <a:pt x="954" y="78"/>
                    <a:pt x="954" y="78"/>
                    <a:pt x="954" y="78"/>
                  </a:cubicBezTo>
                  <a:cubicBezTo>
                    <a:pt x="954" y="103"/>
                    <a:pt x="956" y="127"/>
                    <a:pt x="956" y="152"/>
                  </a:cubicBezTo>
                  <a:cubicBezTo>
                    <a:pt x="956" y="156"/>
                    <a:pt x="956" y="156"/>
                    <a:pt x="956" y="156"/>
                  </a:cubicBezTo>
                  <a:cubicBezTo>
                    <a:pt x="952" y="156"/>
                    <a:pt x="952" y="156"/>
                    <a:pt x="952" y="156"/>
                  </a:cubicBezTo>
                  <a:cubicBezTo>
                    <a:pt x="833" y="158"/>
                    <a:pt x="833" y="158"/>
                    <a:pt x="833" y="158"/>
                  </a:cubicBezTo>
                  <a:cubicBezTo>
                    <a:pt x="715" y="158"/>
                    <a:pt x="715" y="158"/>
                    <a:pt x="715" y="158"/>
                  </a:cubicBezTo>
                  <a:cubicBezTo>
                    <a:pt x="656" y="158"/>
                    <a:pt x="656" y="158"/>
                    <a:pt x="656" y="158"/>
                  </a:cubicBezTo>
                  <a:cubicBezTo>
                    <a:pt x="597" y="158"/>
                    <a:pt x="597" y="158"/>
                    <a:pt x="597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479" y="156"/>
                    <a:pt x="479" y="156"/>
                    <a:pt x="479" y="156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21" y="154"/>
                    <a:pt x="281" y="154"/>
                    <a:pt x="242" y="154"/>
                  </a:cubicBezTo>
                  <a:cubicBezTo>
                    <a:pt x="164" y="154"/>
                    <a:pt x="84" y="154"/>
                    <a:pt x="6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4" y="2"/>
                    <a:pt x="244" y="0"/>
                  </a:cubicBezTo>
                  <a:cubicBezTo>
                    <a:pt x="324" y="0"/>
                    <a:pt x="404" y="2"/>
                    <a:pt x="481" y="2"/>
                  </a:cubicBezTo>
                  <a:cubicBezTo>
                    <a:pt x="561" y="2"/>
                    <a:pt x="639" y="5"/>
                    <a:pt x="719" y="5"/>
                  </a:cubicBezTo>
                  <a:lnTo>
                    <a:pt x="952" y="9"/>
                  </a:lnTo>
                  <a:moveTo>
                    <a:pt x="950" y="11"/>
                  </a:moveTo>
                  <a:lnTo>
                    <a:pt x="950" y="11"/>
                  </a:lnTo>
                  <a:cubicBezTo>
                    <a:pt x="713" y="15"/>
                    <a:pt x="713" y="15"/>
                    <a:pt x="713" y="15"/>
                  </a:cubicBezTo>
                  <a:cubicBezTo>
                    <a:pt x="633" y="15"/>
                    <a:pt x="553" y="17"/>
                    <a:pt x="475" y="17"/>
                  </a:cubicBezTo>
                  <a:cubicBezTo>
                    <a:pt x="397" y="17"/>
                    <a:pt x="319" y="19"/>
                    <a:pt x="242" y="17"/>
                  </a:cubicBezTo>
                  <a:cubicBezTo>
                    <a:pt x="162" y="17"/>
                    <a:pt x="84" y="17"/>
                    <a:pt x="6" y="1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4" y="148"/>
                    <a:pt x="164" y="148"/>
                    <a:pt x="242" y="148"/>
                  </a:cubicBezTo>
                  <a:cubicBezTo>
                    <a:pt x="281" y="148"/>
                    <a:pt x="321" y="148"/>
                    <a:pt x="361" y="148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3"/>
                    <a:pt x="538" y="143"/>
                    <a:pt x="538" y="143"/>
                  </a:cubicBezTo>
                  <a:cubicBezTo>
                    <a:pt x="597" y="143"/>
                    <a:pt x="597" y="143"/>
                    <a:pt x="597" y="143"/>
                  </a:cubicBezTo>
                  <a:cubicBezTo>
                    <a:pt x="656" y="143"/>
                    <a:pt x="656" y="143"/>
                    <a:pt x="656" y="143"/>
                  </a:cubicBezTo>
                  <a:cubicBezTo>
                    <a:pt x="715" y="143"/>
                    <a:pt x="715" y="143"/>
                    <a:pt x="715" y="143"/>
                  </a:cubicBezTo>
                  <a:cubicBezTo>
                    <a:pt x="833" y="143"/>
                    <a:pt x="833" y="143"/>
                    <a:pt x="833" y="143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6" y="152"/>
                    <a:pt x="946" y="152"/>
                    <a:pt x="946" y="152"/>
                  </a:cubicBezTo>
                  <a:cubicBezTo>
                    <a:pt x="948" y="129"/>
                    <a:pt x="948" y="106"/>
                    <a:pt x="948" y="82"/>
                  </a:cubicBezTo>
                  <a:lnTo>
                    <a:pt x="950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875" lIns="90000" spcFirstLastPara="1" rIns="90000" wrap="square" tIns="118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175"/>
            <p:cNvSpPr/>
            <p:nvPr/>
          </p:nvSpPr>
          <p:spPr>
            <a:xfrm>
              <a:off x="10916322" y="3054602"/>
              <a:ext cx="162465" cy="199448"/>
            </a:xfrm>
            <a:custGeom>
              <a:rect b="b" l="l" r="r" t="t"/>
              <a:pathLst>
                <a:path extrusionOk="0" h="151" w="123">
                  <a:moveTo>
                    <a:pt x="3" y="147"/>
                  </a:moveTo>
                  <a:lnTo>
                    <a:pt x="3" y="147"/>
                  </a:lnTo>
                  <a:cubicBezTo>
                    <a:pt x="3" y="136"/>
                    <a:pt x="3" y="124"/>
                    <a:pt x="1" y="113"/>
                  </a:cubicBezTo>
                  <a:cubicBezTo>
                    <a:pt x="1" y="101"/>
                    <a:pt x="1" y="88"/>
                    <a:pt x="1" y="77"/>
                  </a:cubicBezTo>
                  <a:cubicBezTo>
                    <a:pt x="1" y="52"/>
                    <a:pt x="-1" y="2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" y="2"/>
                    <a:pt x="41" y="2"/>
                    <a:pt x="60" y="2"/>
                  </a:cubicBezTo>
                  <a:cubicBezTo>
                    <a:pt x="79" y="2"/>
                    <a:pt x="98" y="2"/>
                    <a:pt x="117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27"/>
                    <a:pt x="121" y="52"/>
                    <a:pt x="121" y="75"/>
                  </a:cubicBezTo>
                  <a:cubicBezTo>
                    <a:pt x="123" y="98"/>
                    <a:pt x="123" y="124"/>
                    <a:pt x="123" y="147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17" y="151"/>
                    <a:pt x="117" y="151"/>
                    <a:pt x="117" y="151"/>
                  </a:cubicBezTo>
                  <a:cubicBezTo>
                    <a:pt x="98" y="151"/>
                    <a:pt x="79" y="151"/>
                    <a:pt x="60" y="149"/>
                  </a:cubicBezTo>
                  <a:lnTo>
                    <a:pt x="3" y="147"/>
                  </a:lnTo>
                  <a:moveTo>
                    <a:pt x="3" y="147"/>
                  </a:moveTo>
                  <a:lnTo>
                    <a:pt x="3" y="147"/>
                  </a:lnTo>
                  <a:cubicBezTo>
                    <a:pt x="62" y="145"/>
                    <a:pt x="62" y="145"/>
                    <a:pt x="62" y="145"/>
                  </a:cubicBezTo>
                  <a:cubicBezTo>
                    <a:pt x="81" y="143"/>
                    <a:pt x="100" y="143"/>
                    <a:pt x="117" y="143"/>
                  </a:cubicBezTo>
                  <a:cubicBezTo>
                    <a:pt x="112" y="147"/>
                    <a:pt x="112" y="147"/>
                    <a:pt x="112" y="147"/>
                  </a:cubicBezTo>
                  <a:cubicBezTo>
                    <a:pt x="112" y="124"/>
                    <a:pt x="112" y="98"/>
                    <a:pt x="114" y="75"/>
                  </a:cubicBezTo>
                  <a:cubicBezTo>
                    <a:pt x="114" y="52"/>
                    <a:pt x="114" y="27"/>
                    <a:pt x="114" y="4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98" y="6"/>
                    <a:pt x="79" y="4"/>
                    <a:pt x="60" y="4"/>
                  </a:cubicBezTo>
                  <a:cubicBezTo>
                    <a:pt x="41" y="4"/>
                    <a:pt x="22" y="6"/>
                    <a:pt x="3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7"/>
                    <a:pt x="7" y="50"/>
                    <a:pt x="7" y="73"/>
                  </a:cubicBezTo>
                  <a:cubicBezTo>
                    <a:pt x="7" y="86"/>
                    <a:pt x="5" y="98"/>
                    <a:pt x="5" y="109"/>
                  </a:cubicBezTo>
                  <a:cubicBezTo>
                    <a:pt x="5" y="122"/>
                    <a:pt x="5" y="134"/>
                    <a:pt x="3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175"/>
            <p:cNvSpPr/>
            <p:nvPr/>
          </p:nvSpPr>
          <p:spPr>
            <a:xfrm>
              <a:off x="9890019" y="2863078"/>
              <a:ext cx="1262735" cy="207373"/>
            </a:xfrm>
            <a:custGeom>
              <a:rect b="b" l="l" r="r" t="t"/>
              <a:pathLst>
                <a:path extrusionOk="0" h="157" w="956">
                  <a:moveTo>
                    <a:pt x="954" y="8"/>
                  </a:moveTo>
                  <a:lnTo>
                    <a:pt x="954" y="8"/>
                  </a:lnTo>
                  <a:cubicBezTo>
                    <a:pt x="956" y="77"/>
                    <a:pt x="956" y="77"/>
                    <a:pt x="956" y="77"/>
                  </a:cubicBezTo>
                  <a:cubicBezTo>
                    <a:pt x="956" y="103"/>
                    <a:pt x="956" y="126"/>
                    <a:pt x="956" y="149"/>
                  </a:cubicBezTo>
                  <a:cubicBezTo>
                    <a:pt x="956" y="155"/>
                    <a:pt x="956" y="155"/>
                    <a:pt x="956" y="155"/>
                  </a:cubicBezTo>
                  <a:cubicBezTo>
                    <a:pt x="952" y="155"/>
                    <a:pt x="952" y="155"/>
                    <a:pt x="952" y="155"/>
                  </a:cubicBezTo>
                  <a:cubicBezTo>
                    <a:pt x="835" y="155"/>
                    <a:pt x="835" y="155"/>
                    <a:pt x="835" y="155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8" y="157"/>
                    <a:pt x="658" y="157"/>
                    <a:pt x="658" y="157"/>
                  </a:cubicBezTo>
                  <a:cubicBezTo>
                    <a:pt x="599" y="157"/>
                    <a:pt x="599" y="157"/>
                    <a:pt x="599" y="157"/>
                  </a:cubicBezTo>
                  <a:cubicBezTo>
                    <a:pt x="538" y="157"/>
                    <a:pt x="538" y="157"/>
                    <a:pt x="538" y="157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4" y="153"/>
                    <a:pt x="244" y="153"/>
                  </a:cubicBezTo>
                  <a:cubicBezTo>
                    <a:pt x="164" y="153"/>
                    <a:pt x="86" y="153"/>
                    <a:pt x="6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6" y="2"/>
                    <a:pt x="166" y="2"/>
                    <a:pt x="246" y="0"/>
                  </a:cubicBezTo>
                  <a:cubicBezTo>
                    <a:pt x="324" y="0"/>
                    <a:pt x="404" y="2"/>
                    <a:pt x="484" y="2"/>
                  </a:cubicBezTo>
                  <a:cubicBezTo>
                    <a:pt x="563" y="2"/>
                    <a:pt x="641" y="4"/>
                    <a:pt x="719" y="4"/>
                  </a:cubicBezTo>
                  <a:lnTo>
                    <a:pt x="954" y="8"/>
                  </a:lnTo>
                  <a:moveTo>
                    <a:pt x="952" y="10"/>
                  </a:moveTo>
                  <a:lnTo>
                    <a:pt x="952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5" y="14"/>
                    <a:pt x="555" y="16"/>
                    <a:pt x="477" y="16"/>
                  </a:cubicBezTo>
                  <a:cubicBezTo>
                    <a:pt x="399" y="16"/>
                    <a:pt x="319" y="19"/>
                    <a:pt x="242" y="16"/>
                  </a:cubicBezTo>
                  <a:cubicBezTo>
                    <a:pt x="164" y="16"/>
                    <a:pt x="8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86" y="147"/>
                    <a:pt x="164" y="147"/>
                    <a:pt x="244" y="147"/>
                  </a:cubicBezTo>
                  <a:cubicBezTo>
                    <a:pt x="284" y="147"/>
                    <a:pt x="322" y="147"/>
                    <a:pt x="362" y="147"/>
                  </a:cubicBezTo>
                  <a:cubicBezTo>
                    <a:pt x="479" y="145"/>
                    <a:pt x="479" y="145"/>
                    <a:pt x="479" y="145"/>
                  </a:cubicBezTo>
                  <a:cubicBezTo>
                    <a:pt x="538" y="142"/>
                    <a:pt x="538" y="142"/>
                    <a:pt x="538" y="142"/>
                  </a:cubicBezTo>
                  <a:cubicBezTo>
                    <a:pt x="599" y="142"/>
                    <a:pt x="599" y="142"/>
                    <a:pt x="599" y="142"/>
                  </a:cubicBezTo>
                  <a:cubicBezTo>
                    <a:pt x="658" y="142"/>
                    <a:pt x="658" y="142"/>
                    <a:pt x="658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2"/>
                    <a:pt x="835" y="142"/>
                    <a:pt x="835" y="142"/>
                  </a:cubicBezTo>
                  <a:cubicBezTo>
                    <a:pt x="952" y="145"/>
                    <a:pt x="952" y="145"/>
                    <a:pt x="952" y="145"/>
                  </a:cubicBezTo>
                  <a:cubicBezTo>
                    <a:pt x="948" y="149"/>
                    <a:pt x="948" y="149"/>
                    <a:pt x="948" y="149"/>
                  </a:cubicBezTo>
                  <a:cubicBezTo>
                    <a:pt x="948" y="128"/>
                    <a:pt x="950" y="105"/>
                    <a:pt x="950" y="80"/>
                  </a:cubicBezTo>
                  <a:lnTo>
                    <a:pt x="952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175"/>
            <p:cNvSpPr/>
            <p:nvPr/>
          </p:nvSpPr>
          <p:spPr>
            <a:xfrm>
              <a:off x="10892547" y="2868362"/>
              <a:ext cx="161144" cy="199448"/>
            </a:xfrm>
            <a:custGeom>
              <a:rect b="b" l="l" r="r" t="t"/>
              <a:pathLst>
                <a:path extrusionOk="0" h="151" w="122">
                  <a:moveTo>
                    <a:pt x="4" y="147"/>
                  </a:moveTo>
                  <a:lnTo>
                    <a:pt x="4" y="147"/>
                  </a:lnTo>
                  <a:cubicBezTo>
                    <a:pt x="2" y="136"/>
                    <a:pt x="2" y="124"/>
                    <a:pt x="2" y="113"/>
                  </a:cubicBezTo>
                  <a:cubicBezTo>
                    <a:pt x="2" y="101"/>
                    <a:pt x="0" y="88"/>
                    <a:pt x="0" y="78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2"/>
                    <a:pt x="42" y="2"/>
                    <a:pt x="61" y="2"/>
                  </a:cubicBezTo>
                  <a:cubicBezTo>
                    <a:pt x="80" y="2"/>
                    <a:pt x="99" y="2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2" y="27"/>
                    <a:pt x="122" y="52"/>
                    <a:pt x="122" y="76"/>
                  </a:cubicBezTo>
                  <a:cubicBezTo>
                    <a:pt x="122" y="99"/>
                    <a:pt x="122" y="124"/>
                    <a:pt x="122" y="147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18" y="151"/>
                    <a:pt x="118" y="151"/>
                    <a:pt x="118" y="151"/>
                  </a:cubicBezTo>
                  <a:cubicBezTo>
                    <a:pt x="99" y="151"/>
                    <a:pt x="80" y="151"/>
                    <a:pt x="59" y="149"/>
                  </a:cubicBezTo>
                  <a:lnTo>
                    <a:pt x="4" y="147"/>
                  </a:lnTo>
                  <a:moveTo>
                    <a:pt x="4" y="147"/>
                  </a:moveTo>
                  <a:lnTo>
                    <a:pt x="4" y="147"/>
                  </a:lnTo>
                  <a:cubicBezTo>
                    <a:pt x="63" y="145"/>
                    <a:pt x="63" y="145"/>
                    <a:pt x="63" y="145"/>
                  </a:cubicBezTo>
                  <a:cubicBezTo>
                    <a:pt x="80" y="143"/>
                    <a:pt x="99" y="143"/>
                    <a:pt x="118" y="14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24"/>
                    <a:pt x="114" y="99"/>
                    <a:pt x="114" y="76"/>
                  </a:cubicBezTo>
                  <a:cubicBezTo>
                    <a:pt x="114" y="52"/>
                    <a:pt x="116" y="27"/>
                    <a:pt x="116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99" y="6"/>
                    <a:pt x="80" y="4"/>
                    <a:pt x="61" y="4"/>
                  </a:cubicBezTo>
                  <a:cubicBezTo>
                    <a:pt x="42" y="4"/>
                    <a:pt x="23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50"/>
                    <a:pt x="6" y="73"/>
                  </a:cubicBezTo>
                  <a:cubicBezTo>
                    <a:pt x="6" y="86"/>
                    <a:pt x="6" y="99"/>
                    <a:pt x="6" y="109"/>
                  </a:cubicBezTo>
                  <a:cubicBezTo>
                    <a:pt x="6" y="122"/>
                    <a:pt x="4" y="134"/>
                    <a:pt x="4" y="147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9350" lIns="90000" spcFirstLastPara="1" rIns="90000" wrap="square" tIns="9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175"/>
            <p:cNvSpPr/>
            <p:nvPr/>
          </p:nvSpPr>
          <p:spPr>
            <a:xfrm>
              <a:off x="10809333" y="300440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31" y="0"/>
                    <a:pt x="25" y="0"/>
                    <a:pt x="19" y="2"/>
                  </a:cubicBezTo>
                  <a:cubicBezTo>
                    <a:pt x="12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175"/>
            <p:cNvSpPr/>
            <p:nvPr/>
          </p:nvSpPr>
          <p:spPr>
            <a:xfrm>
              <a:off x="10792162" y="2989880"/>
              <a:ext cx="33021" cy="2642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9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175"/>
            <p:cNvSpPr/>
            <p:nvPr/>
          </p:nvSpPr>
          <p:spPr>
            <a:xfrm>
              <a:off x="10311372" y="3190649"/>
              <a:ext cx="64722" cy="2642"/>
            </a:xfrm>
            <a:custGeom>
              <a:rect b="b" l="l" r="r" t="t"/>
              <a:pathLst>
                <a:path extrusionOk="0" h="2" w="49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6" y="0"/>
                  </a:cubicBezTo>
                  <a:cubicBezTo>
                    <a:pt x="32" y="0"/>
                    <a:pt x="40" y="0"/>
                    <a:pt x="49" y="0"/>
                  </a:cubicBezTo>
                  <a:cubicBezTo>
                    <a:pt x="40" y="2"/>
                    <a:pt x="32" y="2"/>
                    <a:pt x="26" y="2"/>
                  </a:cubicBezTo>
                  <a:cubicBezTo>
                    <a:pt x="17" y="2"/>
                    <a:pt x="9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175"/>
            <p:cNvSpPr/>
            <p:nvPr/>
          </p:nvSpPr>
          <p:spPr>
            <a:xfrm>
              <a:off x="9953420" y="3298959"/>
              <a:ext cx="50192" cy="2642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175"/>
            <p:cNvSpPr/>
            <p:nvPr/>
          </p:nvSpPr>
          <p:spPr>
            <a:xfrm>
              <a:off x="9965308" y="3287071"/>
              <a:ext cx="18492" cy="3963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bg>
      <p:bgPr>
        <a:solidFill>
          <a:schemeClr val="dk1"/>
        </a:solidFill>
      </p:bgPr>
    </p:bg>
    <p:spTree>
      <p:nvGrpSpPr>
        <p:cNvPr id="5623" name="Shape 5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24" name="Google Shape;5624;p176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625" name="Google Shape;5625;p17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626" name="Google Shape;5626;p176"/>
          <p:cNvSpPr txBox="1"/>
          <p:nvPr>
            <p:ph idx="1" type="subTitle"/>
          </p:nvPr>
        </p:nvSpPr>
        <p:spPr>
          <a:xfrm>
            <a:off x="1223853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27" name="Google Shape;5627;p176"/>
          <p:cNvSpPr txBox="1"/>
          <p:nvPr>
            <p:ph idx="2" type="subTitle"/>
          </p:nvPr>
        </p:nvSpPr>
        <p:spPr>
          <a:xfrm>
            <a:off x="3633761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28" name="Google Shape;5628;p176"/>
          <p:cNvSpPr txBox="1"/>
          <p:nvPr>
            <p:ph idx="3" type="subTitle"/>
          </p:nvPr>
        </p:nvSpPr>
        <p:spPr>
          <a:xfrm>
            <a:off x="6043647" y="2929575"/>
            <a:ext cx="1876500" cy="112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29" name="Google Shape;5629;p176"/>
          <p:cNvSpPr txBox="1"/>
          <p:nvPr>
            <p:ph idx="4" type="subTitle"/>
          </p:nvPr>
        </p:nvSpPr>
        <p:spPr>
          <a:xfrm>
            <a:off x="1223853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630" name="Google Shape;5630;p176"/>
          <p:cNvSpPr txBox="1"/>
          <p:nvPr>
            <p:ph idx="5" type="subTitle"/>
          </p:nvPr>
        </p:nvSpPr>
        <p:spPr>
          <a:xfrm>
            <a:off x="3633761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631" name="Google Shape;5631;p176"/>
          <p:cNvSpPr txBox="1"/>
          <p:nvPr>
            <p:ph idx="6" type="subTitle"/>
          </p:nvPr>
        </p:nvSpPr>
        <p:spPr>
          <a:xfrm>
            <a:off x="6043647" y="2520675"/>
            <a:ext cx="1876500" cy="4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5632" name="Google Shape;5632;p17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633" name="Google Shape;5633;p176"/>
            <p:cNvSpPr/>
            <p:nvPr/>
          </p:nvSpPr>
          <p:spPr>
            <a:xfrm>
              <a:off x="444975" y="4764550"/>
              <a:ext cx="73846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176"/>
            <p:cNvSpPr/>
            <p:nvPr/>
          </p:nvSpPr>
          <p:spPr>
            <a:xfrm rot="-5400000">
              <a:off x="-1832726" y="2533050"/>
              <a:ext cx="43996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17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176"/>
            <p:cNvSpPr/>
            <p:nvPr/>
          </p:nvSpPr>
          <p:spPr>
            <a:xfrm rot="-5400000">
              <a:off x="7238725" y="1877825"/>
              <a:ext cx="30891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37" name="Google Shape;5637;p176"/>
          <p:cNvGrpSpPr/>
          <p:nvPr/>
        </p:nvGrpSpPr>
        <p:grpSpPr>
          <a:xfrm flipH="1">
            <a:off x="8278560" y="4022366"/>
            <a:ext cx="1488946" cy="955802"/>
            <a:chOff x="-1053822" y="5316830"/>
            <a:chExt cx="1773822" cy="1138537"/>
          </a:xfrm>
        </p:grpSpPr>
        <p:sp>
          <p:nvSpPr>
            <p:cNvPr id="5638" name="Google Shape;5638;p176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176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176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176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176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176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176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176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176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176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176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176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176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176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176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176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176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176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176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176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176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176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176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176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176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176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176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176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176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176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176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176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176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176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176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176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176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176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176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176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176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176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176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176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176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176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176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176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bg>
      <p:bgPr>
        <a:solidFill>
          <a:schemeClr val="dk1"/>
        </a:solidFill>
      </p:bgPr>
    </p:bg>
    <p:spTree>
      <p:nvGrpSpPr>
        <p:cNvPr id="5686" name="Shape 5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87" name="Google Shape;5687;p177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688" name="Google Shape;5688;p17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689" name="Google Shape;5689;p177"/>
          <p:cNvSpPr txBox="1"/>
          <p:nvPr>
            <p:ph idx="1" type="subTitle"/>
          </p:nvPr>
        </p:nvSpPr>
        <p:spPr>
          <a:xfrm>
            <a:off x="2279380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90" name="Google Shape;5690;p177"/>
          <p:cNvSpPr txBox="1"/>
          <p:nvPr>
            <p:ph idx="2" type="subTitle"/>
          </p:nvPr>
        </p:nvSpPr>
        <p:spPr>
          <a:xfrm>
            <a:off x="5783581" y="1886037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91" name="Google Shape;5691;p177"/>
          <p:cNvSpPr txBox="1"/>
          <p:nvPr>
            <p:ph idx="3" type="subTitle"/>
          </p:nvPr>
        </p:nvSpPr>
        <p:spPr>
          <a:xfrm>
            <a:off x="2279380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92" name="Google Shape;5692;p177"/>
          <p:cNvSpPr txBox="1"/>
          <p:nvPr>
            <p:ph idx="4" type="subTitle"/>
          </p:nvPr>
        </p:nvSpPr>
        <p:spPr>
          <a:xfrm>
            <a:off x="5783581" y="3528962"/>
            <a:ext cx="1940400" cy="61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93" name="Google Shape;5693;p177"/>
          <p:cNvSpPr txBox="1"/>
          <p:nvPr>
            <p:ph idx="5" type="subTitle"/>
          </p:nvPr>
        </p:nvSpPr>
        <p:spPr>
          <a:xfrm>
            <a:off x="2279380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694" name="Google Shape;5694;p177"/>
          <p:cNvSpPr txBox="1"/>
          <p:nvPr>
            <p:ph idx="6" type="subTitle"/>
          </p:nvPr>
        </p:nvSpPr>
        <p:spPr>
          <a:xfrm>
            <a:off x="2279380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695" name="Google Shape;5695;p177"/>
          <p:cNvSpPr txBox="1"/>
          <p:nvPr>
            <p:ph idx="7" type="subTitle"/>
          </p:nvPr>
        </p:nvSpPr>
        <p:spPr>
          <a:xfrm>
            <a:off x="5783579" y="1623938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696" name="Google Shape;5696;p177"/>
          <p:cNvSpPr txBox="1"/>
          <p:nvPr>
            <p:ph idx="8" type="subTitle"/>
          </p:nvPr>
        </p:nvSpPr>
        <p:spPr>
          <a:xfrm>
            <a:off x="5783579" y="3266764"/>
            <a:ext cx="1940400" cy="41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5697" name="Google Shape;5697;p177"/>
          <p:cNvGrpSpPr/>
          <p:nvPr/>
        </p:nvGrpSpPr>
        <p:grpSpPr>
          <a:xfrm>
            <a:off x="-498149" y="3741653"/>
            <a:ext cx="1175174" cy="1017149"/>
            <a:chOff x="-498149" y="884153"/>
            <a:chExt cx="1175174" cy="1017149"/>
          </a:xfrm>
        </p:grpSpPr>
        <p:sp>
          <p:nvSpPr>
            <p:cNvPr id="5698" name="Google Shape;5698;p177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177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177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177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177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177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177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177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177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177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177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177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177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177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177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177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177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177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177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177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177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177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177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177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177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3" name="Google Shape;5723;p17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724" name="Google Shape;5724;p177"/>
            <p:cNvSpPr/>
            <p:nvPr/>
          </p:nvSpPr>
          <p:spPr>
            <a:xfrm>
              <a:off x="1048125" y="4764550"/>
              <a:ext cx="76509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177"/>
            <p:cNvSpPr/>
            <p:nvPr/>
          </p:nvSpPr>
          <p:spPr>
            <a:xfrm rot="-5400000">
              <a:off x="-1065337" y="1765664"/>
              <a:ext cx="2864848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17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17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bg>
      <p:bgPr>
        <a:solidFill>
          <a:schemeClr val="dk1"/>
        </a:solidFill>
      </p:bgPr>
    </p:bg>
    <p:spTree>
      <p:nvGrpSpPr>
        <p:cNvPr id="5728" name="Shape 5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29" name="Google Shape;5729;p178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730" name="Google Shape;5730;p17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731" name="Google Shape;5731;p178"/>
          <p:cNvSpPr txBox="1"/>
          <p:nvPr>
            <p:ph idx="1" type="subTitle"/>
          </p:nvPr>
        </p:nvSpPr>
        <p:spPr>
          <a:xfrm>
            <a:off x="1044753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32" name="Google Shape;5732;p178"/>
          <p:cNvSpPr txBox="1"/>
          <p:nvPr>
            <p:ph idx="2" type="subTitle"/>
          </p:nvPr>
        </p:nvSpPr>
        <p:spPr>
          <a:xfrm>
            <a:off x="3574050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33" name="Google Shape;5733;p178"/>
          <p:cNvSpPr txBox="1"/>
          <p:nvPr>
            <p:ph idx="3" type="subTitle"/>
          </p:nvPr>
        </p:nvSpPr>
        <p:spPr>
          <a:xfrm>
            <a:off x="1044753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34" name="Google Shape;5734;p178"/>
          <p:cNvSpPr txBox="1"/>
          <p:nvPr>
            <p:ph idx="4" type="subTitle"/>
          </p:nvPr>
        </p:nvSpPr>
        <p:spPr>
          <a:xfrm>
            <a:off x="3574050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35" name="Google Shape;5735;p178"/>
          <p:cNvSpPr txBox="1"/>
          <p:nvPr>
            <p:ph idx="5" type="subTitle"/>
          </p:nvPr>
        </p:nvSpPr>
        <p:spPr>
          <a:xfrm>
            <a:off x="6103347" y="2041876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36" name="Google Shape;5736;p178"/>
          <p:cNvSpPr txBox="1"/>
          <p:nvPr>
            <p:ph idx="6" type="subTitle"/>
          </p:nvPr>
        </p:nvSpPr>
        <p:spPr>
          <a:xfrm>
            <a:off x="6103347" y="3821479"/>
            <a:ext cx="19959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37" name="Google Shape;5737;p178"/>
          <p:cNvSpPr txBox="1"/>
          <p:nvPr>
            <p:ph idx="7" type="subTitle"/>
          </p:nvPr>
        </p:nvSpPr>
        <p:spPr>
          <a:xfrm>
            <a:off x="1044753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738" name="Google Shape;5738;p178"/>
          <p:cNvSpPr txBox="1"/>
          <p:nvPr>
            <p:ph idx="8" type="subTitle"/>
          </p:nvPr>
        </p:nvSpPr>
        <p:spPr>
          <a:xfrm>
            <a:off x="3574050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739" name="Google Shape;5739;p178"/>
          <p:cNvSpPr txBox="1"/>
          <p:nvPr>
            <p:ph idx="9" type="subTitle"/>
          </p:nvPr>
        </p:nvSpPr>
        <p:spPr>
          <a:xfrm>
            <a:off x="6103347" y="1793221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740" name="Google Shape;5740;p178"/>
          <p:cNvSpPr txBox="1"/>
          <p:nvPr>
            <p:ph idx="13" type="subTitle"/>
          </p:nvPr>
        </p:nvSpPr>
        <p:spPr>
          <a:xfrm>
            <a:off x="1044753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741" name="Google Shape;5741;p178"/>
          <p:cNvSpPr txBox="1"/>
          <p:nvPr>
            <p:ph idx="14" type="subTitle"/>
          </p:nvPr>
        </p:nvSpPr>
        <p:spPr>
          <a:xfrm>
            <a:off x="3574050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742" name="Google Shape;5742;p178"/>
          <p:cNvSpPr txBox="1"/>
          <p:nvPr>
            <p:ph idx="15" type="subTitle"/>
          </p:nvPr>
        </p:nvSpPr>
        <p:spPr>
          <a:xfrm>
            <a:off x="6103347" y="3572725"/>
            <a:ext cx="19959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grpSp>
        <p:nvGrpSpPr>
          <p:cNvPr id="5743" name="Google Shape;5743;p178"/>
          <p:cNvGrpSpPr/>
          <p:nvPr/>
        </p:nvGrpSpPr>
        <p:grpSpPr>
          <a:xfrm flipH="1">
            <a:off x="8423974" y="1257907"/>
            <a:ext cx="1248129" cy="860168"/>
            <a:chOff x="-4004220" y="1207709"/>
            <a:chExt cx="3372411" cy="2324149"/>
          </a:xfrm>
        </p:grpSpPr>
        <p:sp>
          <p:nvSpPr>
            <p:cNvPr id="5744" name="Google Shape;5744;p178"/>
            <p:cNvSpPr/>
            <p:nvPr/>
          </p:nvSpPr>
          <p:spPr>
            <a:xfrm>
              <a:off x="-1066214" y="1464902"/>
              <a:ext cx="434405" cy="1630983"/>
            </a:xfrm>
            <a:custGeom>
              <a:rect b="b" l="l" r="r" t="t"/>
              <a:pathLst>
                <a:path extrusionOk="0" h="1040" w="277">
                  <a:moveTo>
                    <a:pt x="269" y="1036"/>
                  </a:moveTo>
                  <a:lnTo>
                    <a:pt x="269" y="1036"/>
                  </a:lnTo>
                  <a:cubicBezTo>
                    <a:pt x="139" y="1038"/>
                    <a:pt x="139" y="1038"/>
                    <a:pt x="139" y="1038"/>
                  </a:cubicBezTo>
                  <a:cubicBezTo>
                    <a:pt x="6" y="1040"/>
                    <a:pt x="6" y="1040"/>
                    <a:pt x="6" y="1040"/>
                  </a:cubicBezTo>
                  <a:cubicBezTo>
                    <a:pt x="0" y="1040"/>
                    <a:pt x="0" y="1040"/>
                    <a:pt x="0" y="1040"/>
                  </a:cubicBezTo>
                  <a:cubicBezTo>
                    <a:pt x="0" y="1036"/>
                    <a:pt x="0" y="1036"/>
                    <a:pt x="0" y="1036"/>
                  </a:cubicBezTo>
                  <a:cubicBezTo>
                    <a:pt x="0" y="950"/>
                    <a:pt x="0" y="864"/>
                    <a:pt x="0" y="778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2" y="521"/>
                    <a:pt x="2" y="521"/>
                    <a:pt x="2" y="521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7" y="267"/>
                    <a:pt x="277" y="267"/>
                    <a:pt x="277" y="267"/>
                  </a:cubicBezTo>
                  <a:cubicBezTo>
                    <a:pt x="277" y="525"/>
                    <a:pt x="277" y="525"/>
                    <a:pt x="277" y="525"/>
                  </a:cubicBezTo>
                  <a:cubicBezTo>
                    <a:pt x="273" y="782"/>
                    <a:pt x="273" y="782"/>
                    <a:pt x="273" y="782"/>
                  </a:cubicBezTo>
                  <a:lnTo>
                    <a:pt x="269" y="1036"/>
                  </a:lnTo>
                  <a:moveTo>
                    <a:pt x="269" y="1034"/>
                  </a:moveTo>
                  <a:lnTo>
                    <a:pt x="269" y="1034"/>
                  </a:lnTo>
                  <a:cubicBezTo>
                    <a:pt x="265" y="776"/>
                    <a:pt x="265" y="776"/>
                    <a:pt x="265" y="776"/>
                  </a:cubicBezTo>
                  <a:cubicBezTo>
                    <a:pt x="262" y="517"/>
                    <a:pt x="262" y="517"/>
                    <a:pt x="262" y="517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521"/>
                    <a:pt x="12" y="521"/>
                    <a:pt x="12" y="521"/>
                  </a:cubicBezTo>
                  <a:cubicBezTo>
                    <a:pt x="12" y="649"/>
                    <a:pt x="12" y="649"/>
                    <a:pt x="12" y="649"/>
                  </a:cubicBezTo>
                  <a:cubicBezTo>
                    <a:pt x="14" y="778"/>
                    <a:pt x="14" y="778"/>
                    <a:pt x="14" y="778"/>
                  </a:cubicBezTo>
                  <a:cubicBezTo>
                    <a:pt x="14" y="864"/>
                    <a:pt x="12" y="950"/>
                    <a:pt x="12" y="1036"/>
                  </a:cubicBezTo>
                  <a:cubicBezTo>
                    <a:pt x="6" y="1030"/>
                    <a:pt x="6" y="1030"/>
                    <a:pt x="6" y="1030"/>
                  </a:cubicBezTo>
                  <a:cubicBezTo>
                    <a:pt x="136" y="1032"/>
                    <a:pt x="136" y="1032"/>
                    <a:pt x="136" y="1032"/>
                  </a:cubicBezTo>
                  <a:lnTo>
                    <a:pt x="269" y="103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178"/>
            <p:cNvSpPr/>
            <p:nvPr/>
          </p:nvSpPr>
          <p:spPr>
            <a:xfrm>
              <a:off x="-970550" y="2674024"/>
              <a:ext cx="239942" cy="297968"/>
            </a:xfrm>
            <a:custGeom>
              <a:rect b="b" l="l" r="r" t="t"/>
              <a:pathLst>
                <a:path extrusionOk="0" h="190" w="153">
                  <a:moveTo>
                    <a:pt x="151" y="185"/>
                  </a:moveTo>
                  <a:lnTo>
                    <a:pt x="151" y="185"/>
                  </a:lnTo>
                  <a:cubicBezTo>
                    <a:pt x="126" y="187"/>
                    <a:pt x="103" y="187"/>
                    <a:pt x="78" y="187"/>
                  </a:cubicBezTo>
                  <a:cubicBezTo>
                    <a:pt x="54" y="190"/>
                    <a:pt x="29" y="190"/>
                    <a:pt x="4" y="19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56"/>
                    <a:pt x="2" y="125"/>
                    <a:pt x="2" y="95"/>
                  </a:cubicBezTo>
                  <a:cubicBezTo>
                    <a:pt x="4" y="66"/>
                    <a:pt x="2" y="36"/>
                    <a:pt x="2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9" y="2"/>
                    <a:pt x="52" y="2"/>
                    <a:pt x="78" y="0"/>
                  </a:cubicBezTo>
                  <a:cubicBezTo>
                    <a:pt x="101" y="0"/>
                    <a:pt x="126" y="0"/>
                    <a:pt x="149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36"/>
                    <a:pt x="153" y="66"/>
                    <a:pt x="153" y="97"/>
                  </a:cubicBezTo>
                  <a:cubicBezTo>
                    <a:pt x="151" y="141"/>
                    <a:pt x="151" y="141"/>
                    <a:pt x="151" y="141"/>
                  </a:cubicBezTo>
                  <a:lnTo>
                    <a:pt x="151" y="185"/>
                  </a:lnTo>
                  <a:moveTo>
                    <a:pt x="149" y="185"/>
                  </a:moveTo>
                  <a:lnTo>
                    <a:pt x="149" y="185"/>
                  </a:lnTo>
                  <a:cubicBezTo>
                    <a:pt x="147" y="139"/>
                    <a:pt x="147" y="139"/>
                    <a:pt x="147" y="139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5" y="64"/>
                    <a:pt x="145" y="34"/>
                    <a:pt x="145" y="5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26" y="9"/>
                    <a:pt x="101" y="9"/>
                    <a:pt x="78" y="9"/>
                  </a:cubicBezTo>
                  <a:cubicBezTo>
                    <a:pt x="52" y="9"/>
                    <a:pt x="29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6"/>
                    <a:pt x="4" y="66"/>
                    <a:pt x="6" y="95"/>
                  </a:cubicBezTo>
                  <a:cubicBezTo>
                    <a:pt x="6" y="125"/>
                    <a:pt x="8" y="156"/>
                    <a:pt x="8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7" y="181"/>
                    <a:pt x="52" y="183"/>
                    <a:pt x="75" y="183"/>
                  </a:cubicBezTo>
                  <a:cubicBezTo>
                    <a:pt x="101" y="183"/>
                    <a:pt x="124" y="183"/>
                    <a:pt x="149" y="18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178"/>
            <p:cNvSpPr/>
            <p:nvPr/>
          </p:nvSpPr>
          <p:spPr>
            <a:xfrm>
              <a:off x="-1059941" y="1656229"/>
              <a:ext cx="418723" cy="59594"/>
            </a:xfrm>
            <a:custGeom>
              <a:rect b="b" l="l" r="r" t="t"/>
              <a:pathLst>
                <a:path extrusionOk="0" h="38" w="267">
                  <a:moveTo>
                    <a:pt x="265" y="35"/>
                  </a:moveTo>
                  <a:lnTo>
                    <a:pt x="265" y="35"/>
                  </a:lnTo>
                  <a:cubicBezTo>
                    <a:pt x="244" y="35"/>
                    <a:pt x="223" y="35"/>
                    <a:pt x="202" y="38"/>
                  </a:cubicBezTo>
                  <a:cubicBezTo>
                    <a:pt x="179" y="38"/>
                    <a:pt x="158" y="38"/>
                    <a:pt x="135" y="38"/>
                  </a:cubicBezTo>
                  <a:cubicBezTo>
                    <a:pt x="114" y="38"/>
                    <a:pt x="90" y="38"/>
                    <a:pt x="69" y="35"/>
                  </a:cubicBezTo>
                  <a:cubicBezTo>
                    <a:pt x="46" y="35"/>
                    <a:pt x="25" y="35"/>
                    <a:pt x="2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5" y="2"/>
                    <a:pt x="46" y="2"/>
                    <a:pt x="67" y="2"/>
                  </a:cubicBezTo>
                  <a:cubicBezTo>
                    <a:pt x="90" y="0"/>
                    <a:pt x="111" y="0"/>
                    <a:pt x="135" y="0"/>
                  </a:cubicBezTo>
                  <a:cubicBezTo>
                    <a:pt x="156" y="0"/>
                    <a:pt x="179" y="0"/>
                    <a:pt x="200" y="2"/>
                  </a:cubicBezTo>
                  <a:cubicBezTo>
                    <a:pt x="221" y="2"/>
                    <a:pt x="244" y="2"/>
                    <a:pt x="265" y="4"/>
                  </a:cubicBezTo>
                  <a:cubicBezTo>
                    <a:pt x="267" y="4"/>
                    <a:pt x="267" y="4"/>
                    <a:pt x="267" y="4"/>
                  </a:cubicBezTo>
                  <a:lnTo>
                    <a:pt x="267" y="4"/>
                  </a:lnTo>
                  <a:lnTo>
                    <a:pt x="265" y="35"/>
                  </a:lnTo>
                  <a:moveTo>
                    <a:pt x="265" y="33"/>
                  </a:moveTo>
                  <a:lnTo>
                    <a:pt x="265" y="33"/>
                  </a:lnTo>
                  <a:cubicBezTo>
                    <a:pt x="263" y="4"/>
                    <a:pt x="263" y="4"/>
                    <a:pt x="263" y="4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44" y="8"/>
                    <a:pt x="221" y="8"/>
                    <a:pt x="200" y="8"/>
                  </a:cubicBezTo>
                  <a:cubicBezTo>
                    <a:pt x="179" y="8"/>
                    <a:pt x="156" y="10"/>
                    <a:pt x="135" y="10"/>
                  </a:cubicBezTo>
                  <a:cubicBezTo>
                    <a:pt x="111" y="10"/>
                    <a:pt x="90" y="8"/>
                    <a:pt x="67" y="8"/>
                  </a:cubicBezTo>
                  <a:cubicBezTo>
                    <a:pt x="46" y="8"/>
                    <a:pt x="25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5" y="33"/>
                    <a:pt x="46" y="33"/>
                    <a:pt x="67" y="33"/>
                  </a:cubicBezTo>
                  <a:cubicBezTo>
                    <a:pt x="90" y="31"/>
                    <a:pt x="111" y="31"/>
                    <a:pt x="132" y="31"/>
                  </a:cubicBezTo>
                  <a:cubicBezTo>
                    <a:pt x="153" y="31"/>
                    <a:pt x="177" y="31"/>
                    <a:pt x="198" y="31"/>
                  </a:cubicBezTo>
                  <a:cubicBezTo>
                    <a:pt x="221" y="33"/>
                    <a:pt x="242" y="33"/>
                    <a:pt x="265" y="3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178"/>
            <p:cNvSpPr/>
            <p:nvPr/>
          </p:nvSpPr>
          <p:spPr>
            <a:xfrm>
              <a:off x="-667878" y="1668775"/>
              <a:ext cx="0" cy="36070"/>
            </a:xfrm>
            <a:custGeom>
              <a:rect b="b" l="l" r="r" t="t"/>
              <a:pathLst>
                <a:path extrusionOk="0" fill="none" h="23" w="120000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5"/>
                    <a:pt x="0" y="2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178"/>
            <p:cNvSpPr/>
            <p:nvPr/>
          </p:nvSpPr>
          <p:spPr>
            <a:xfrm>
              <a:off x="-3081415" y="1207709"/>
              <a:ext cx="697871" cy="1892881"/>
            </a:xfrm>
            <a:custGeom>
              <a:rect b="b" l="l" r="r" t="t"/>
              <a:pathLst>
                <a:path extrusionOk="0" h="1207" w="445">
                  <a:moveTo>
                    <a:pt x="437" y="1200"/>
                  </a:moveTo>
                  <a:lnTo>
                    <a:pt x="437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2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6" y="208"/>
                    <a:pt x="444" y="309"/>
                  </a:cubicBezTo>
                  <a:cubicBezTo>
                    <a:pt x="444" y="408"/>
                    <a:pt x="444" y="509"/>
                    <a:pt x="444" y="607"/>
                  </a:cubicBezTo>
                  <a:cubicBezTo>
                    <a:pt x="440" y="904"/>
                    <a:pt x="440" y="904"/>
                    <a:pt x="440" y="904"/>
                  </a:cubicBezTo>
                  <a:lnTo>
                    <a:pt x="437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406"/>
                    <a:pt x="11" y="504"/>
                    <a:pt x="13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178"/>
            <p:cNvSpPr/>
            <p:nvPr/>
          </p:nvSpPr>
          <p:spPr>
            <a:xfrm>
              <a:off x="-3072005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8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6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6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1"/>
                    <a:pt x="2" y="95"/>
                    <a:pt x="2" y="139"/>
                  </a:cubicBezTo>
                  <a:cubicBezTo>
                    <a:pt x="2" y="185"/>
                    <a:pt x="5" y="229"/>
                    <a:pt x="5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8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178"/>
            <p:cNvSpPr/>
            <p:nvPr/>
          </p:nvSpPr>
          <p:spPr>
            <a:xfrm>
              <a:off x="-2869701" y="1745619"/>
              <a:ext cx="272876" cy="39206"/>
            </a:xfrm>
            <a:custGeom>
              <a:rect b="b" l="l" r="r" t="t"/>
              <a:pathLst>
                <a:path extrusionOk="0" h="25" w="174">
                  <a:moveTo>
                    <a:pt x="172" y="23"/>
                  </a:moveTo>
                  <a:lnTo>
                    <a:pt x="172" y="23"/>
                  </a:lnTo>
                  <a:cubicBezTo>
                    <a:pt x="159" y="23"/>
                    <a:pt x="145" y="23"/>
                    <a:pt x="132" y="25"/>
                  </a:cubicBezTo>
                  <a:cubicBezTo>
                    <a:pt x="117" y="25"/>
                    <a:pt x="103" y="25"/>
                    <a:pt x="88" y="25"/>
                  </a:cubicBezTo>
                  <a:cubicBezTo>
                    <a:pt x="73" y="25"/>
                    <a:pt x="59" y="25"/>
                    <a:pt x="44" y="23"/>
                  </a:cubicBezTo>
                  <a:cubicBezTo>
                    <a:pt x="29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29" y="0"/>
                    <a:pt x="44" y="0"/>
                  </a:cubicBezTo>
                  <a:cubicBezTo>
                    <a:pt x="59" y="0"/>
                    <a:pt x="73" y="0"/>
                    <a:pt x="86" y="0"/>
                  </a:cubicBezTo>
                  <a:cubicBezTo>
                    <a:pt x="115" y="0"/>
                    <a:pt x="145" y="0"/>
                    <a:pt x="172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4"/>
                    <a:pt x="174" y="4"/>
                    <a:pt x="174" y="4"/>
                  </a:cubicBezTo>
                  <a:lnTo>
                    <a:pt x="172" y="23"/>
                  </a:lnTo>
                  <a:moveTo>
                    <a:pt x="172" y="21"/>
                  </a:moveTo>
                  <a:lnTo>
                    <a:pt x="172" y="21"/>
                  </a:lnTo>
                  <a:cubicBezTo>
                    <a:pt x="170" y="4"/>
                    <a:pt x="170" y="4"/>
                    <a:pt x="170" y="4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45" y="8"/>
                    <a:pt x="115" y="8"/>
                    <a:pt x="86" y="8"/>
                  </a:cubicBezTo>
                  <a:cubicBezTo>
                    <a:pt x="73" y="8"/>
                    <a:pt x="59" y="8"/>
                    <a:pt x="44" y="8"/>
                  </a:cubicBezTo>
                  <a:cubicBezTo>
                    <a:pt x="29" y="8"/>
                    <a:pt x="17" y="8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4" y="21"/>
                    <a:pt x="29" y="21"/>
                    <a:pt x="44" y="21"/>
                  </a:cubicBezTo>
                  <a:cubicBezTo>
                    <a:pt x="59" y="18"/>
                    <a:pt x="71" y="18"/>
                    <a:pt x="86" y="18"/>
                  </a:cubicBezTo>
                  <a:cubicBezTo>
                    <a:pt x="98" y="18"/>
                    <a:pt x="113" y="18"/>
                    <a:pt x="128" y="18"/>
                  </a:cubicBezTo>
                  <a:cubicBezTo>
                    <a:pt x="143" y="21"/>
                    <a:pt x="157" y="21"/>
                    <a:pt x="172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178"/>
            <p:cNvSpPr/>
            <p:nvPr/>
          </p:nvSpPr>
          <p:spPr>
            <a:xfrm>
              <a:off x="-2830495" y="1817759"/>
              <a:ext cx="188190" cy="39206"/>
            </a:xfrm>
            <a:custGeom>
              <a:rect b="b" l="l" r="r" t="t"/>
              <a:pathLst>
                <a:path extrusionOk="0" h="25" w="120">
                  <a:moveTo>
                    <a:pt x="118" y="21"/>
                  </a:moveTo>
                  <a:lnTo>
                    <a:pt x="118" y="21"/>
                  </a:lnTo>
                  <a:cubicBezTo>
                    <a:pt x="101" y="23"/>
                    <a:pt x="82" y="25"/>
                    <a:pt x="61" y="25"/>
                  </a:cubicBezTo>
                  <a:cubicBezTo>
                    <a:pt x="52" y="25"/>
                    <a:pt x="42" y="23"/>
                    <a:pt x="31" y="23"/>
                  </a:cubicBezTo>
                  <a:cubicBezTo>
                    <a:pt x="21" y="23"/>
                    <a:pt x="13" y="23"/>
                    <a:pt x="2" y="23"/>
                  </a:cubicBezTo>
                  <a:lnTo>
                    <a:pt x="2" y="23"/>
                  </a:lnTo>
                  <a:cubicBezTo>
                    <a:pt x="2" y="21"/>
                    <a:pt x="2" y="21"/>
                    <a:pt x="2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3" y="0"/>
                    <a:pt x="21" y="0"/>
                    <a:pt x="31" y="0"/>
                  </a:cubicBezTo>
                  <a:cubicBezTo>
                    <a:pt x="40" y="0"/>
                    <a:pt x="50" y="0"/>
                    <a:pt x="61" y="0"/>
                  </a:cubicBezTo>
                  <a:cubicBezTo>
                    <a:pt x="69" y="0"/>
                    <a:pt x="80" y="0"/>
                    <a:pt x="88" y="0"/>
                  </a:cubicBezTo>
                  <a:cubicBezTo>
                    <a:pt x="99" y="0"/>
                    <a:pt x="107" y="0"/>
                    <a:pt x="118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10"/>
                    <a:pt x="118" y="17"/>
                    <a:pt x="118" y="21"/>
                  </a:cubicBezTo>
                  <a:moveTo>
                    <a:pt x="118" y="21"/>
                  </a:moveTo>
                  <a:lnTo>
                    <a:pt x="118" y="21"/>
                  </a:lnTo>
                  <a:cubicBezTo>
                    <a:pt x="118" y="15"/>
                    <a:pt x="115" y="8"/>
                    <a:pt x="115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07" y="6"/>
                    <a:pt x="99" y="6"/>
                    <a:pt x="88" y="8"/>
                  </a:cubicBezTo>
                  <a:cubicBezTo>
                    <a:pt x="80" y="8"/>
                    <a:pt x="69" y="8"/>
                    <a:pt x="61" y="8"/>
                  </a:cubicBezTo>
                  <a:cubicBezTo>
                    <a:pt x="50" y="8"/>
                    <a:pt x="40" y="8"/>
                    <a:pt x="31" y="8"/>
                  </a:cubicBezTo>
                  <a:cubicBezTo>
                    <a:pt x="21" y="6"/>
                    <a:pt x="13" y="6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0"/>
                    <a:pt x="4" y="15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3" y="21"/>
                    <a:pt x="21" y="21"/>
                    <a:pt x="31" y="19"/>
                  </a:cubicBezTo>
                  <a:cubicBezTo>
                    <a:pt x="40" y="19"/>
                    <a:pt x="48" y="17"/>
                    <a:pt x="59" y="19"/>
                  </a:cubicBezTo>
                  <a:cubicBezTo>
                    <a:pt x="78" y="19"/>
                    <a:pt x="96" y="19"/>
                    <a:pt x="118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178"/>
            <p:cNvSpPr/>
            <p:nvPr/>
          </p:nvSpPr>
          <p:spPr>
            <a:xfrm>
              <a:off x="-306886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2" y="26"/>
                    <a:pt x="356" y="26"/>
                    <a:pt x="320" y="26"/>
                  </a:cubicBezTo>
                  <a:cubicBezTo>
                    <a:pt x="286" y="29"/>
                    <a:pt x="251" y="29"/>
                    <a:pt x="215" y="29"/>
                  </a:cubicBezTo>
                  <a:cubicBezTo>
                    <a:pt x="179" y="29"/>
                    <a:pt x="144" y="26"/>
                    <a:pt x="108" y="26"/>
                  </a:cubicBezTo>
                  <a:cubicBezTo>
                    <a:pt x="74" y="26"/>
                    <a:pt x="38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8" y="1"/>
                    <a:pt x="74" y="1"/>
                    <a:pt x="108" y="1"/>
                  </a:cubicBezTo>
                  <a:cubicBezTo>
                    <a:pt x="144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4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4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4" y="10"/>
                    <a:pt x="108" y="7"/>
                  </a:cubicBezTo>
                  <a:cubicBezTo>
                    <a:pt x="74" y="7"/>
                    <a:pt x="38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8" y="24"/>
                    <a:pt x="74" y="24"/>
                    <a:pt x="108" y="22"/>
                  </a:cubicBezTo>
                  <a:cubicBezTo>
                    <a:pt x="144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4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178"/>
            <p:cNvSpPr/>
            <p:nvPr/>
          </p:nvSpPr>
          <p:spPr>
            <a:xfrm>
              <a:off x="-3054754" y="1351988"/>
              <a:ext cx="0" cy="29797"/>
            </a:xfrm>
            <a:custGeom>
              <a:rect b="b" l="l" r="r" t="t"/>
              <a:pathLst>
                <a:path extrusionOk="0" fill="none" h="19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178"/>
            <p:cNvSpPr/>
            <p:nvPr/>
          </p:nvSpPr>
          <p:spPr>
            <a:xfrm>
              <a:off x="-2414908" y="1345715"/>
              <a:ext cx="0" cy="39206"/>
            </a:xfrm>
            <a:custGeom>
              <a:rect b="b" l="l" r="r" t="t"/>
              <a:pathLst>
                <a:path extrusionOk="0" fill="none" h="25" w="120000">
                  <a:moveTo>
                    <a:pt x="0" y="0"/>
                  </a:moveTo>
                  <a:lnTo>
                    <a:pt x="0" y="0"/>
                  </a:lnTo>
                  <a:cubicBezTo>
                    <a:pt x="0" y="9"/>
                    <a:pt x="0" y="17"/>
                    <a:pt x="0" y="2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178"/>
            <p:cNvSpPr/>
            <p:nvPr/>
          </p:nvSpPr>
          <p:spPr>
            <a:xfrm>
              <a:off x="-3068869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2" y="48"/>
                    <a:pt x="356" y="50"/>
                    <a:pt x="320" y="50"/>
                  </a:cubicBezTo>
                  <a:cubicBezTo>
                    <a:pt x="286" y="50"/>
                    <a:pt x="251" y="50"/>
                    <a:pt x="215" y="50"/>
                  </a:cubicBezTo>
                  <a:cubicBezTo>
                    <a:pt x="179" y="50"/>
                    <a:pt x="144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8" y="2"/>
                    <a:pt x="74" y="2"/>
                    <a:pt x="108" y="2"/>
                  </a:cubicBezTo>
                  <a:cubicBezTo>
                    <a:pt x="144" y="2"/>
                    <a:pt x="179" y="0"/>
                    <a:pt x="213" y="0"/>
                  </a:cubicBezTo>
                  <a:cubicBezTo>
                    <a:pt x="284" y="0"/>
                    <a:pt x="354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4" y="8"/>
                    <a:pt x="284" y="10"/>
                    <a:pt x="213" y="10"/>
                  </a:cubicBezTo>
                  <a:cubicBezTo>
                    <a:pt x="179" y="10"/>
                    <a:pt x="144" y="8"/>
                    <a:pt x="108" y="8"/>
                  </a:cubicBezTo>
                  <a:cubicBezTo>
                    <a:pt x="74" y="8"/>
                    <a:pt x="38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4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4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178"/>
            <p:cNvSpPr/>
            <p:nvPr/>
          </p:nvSpPr>
          <p:spPr>
            <a:xfrm>
              <a:off x="-3054754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178"/>
            <p:cNvSpPr/>
            <p:nvPr/>
          </p:nvSpPr>
          <p:spPr>
            <a:xfrm>
              <a:off x="-2414908" y="1428832"/>
              <a:ext cx="0" cy="65867"/>
            </a:xfrm>
            <a:custGeom>
              <a:rect b="b" l="l" r="r" t="t"/>
              <a:pathLst>
                <a:path extrusionOk="0" fill="none" h="42" w="120000">
                  <a:moveTo>
                    <a:pt x="0" y="0"/>
                  </a:moveTo>
                  <a:lnTo>
                    <a:pt x="0" y="0"/>
                  </a:lnTo>
                  <a:cubicBezTo>
                    <a:pt x="0" y="14"/>
                    <a:pt x="0" y="27"/>
                    <a:pt x="0" y="4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178"/>
            <p:cNvSpPr/>
            <p:nvPr/>
          </p:nvSpPr>
          <p:spPr>
            <a:xfrm>
              <a:off x="-2408635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6" y="1207"/>
                  </a:cubicBezTo>
                  <a:cubicBezTo>
                    <a:pt x="0" y="1207"/>
                    <a:pt x="0" y="1207"/>
                    <a:pt x="0" y="1207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2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9"/>
                    <a:pt x="444" y="208"/>
                    <a:pt x="444" y="309"/>
                  </a:cubicBezTo>
                  <a:cubicBezTo>
                    <a:pt x="444" y="408"/>
                    <a:pt x="444" y="509"/>
                    <a:pt x="442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3" y="1198"/>
                  </a:moveTo>
                  <a:lnTo>
                    <a:pt x="433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7" y="601"/>
                    <a:pt x="427" y="601"/>
                    <a:pt x="427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5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11" y="406"/>
                    <a:pt x="11" y="504"/>
                    <a:pt x="11" y="603"/>
                  </a:cubicBezTo>
                  <a:cubicBezTo>
                    <a:pt x="13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3" y="1200"/>
                    <a:pt x="13" y="1200"/>
                    <a:pt x="13" y="1200"/>
                  </a:cubicBezTo>
                  <a:cubicBezTo>
                    <a:pt x="6" y="1192"/>
                    <a:pt x="6" y="1192"/>
                    <a:pt x="6" y="1192"/>
                  </a:cubicBezTo>
                  <a:cubicBezTo>
                    <a:pt x="78" y="1192"/>
                    <a:pt x="147" y="1194"/>
                    <a:pt x="219" y="1196"/>
                  </a:cubicBezTo>
                  <a:lnTo>
                    <a:pt x="433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178"/>
            <p:cNvSpPr/>
            <p:nvPr/>
          </p:nvSpPr>
          <p:spPr>
            <a:xfrm>
              <a:off x="-2402362" y="2476425"/>
              <a:ext cx="675916" cy="437542"/>
            </a:xfrm>
            <a:custGeom>
              <a:rect b="b" l="l" r="r" t="t"/>
              <a:pathLst>
                <a:path extrusionOk="0" h="279" w="431">
                  <a:moveTo>
                    <a:pt x="427" y="276"/>
                  </a:moveTo>
                  <a:lnTo>
                    <a:pt x="427" y="276"/>
                  </a:lnTo>
                  <a:cubicBezTo>
                    <a:pt x="322" y="278"/>
                    <a:pt x="322" y="278"/>
                    <a:pt x="322" y="278"/>
                  </a:cubicBezTo>
                  <a:cubicBezTo>
                    <a:pt x="286" y="278"/>
                    <a:pt x="250" y="278"/>
                    <a:pt x="217" y="278"/>
                  </a:cubicBezTo>
                  <a:cubicBezTo>
                    <a:pt x="181" y="278"/>
                    <a:pt x="145" y="280"/>
                    <a:pt x="110" y="278"/>
                  </a:cubicBezTo>
                  <a:cubicBezTo>
                    <a:pt x="74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2" y="185"/>
                    <a:pt x="2" y="139"/>
                  </a:cubicBezTo>
                  <a:cubicBezTo>
                    <a:pt x="2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2"/>
                    <a:pt x="143" y="0"/>
                    <a:pt x="215" y="0"/>
                  </a:cubicBezTo>
                  <a:cubicBezTo>
                    <a:pt x="284" y="0"/>
                    <a:pt x="356" y="0"/>
                    <a:pt x="427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429" y="141"/>
                    <a:pt x="429" y="141"/>
                    <a:pt x="429" y="141"/>
                  </a:cubicBezTo>
                  <a:lnTo>
                    <a:pt x="427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356" y="9"/>
                    <a:pt x="284" y="9"/>
                    <a:pt x="215" y="9"/>
                  </a:cubicBezTo>
                  <a:cubicBezTo>
                    <a:pt x="143" y="9"/>
                    <a:pt x="74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4" y="95"/>
                    <a:pt x="4" y="139"/>
                  </a:cubicBezTo>
                  <a:cubicBezTo>
                    <a:pt x="4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8" y="272"/>
                    <a:pt x="74" y="272"/>
                    <a:pt x="107" y="272"/>
                  </a:cubicBezTo>
                  <a:cubicBezTo>
                    <a:pt x="143" y="272"/>
                    <a:pt x="179" y="272"/>
                    <a:pt x="213" y="272"/>
                  </a:cubicBezTo>
                  <a:cubicBezTo>
                    <a:pt x="248" y="272"/>
                    <a:pt x="284" y="274"/>
                    <a:pt x="320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178"/>
            <p:cNvSpPr/>
            <p:nvPr/>
          </p:nvSpPr>
          <p:spPr>
            <a:xfrm>
              <a:off x="-2201626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3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8"/>
                    <a:pt x="74" y="18"/>
                    <a:pt x="87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178"/>
            <p:cNvSpPr/>
            <p:nvPr/>
          </p:nvSpPr>
          <p:spPr>
            <a:xfrm>
              <a:off x="-2201626" y="1814622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8" y="25"/>
                    <a:pt x="133" y="25"/>
                  </a:cubicBezTo>
                  <a:cubicBezTo>
                    <a:pt x="118" y="25"/>
                    <a:pt x="106" y="25"/>
                    <a:pt x="91" y="25"/>
                  </a:cubicBezTo>
                  <a:cubicBezTo>
                    <a:pt x="76" y="25"/>
                    <a:pt x="61" y="25"/>
                    <a:pt x="47" y="23"/>
                  </a:cubicBezTo>
                  <a:cubicBezTo>
                    <a:pt x="32" y="23"/>
                    <a:pt x="17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7" y="2"/>
                    <a:pt x="32" y="0"/>
                    <a:pt x="47" y="0"/>
                  </a:cubicBezTo>
                  <a:cubicBezTo>
                    <a:pt x="59" y="0"/>
                    <a:pt x="74" y="0"/>
                    <a:pt x="89" y="0"/>
                  </a:cubicBezTo>
                  <a:cubicBezTo>
                    <a:pt x="118" y="0"/>
                    <a:pt x="146" y="2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6" y="8"/>
                    <a:pt x="118" y="8"/>
                    <a:pt x="89" y="8"/>
                  </a:cubicBezTo>
                  <a:cubicBezTo>
                    <a:pt x="74" y="8"/>
                    <a:pt x="59" y="8"/>
                    <a:pt x="47" y="8"/>
                  </a:cubicBezTo>
                  <a:cubicBezTo>
                    <a:pt x="32" y="8"/>
                    <a:pt x="17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7" y="21"/>
                    <a:pt x="32" y="21"/>
                    <a:pt x="45" y="21"/>
                  </a:cubicBezTo>
                  <a:cubicBezTo>
                    <a:pt x="59" y="19"/>
                    <a:pt x="74" y="19"/>
                    <a:pt x="87" y="19"/>
                  </a:cubicBezTo>
                  <a:cubicBezTo>
                    <a:pt x="101" y="19"/>
                    <a:pt x="116" y="19"/>
                    <a:pt x="131" y="19"/>
                  </a:cubicBezTo>
                  <a:cubicBezTo>
                    <a:pt x="143" y="21"/>
                    <a:pt x="158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178"/>
            <p:cNvSpPr/>
            <p:nvPr/>
          </p:nvSpPr>
          <p:spPr>
            <a:xfrm>
              <a:off x="-2396089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3" y="24"/>
                  </a:moveTo>
                  <a:lnTo>
                    <a:pt x="423" y="24"/>
                  </a:lnTo>
                  <a:cubicBezTo>
                    <a:pt x="389" y="26"/>
                    <a:pt x="356" y="26"/>
                    <a:pt x="320" y="26"/>
                  </a:cubicBezTo>
                  <a:cubicBezTo>
                    <a:pt x="284" y="29"/>
                    <a:pt x="251" y="29"/>
                    <a:pt x="215" y="29"/>
                  </a:cubicBezTo>
                  <a:cubicBezTo>
                    <a:pt x="179" y="29"/>
                    <a:pt x="143" y="26"/>
                    <a:pt x="108" y="26"/>
                  </a:cubicBezTo>
                  <a:cubicBezTo>
                    <a:pt x="72" y="26"/>
                    <a:pt x="36" y="26"/>
                    <a:pt x="3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6" y="1"/>
                    <a:pt x="72" y="1"/>
                    <a:pt x="108" y="1"/>
                  </a:cubicBezTo>
                  <a:cubicBezTo>
                    <a:pt x="143" y="1"/>
                    <a:pt x="177" y="-1"/>
                    <a:pt x="213" y="1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54" y="1"/>
                    <a:pt x="389" y="3"/>
                    <a:pt x="423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5" y="5"/>
                    <a:pt x="425" y="5"/>
                    <a:pt x="425" y="5"/>
                  </a:cubicBezTo>
                  <a:lnTo>
                    <a:pt x="423" y="24"/>
                  </a:lnTo>
                  <a:moveTo>
                    <a:pt x="423" y="24"/>
                  </a:moveTo>
                  <a:lnTo>
                    <a:pt x="423" y="24"/>
                  </a:lnTo>
                  <a:cubicBezTo>
                    <a:pt x="423" y="5"/>
                    <a:pt x="423" y="5"/>
                    <a:pt x="423" y="5"/>
                  </a:cubicBezTo>
                  <a:lnTo>
                    <a:pt x="423" y="5"/>
                  </a:lnTo>
                  <a:cubicBezTo>
                    <a:pt x="389" y="7"/>
                    <a:pt x="354" y="7"/>
                    <a:pt x="318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7" y="10"/>
                    <a:pt x="143" y="10"/>
                    <a:pt x="108" y="7"/>
                  </a:cubicBezTo>
                  <a:cubicBezTo>
                    <a:pt x="72" y="7"/>
                    <a:pt x="36" y="7"/>
                    <a:pt x="3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6" y="24"/>
                    <a:pt x="72" y="24"/>
                    <a:pt x="108" y="22"/>
                  </a:cubicBezTo>
                  <a:cubicBezTo>
                    <a:pt x="141" y="22"/>
                    <a:pt x="177" y="22"/>
                    <a:pt x="211" y="22"/>
                  </a:cubicBezTo>
                  <a:cubicBezTo>
                    <a:pt x="246" y="20"/>
                    <a:pt x="282" y="22"/>
                    <a:pt x="316" y="22"/>
                  </a:cubicBezTo>
                  <a:cubicBezTo>
                    <a:pt x="352" y="22"/>
                    <a:pt x="387" y="24"/>
                    <a:pt x="423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178"/>
            <p:cNvSpPr/>
            <p:nvPr/>
          </p:nvSpPr>
          <p:spPr>
            <a:xfrm>
              <a:off x="-2378839" y="1355125"/>
              <a:ext cx="0" cy="23524"/>
            </a:xfrm>
            <a:custGeom>
              <a:rect b="b" l="l" r="r" t="t"/>
              <a:pathLst>
                <a:path extrusionOk="0" fill="none" h="15" w="120000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11"/>
                    <a:pt x="0" y="1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178"/>
            <p:cNvSpPr/>
            <p:nvPr/>
          </p:nvSpPr>
          <p:spPr>
            <a:xfrm>
              <a:off x="-2396089" y="1422559"/>
              <a:ext cx="666506" cy="78413"/>
            </a:xfrm>
            <a:custGeom>
              <a:rect b="b" l="l" r="r" t="t"/>
              <a:pathLst>
                <a:path extrusionOk="0" h="50" w="425">
                  <a:moveTo>
                    <a:pt x="423" y="48"/>
                  </a:moveTo>
                  <a:lnTo>
                    <a:pt x="423" y="48"/>
                  </a:lnTo>
                  <a:cubicBezTo>
                    <a:pt x="389" y="48"/>
                    <a:pt x="356" y="50"/>
                    <a:pt x="320" y="50"/>
                  </a:cubicBezTo>
                  <a:cubicBezTo>
                    <a:pt x="284" y="50"/>
                    <a:pt x="251" y="50"/>
                    <a:pt x="215" y="50"/>
                  </a:cubicBezTo>
                  <a:cubicBezTo>
                    <a:pt x="179" y="50"/>
                    <a:pt x="143" y="50"/>
                    <a:pt x="108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6" y="2"/>
                    <a:pt x="72" y="2"/>
                    <a:pt x="108" y="2"/>
                  </a:cubicBezTo>
                  <a:cubicBezTo>
                    <a:pt x="143" y="2"/>
                    <a:pt x="177" y="0"/>
                    <a:pt x="213" y="0"/>
                  </a:cubicBezTo>
                  <a:cubicBezTo>
                    <a:pt x="282" y="0"/>
                    <a:pt x="354" y="2"/>
                    <a:pt x="423" y="4"/>
                  </a:cubicBezTo>
                  <a:cubicBezTo>
                    <a:pt x="425" y="4"/>
                    <a:pt x="425" y="4"/>
                    <a:pt x="425" y="4"/>
                  </a:cubicBezTo>
                  <a:lnTo>
                    <a:pt x="425" y="4"/>
                  </a:lnTo>
                  <a:lnTo>
                    <a:pt x="423" y="48"/>
                  </a:lnTo>
                  <a:moveTo>
                    <a:pt x="423" y="48"/>
                  </a:moveTo>
                  <a:lnTo>
                    <a:pt x="423" y="48"/>
                  </a:lnTo>
                  <a:cubicBezTo>
                    <a:pt x="421" y="4"/>
                    <a:pt x="421" y="4"/>
                    <a:pt x="421" y="4"/>
                  </a:cubicBezTo>
                  <a:cubicBezTo>
                    <a:pt x="423" y="6"/>
                    <a:pt x="423" y="6"/>
                    <a:pt x="423" y="6"/>
                  </a:cubicBezTo>
                  <a:cubicBezTo>
                    <a:pt x="354" y="8"/>
                    <a:pt x="282" y="10"/>
                    <a:pt x="213" y="10"/>
                  </a:cubicBezTo>
                  <a:cubicBezTo>
                    <a:pt x="177" y="10"/>
                    <a:pt x="143" y="8"/>
                    <a:pt x="108" y="8"/>
                  </a:cubicBezTo>
                  <a:cubicBezTo>
                    <a:pt x="72" y="8"/>
                    <a:pt x="36" y="8"/>
                    <a:pt x="3" y="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41" y="46"/>
                    <a:pt x="177" y="44"/>
                    <a:pt x="211" y="44"/>
                  </a:cubicBezTo>
                  <a:cubicBezTo>
                    <a:pt x="246" y="44"/>
                    <a:pt x="282" y="44"/>
                    <a:pt x="316" y="46"/>
                  </a:cubicBezTo>
                  <a:cubicBezTo>
                    <a:pt x="352" y="46"/>
                    <a:pt x="387" y="46"/>
                    <a:pt x="423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178"/>
            <p:cNvSpPr/>
            <p:nvPr/>
          </p:nvSpPr>
          <p:spPr>
            <a:xfrm>
              <a:off x="-2378839" y="1431969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33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178"/>
            <p:cNvSpPr/>
            <p:nvPr/>
          </p:nvSpPr>
          <p:spPr>
            <a:xfrm>
              <a:off x="-1738993" y="1207709"/>
              <a:ext cx="696303" cy="1892881"/>
            </a:xfrm>
            <a:custGeom>
              <a:rect b="b" l="l" r="r" t="t"/>
              <a:pathLst>
                <a:path extrusionOk="0" h="1207" w="444">
                  <a:moveTo>
                    <a:pt x="435" y="1200"/>
                  </a:moveTo>
                  <a:lnTo>
                    <a:pt x="435" y="1200"/>
                  </a:lnTo>
                  <a:cubicBezTo>
                    <a:pt x="223" y="1204"/>
                    <a:pt x="223" y="1204"/>
                    <a:pt x="223" y="1204"/>
                  </a:cubicBezTo>
                  <a:cubicBezTo>
                    <a:pt x="151" y="1204"/>
                    <a:pt x="80" y="1207"/>
                    <a:pt x="8" y="1207"/>
                  </a:cubicBezTo>
                  <a:cubicBezTo>
                    <a:pt x="2" y="1207"/>
                    <a:pt x="2" y="1207"/>
                    <a:pt x="2" y="1207"/>
                  </a:cubicBezTo>
                  <a:cubicBezTo>
                    <a:pt x="2" y="1200"/>
                    <a:pt x="2" y="1200"/>
                    <a:pt x="2" y="1200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975"/>
                    <a:pt x="0" y="975"/>
                    <a:pt x="0" y="975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803"/>
                    <a:pt x="2" y="704"/>
                    <a:pt x="4" y="603"/>
                  </a:cubicBezTo>
                  <a:cubicBezTo>
                    <a:pt x="4" y="504"/>
                    <a:pt x="4" y="406"/>
                    <a:pt x="4" y="30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8"/>
                    <a:pt x="443" y="8"/>
                    <a:pt x="443" y="8"/>
                  </a:cubicBezTo>
                  <a:cubicBezTo>
                    <a:pt x="443" y="109"/>
                    <a:pt x="446" y="208"/>
                    <a:pt x="443" y="309"/>
                  </a:cubicBezTo>
                  <a:cubicBezTo>
                    <a:pt x="443" y="408"/>
                    <a:pt x="443" y="509"/>
                    <a:pt x="443" y="607"/>
                  </a:cubicBezTo>
                  <a:cubicBezTo>
                    <a:pt x="439" y="904"/>
                    <a:pt x="439" y="904"/>
                    <a:pt x="439" y="904"/>
                  </a:cubicBezTo>
                  <a:lnTo>
                    <a:pt x="435" y="1200"/>
                  </a:lnTo>
                  <a:moveTo>
                    <a:pt x="435" y="1198"/>
                  </a:moveTo>
                  <a:lnTo>
                    <a:pt x="435" y="1198"/>
                  </a:lnTo>
                  <a:cubicBezTo>
                    <a:pt x="431" y="900"/>
                    <a:pt x="431" y="900"/>
                    <a:pt x="431" y="900"/>
                  </a:cubicBezTo>
                  <a:cubicBezTo>
                    <a:pt x="429" y="601"/>
                    <a:pt x="429" y="601"/>
                    <a:pt x="429" y="601"/>
                  </a:cubicBezTo>
                  <a:cubicBezTo>
                    <a:pt x="427" y="502"/>
                    <a:pt x="427" y="404"/>
                    <a:pt x="427" y="305"/>
                  </a:cubicBezTo>
                  <a:cubicBezTo>
                    <a:pt x="427" y="206"/>
                    <a:pt x="427" y="107"/>
                    <a:pt x="427" y="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221" y="17"/>
                    <a:pt x="221" y="17"/>
                    <a:pt x="221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406"/>
                    <a:pt x="10" y="504"/>
                    <a:pt x="12" y="603"/>
                  </a:cubicBezTo>
                  <a:cubicBezTo>
                    <a:pt x="12" y="704"/>
                    <a:pt x="15" y="803"/>
                    <a:pt x="15" y="902"/>
                  </a:cubicBezTo>
                  <a:cubicBezTo>
                    <a:pt x="15" y="975"/>
                    <a:pt x="15" y="975"/>
                    <a:pt x="15" y="975"/>
                  </a:cubicBezTo>
                  <a:cubicBezTo>
                    <a:pt x="15" y="1051"/>
                    <a:pt x="15" y="1051"/>
                    <a:pt x="15" y="1051"/>
                  </a:cubicBezTo>
                  <a:cubicBezTo>
                    <a:pt x="15" y="1200"/>
                    <a:pt x="15" y="1200"/>
                    <a:pt x="15" y="1200"/>
                  </a:cubicBezTo>
                  <a:cubicBezTo>
                    <a:pt x="8" y="1192"/>
                    <a:pt x="8" y="1192"/>
                    <a:pt x="8" y="1192"/>
                  </a:cubicBezTo>
                  <a:cubicBezTo>
                    <a:pt x="78" y="1192"/>
                    <a:pt x="149" y="1194"/>
                    <a:pt x="221" y="1196"/>
                  </a:cubicBezTo>
                  <a:lnTo>
                    <a:pt x="435" y="119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178"/>
            <p:cNvSpPr/>
            <p:nvPr/>
          </p:nvSpPr>
          <p:spPr>
            <a:xfrm>
              <a:off x="-1729583" y="2476425"/>
              <a:ext cx="672779" cy="437542"/>
            </a:xfrm>
            <a:custGeom>
              <a:rect b="b" l="l" r="r" t="t"/>
              <a:pathLst>
                <a:path extrusionOk="0" h="279" w="429">
                  <a:moveTo>
                    <a:pt x="425" y="276"/>
                  </a:moveTo>
                  <a:lnTo>
                    <a:pt x="425" y="276"/>
                  </a:lnTo>
                  <a:cubicBezTo>
                    <a:pt x="320" y="278"/>
                    <a:pt x="320" y="278"/>
                    <a:pt x="320" y="278"/>
                  </a:cubicBezTo>
                  <a:cubicBezTo>
                    <a:pt x="286" y="278"/>
                    <a:pt x="250" y="278"/>
                    <a:pt x="215" y="278"/>
                  </a:cubicBezTo>
                  <a:cubicBezTo>
                    <a:pt x="179" y="278"/>
                    <a:pt x="143" y="280"/>
                    <a:pt x="107" y="278"/>
                  </a:cubicBezTo>
                  <a:cubicBezTo>
                    <a:pt x="72" y="278"/>
                    <a:pt x="38" y="278"/>
                    <a:pt x="2" y="278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29"/>
                    <a:pt x="0" y="185"/>
                    <a:pt x="0" y="139"/>
                  </a:cubicBezTo>
                  <a:cubicBezTo>
                    <a:pt x="0" y="95"/>
                    <a:pt x="0" y="5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2" y="2"/>
                    <a:pt x="143" y="0"/>
                    <a:pt x="213" y="0"/>
                  </a:cubicBezTo>
                  <a:cubicBezTo>
                    <a:pt x="284" y="0"/>
                    <a:pt x="355" y="0"/>
                    <a:pt x="425" y="0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427" y="141"/>
                    <a:pt x="427" y="141"/>
                    <a:pt x="427" y="141"/>
                  </a:cubicBezTo>
                  <a:lnTo>
                    <a:pt x="425" y="276"/>
                  </a:lnTo>
                  <a:moveTo>
                    <a:pt x="425" y="276"/>
                  </a:moveTo>
                  <a:lnTo>
                    <a:pt x="425" y="276"/>
                  </a:lnTo>
                  <a:cubicBezTo>
                    <a:pt x="423" y="139"/>
                    <a:pt x="423" y="139"/>
                    <a:pt x="423" y="139"/>
                  </a:cubicBezTo>
                  <a:cubicBezTo>
                    <a:pt x="421" y="4"/>
                    <a:pt x="421" y="4"/>
                    <a:pt x="421" y="4"/>
                  </a:cubicBezTo>
                  <a:cubicBezTo>
                    <a:pt x="425" y="9"/>
                    <a:pt x="425" y="9"/>
                    <a:pt x="425" y="9"/>
                  </a:cubicBezTo>
                  <a:cubicBezTo>
                    <a:pt x="355" y="9"/>
                    <a:pt x="284" y="9"/>
                    <a:pt x="213" y="9"/>
                  </a:cubicBezTo>
                  <a:cubicBezTo>
                    <a:pt x="143" y="9"/>
                    <a:pt x="72" y="9"/>
                    <a:pt x="2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1"/>
                    <a:pt x="2" y="95"/>
                    <a:pt x="2" y="139"/>
                  </a:cubicBezTo>
                  <a:cubicBezTo>
                    <a:pt x="2" y="185"/>
                    <a:pt x="4" y="229"/>
                    <a:pt x="4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36" y="272"/>
                    <a:pt x="72" y="272"/>
                    <a:pt x="107" y="272"/>
                  </a:cubicBezTo>
                  <a:cubicBezTo>
                    <a:pt x="141" y="272"/>
                    <a:pt x="177" y="272"/>
                    <a:pt x="213" y="272"/>
                  </a:cubicBezTo>
                  <a:cubicBezTo>
                    <a:pt x="246" y="272"/>
                    <a:pt x="282" y="274"/>
                    <a:pt x="318" y="274"/>
                  </a:cubicBezTo>
                  <a:lnTo>
                    <a:pt x="425" y="276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178"/>
            <p:cNvSpPr/>
            <p:nvPr/>
          </p:nvSpPr>
          <p:spPr>
            <a:xfrm>
              <a:off x="-1535120" y="1745619"/>
              <a:ext cx="277580" cy="39206"/>
            </a:xfrm>
            <a:custGeom>
              <a:rect b="b" l="l" r="r" t="t"/>
              <a:pathLst>
                <a:path extrusionOk="0" h="25" w="177">
                  <a:moveTo>
                    <a:pt x="175" y="23"/>
                  </a:moveTo>
                  <a:lnTo>
                    <a:pt x="175" y="23"/>
                  </a:lnTo>
                  <a:cubicBezTo>
                    <a:pt x="162" y="23"/>
                    <a:pt x="147" y="23"/>
                    <a:pt x="135" y="25"/>
                  </a:cubicBezTo>
                  <a:cubicBezTo>
                    <a:pt x="120" y="25"/>
                    <a:pt x="105" y="25"/>
                    <a:pt x="91" y="25"/>
                  </a:cubicBezTo>
                  <a:cubicBezTo>
                    <a:pt x="76" y="25"/>
                    <a:pt x="61" y="25"/>
                    <a:pt x="46" y="23"/>
                  </a:cubicBezTo>
                  <a:cubicBezTo>
                    <a:pt x="32" y="23"/>
                    <a:pt x="17" y="23"/>
                    <a:pt x="4" y="23"/>
                  </a:cubicBezTo>
                  <a:cubicBezTo>
                    <a:pt x="2" y="23"/>
                    <a:pt x="2" y="23"/>
                    <a:pt x="2" y="23"/>
                  </a:cubicBezTo>
                  <a:lnTo>
                    <a:pt x="2" y="23"/>
                  </a:ln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32" y="0"/>
                    <a:pt x="46" y="0"/>
                  </a:cubicBezTo>
                  <a:cubicBezTo>
                    <a:pt x="61" y="0"/>
                    <a:pt x="76" y="0"/>
                    <a:pt x="89" y="0"/>
                  </a:cubicBezTo>
                  <a:cubicBezTo>
                    <a:pt x="118" y="0"/>
                    <a:pt x="147" y="0"/>
                    <a:pt x="175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lnTo>
                    <a:pt x="175" y="23"/>
                  </a:lnTo>
                  <a:moveTo>
                    <a:pt x="175" y="21"/>
                  </a:moveTo>
                  <a:lnTo>
                    <a:pt x="175" y="21"/>
                  </a:lnTo>
                  <a:cubicBezTo>
                    <a:pt x="173" y="4"/>
                    <a:pt x="173" y="4"/>
                    <a:pt x="173" y="4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47" y="8"/>
                    <a:pt x="118" y="8"/>
                    <a:pt x="89" y="8"/>
                  </a:cubicBezTo>
                  <a:cubicBezTo>
                    <a:pt x="76" y="8"/>
                    <a:pt x="61" y="8"/>
                    <a:pt x="46" y="8"/>
                  </a:cubicBezTo>
                  <a:cubicBezTo>
                    <a:pt x="32" y="8"/>
                    <a:pt x="17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17" y="21"/>
                    <a:pt x="32" y="21"/>
                    <a:pt x="46" y="21"/>
                  </a:cubicBezTo>
                  <a:cubicBezTo>
                    <a:pt x="61" y="18"/>
                    <a:pt x="74" y="18"/>
                    <a:pt x="89" y="18"/>
                  </a:cubicBezTo>
                  <a:cubicBezTo>
                    <a:pt x="101" y="18"/>
                    <a:pt x="116" y="18"/>
                    <a:pt x="131" y="18"/>
                  </a:cubicBezTo>
                  <a:cubicBezTo>
                    <a:pt x="145" y="21"/>
                    <a:pt x="160" y="21"/>
                    <a:pt x="175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178"/>
            <p:cNvSpPr/>
            <p:nvPr/>
          </p:nvSpPr>
          <p:spPr>
            <a:xfrm>
              <a:off x="-1561781" y="1814622"/>
              <a:ext cx="330901" cy="39206"/>
            </a:xfrm>
            <a:custGeom>
              <a:rect b="b" l="l" r="r" t="t"/>
              <a:pathLst>
                <a:path extrusionOk="0" h="25" w="211">
                  <a:moveTo>
                    <a:pt x="211" y="23"/>
                  </a:moveTo>
                  <a:lnTo>
                    <a:pt x="211" y="23"/>
                  </a:lnTo>
                  <a:cubicBezTo>
                    <a:pt x="194" y="23"/>
                    <a:pt x="177" y="25"/>
                    <a:pt x="160" y="25"/>
                  </a:cubicBezTo>
                  <a:cubicBezTo>
                    <a:pt x="143" y="25"/>
                    <a:pt x="124" y="25"/>
                    <a:pt x="108" y="25"/>
                  </a:cubicBezTo>
                  <a:cubicBezTo>
                    <a:pt x="91" y="25"/>
                    <a:pt x="72" y="25"/>
                    <a:pt x="55" y="23"/>
                  </a:cubicBezTo>
                  <a:cubicBezTo>
                    <a:pt x="38" y="23"/>
                    <a:pt x="19" y="23"/>
                    <a:pt x="2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9" y="2"/>
                    <a:pt x="38" y="0"/>
                    <a:pt x="55" y="0"/>
                  </a:cubicBezTo>
                  <a:cubicBezTo>
                    <a:pt x="72" y="0"/>
                    <a:pt x="89" y="0"/>
                    <a:pt x="106" y="0"/>
                  </a:cubicBezTo>
                  <a:cubicBezTo>
                    <a:pt x="141" y="0"/>
                    <a:pt x="175" y="2"/>
                    <a:pt x="211" y="2"/>
                  </a:cubicBezTo>
                  <a:lnTo>
                    <a:pt x="211" y="2"/>
                  </a:lnTo>
                  <a:cubicBezTo>
                    <a:pt x="211" y="4"/>
                    <a:pt x="211" y="4"/>
                    <a:pt x="211" y="4"/>
                  </a:cubicBezTo>
                  <a:lnTo>
                    <a:pt x="211" y="23"/>
                  </a:lnTo>
                  <a:moveTo>
                    <a:pt x="209" y="21"/>
                  </a:moveTo>
                  <a:lnTo>
                    <a:pt x="209" y="21"/>
                  </a:lnTo>
                  <a:cubicBezTo>
                    <a:pt x="209" y="4"/>
                    <a:pt x="209" y="4"/>
                    <a:pt x="209" y="4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175" y="8"/>
                    <a:pt x="141" y="8"/>
                    <a:pt x="106" y="8"/>
                  </a:cubicBezTo>
                  <a:cubicBezTo>
                    <a:pt x="89" y="8"/>
                    <a:pt x="72" y="8"/>
                    <a:pt x="55" y="8"/>
                  </a:cubicBezTo>
                  <a:cubicBezTo>
                    <a:pt x="38" y="8"/>
                    <a:pt x="19" y="8"/>
                    <a:pt x="2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9" y="21"/>
                    <a:pt x="38" y="21"/>
                    <a:pt x="55" y="21"/>
                  </a:cubicBezTo>
                  <a:cubicBezTo>
                    <a:pt x="72" y="21"/>
                    <a:pt x="89" y="19"/>
                    <a:pt x="106" y="19"/>
                  </a:cubicBezTo>
                  <a:cubicBezTo>
                    <a:pt x="122" y="19"/>
                    <a:pt x="139" y="19"/>
                    <a:pt x="156" y="19"/>
                  </a:cubicBezTo>
                  <a:cubicBezTo>
                    <a:pt x="173" y="21"/>
                    <a:pt x="192" y="21"/>
                    <a:pt x="209" y="2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178"/>
            <p:cNvSpPr/>
            <p:nvPr/>
          </p:nvSpPr>
          <p:spPr>
            <a:xfrm>
              <a:off x="-1726447" y="1344147"/>
              <a:ext cx="666506" cy="45479"/>
            </a:xfrm>
            <a:custGeom>
              <a:rect b="b" l="l" r="r" t="t"/>
              <a:pathLst>
                <a:path extrusionOk="0" h="29" w="425">
                  <a:moveTo>
                    <a:pt x="425" y="24"/>
                  </a:moveTo>
                  <a:lnTo>
                    <a:pt x="425" y="24"/>
                  </a:lnTo>
                  <a:cubicBezTo>
                    <a:pt x="391" y="26"/>
                    <a:pt x="355" y="26"/>
                    <a:pt x="320" y="26"/>
                  </a:cubicBezTo>
                  <a:cubicBezTo>
                    <a:pt x="286" y="29"/>
                    <a:pt x="250" y="29"/>
                    <a:pt x="215" y="29"/>
                  </a:cubicBezTo>
                  <a:cubicBezTo>
                    <a:pt x="179" y="29"/>
                    <a:pt x="143" y="26"/>
                    <a:pt x="107" y="26"/>
                  </a:cubicBezTo>
                  <a:cubicBezTo>
                    <a:pt x="74" y="26"/>
                    <a:pt x="38" y="26"/>
                    <a:pt x="2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8" y="1"/>
                    <a:pt x="74" y="1"/>
                    <a:pt x="107" y="1"/>
                  </a:cubicBezTo>
                  <a:cubicBezTo>
                    <a:pt x="143" y="1"/>
                    <a:pt x="179" y="-1"/>
                    <a:pt x="213" y="1"/>
                  </a:cubicBezTo>
                  <a:cubicBezTo>
                    <a:pt x="267" y="1"/>
                    <a:pt x="267" y="1"/>
                    <a:pt x="267" y="1"/>
                  </a:cubicBezTo>
                  <a:cubicBezTo>
                    <a:pt x="320" y="1"/>
                    <a:pt x="320" y="1"/>
                    <a:pt x="320" y="1"/>
                  </a:cubicBezTo>
                  <a:cubicBezTo>
                    <a:pt x="353" y="1"/>
                    <a:pt x="389" y="3"/>
                    <a:pt x="425" y="3"/>
                  </a:cubicBezTo>
                  <a:lnTo>
                    <a:pt x="425" y="3"/>
                  </a:lnTo>
                  <a:cubicBezTo>
                    <a:pt x="425" y="5"/>
                    <a:pt x="425" y="5"/>
                    <a:pt x="425" y="5"/>
                  </a:cubicBezTo>
                  <a:lnTo>
                    <a:pt x="425" y="24"/>
                  </a:lnTo>
                  <a:moveTo>
                    <a:pt x="425" y="24"/>
                  </a:moveTo>
                  <a:lnTo>
                    <a:pt x="425" y="24"/>
                  </a:lnTo>
                  <a:cubicBezTo>
                    <a:pt x="423" y="5"/>
                    <a:pt x="423" y="5"/>
                    <a:pt x="423" y="5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389" y="7"/>
                    <a:pt x="353" y="7"/>
                    <a:pt x="320" y="7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179" y="10"/>
                    <a:pt x="143" y="10"/>
                    <a:pt x="107" y="7"/>
                  </a:cubicBezTo>
                  <a:cubicBezTo>
                    <a:pt x="74" y="7"/>
                    <a:pt x="38" y="7"/>
                    <a:pt x="2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8" y="24"/>
                    <a:pt x="74" y="24"/>
                    <a:pt x="107" y="22"/>
                  </a:cubicBezTo>
                  <a:cubicBezTo>
                    <a:pt x="143" y="22"/>
                    <a:pt x="177" y="22"/>
                    <a:pt x="213" y="22"/>
                  </a:cubicBezTo>
                  <a:cubicBezTo>
                    <a:pt x="246" y="20"/>
                    <a:pt x="282" y="22"/>
                    <a:pt x="318" y="22"/>
                  </a:cubicBezTo>
                  <a:cubicBezTo>
                    <a:pt x="353" y="22"/>
                    <a:pt x="387" y="24"/>
                    <a:pt x="425" y="2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178"/>
            <p:cNvSpPr/>
            <p:nvPr/>
          </p:nvSpPr>
          <p:spPr>
            <a:xfrm>
              <a:off x="-1706060" y="1348852"/>
              <a:ext cx="0" cy="32933"/>
            </a:xfrm>
            <a:custGeom>
              <a:rect b="b" l="l" r="r" t="t"/>
              <a:pathLst>
                <a:path extrusionOk="0" fill="none" h="21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5"/>
                    <a:pt x="0" y="21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178"/>
            <p:cNvSpPr/>
            <p:nvPr/>
          </p:nvSpPr>
          <p:spPr>
            <a:xfrm>
              <a:off x="-1077191" y="1355125"/>
              <a:ext cx="0" cy="26660"/>
            </a:xfrm>
            <a:custGeom>
              <a:rect b="b" l="l" r="r" t="t"/>
              <a:pathLst>
                <a:path extrusionOk="0" fill="none" h="17" w="120000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1"/>
                    <a:pt x="0" y="17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178"/>
            <p:cNvSpPr/>
            <p:nvPr/>
          </p:nvSpPr>
          <p:spPr>
            <a:xfrm>
              <a:off x="-1726447" y="1422559"/>
              <a:ext cx="669643" cy="78413"/>
            </a:xfrm>
            <a:custGeom>
              <a:rect b="b" l="l" r="r" t="t"/>
              <a:pathLst>
                <a:path extrusionOk="0" h="50" w="427">
                  <a:moveTo>
                    <a:pt x="425" y="48"/>
                  </a:moveTo>
                  <a:lnTo>
                    <a:pt x="425" y="48"/>
                  </a:lnTo>
                  <a:cubicBezTo>
                    <a:pt x="391" y="48"/>
                    <a:pt x="355" y="50"/>
                    <a:pt x="320" y="50"/>
                  </a:cubicBezTo>
                  <a:cubicBezTo>
                    <a:pt x="286" y="50"/>
                    <a:pt x="250" y="50"/>
                    <a:pt x="215" y="50"/>
                  </a:cubicBezTo>
                  <a:cubicBezTo>
                    <a:pt x="179" y="50"/>
                    <a:pt x="143" y="50"/>
                    <a:pt x="107" y="50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8" y="2"/>
                    <a:pt x="74" y="2"/>
                    <a:pt x="107" y="2"/>
                  </a:cubicBezTo>
                  <a:cubicBezTo>
                    <a:pt x="143" y="2"/>
                    <a:pt x="179" y="0"/>
                    <a:pt x="213" y="0"/>
                  </a:cubicBezTo>
                  <a:cubicBezTo>
                    <a:pt x="284" y="0"/>
                    <a:pt x="353" y="2"/>
                    <a:pt x="425" y="4"/>
                  </a:cubicBezTo>
                  <a:cubicBezTo>
                    <a:pt x="427" y="4"/>
                    <a:pt x="427" y="4"/>
                    <a:pt x="427" y="4"/>
                  </a:cubicBezTo>
                  <a:lnTo>
                    <a:pt x="427" y="4"/>
                  </a:lnTo>
                  <a:lnTo>
                    <a:pt x="425" y="48"/>
                  </a:lnTo>
                  <a:moveTo>
                    <a:pt x="425" y="48"/>
                  </a:moveTo>
                  <a:lnTo>
                    <a:pt x="425" y="48"/>
                  </a:lnTo>
                  <a:cubicBezTo>
                    <a:pt x="423" y="4"/>
                    <a:pt x="423" y="4"/>
                    <a:pt x="423" y="4"/>
                  </a:cubicBezTo>
                  <a:cubicBezTo>
                    <a:pt x="425" y="6"/>
                    <a:pt x="425" y="6"/>
                    <a:pt x="425" y="6"/>
                  </a:cubicBezTo>
                  <a:cubicBezTo>
                    <a:pt x="353" y="8"/>
                    <a:pt x="284" y="10"/>
                    <a:pt x="213" y="10"/>
                  </a:cubicBezTo>
                  <a:cubicBezTo>
                    <a:pt x="179" y="10"/>
                    <a:pt x="143" y="8"/>
                    <a:pt x="107" y="8"/>
                  </a:cubicBezTo>
                  <a:cubicBezTo>
                    <a:pt x="74" y="8"/>
                    <a:pt x="38" y="8"/>
                    <a:pt x="2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43" y="46"/>
                    <a:pt x="177" y="44"/>
                    <a:pt x="213" y="44"/>
                  </a:cubicBezTo>
                  <a:cubicBezTo>
                    <a:pt x="246" y="44"/>
                    <a:pt x="282" y="44"/>
                    <a:pt x="318" y="46"/>
                  </a:cubicBezTo>
                  <a:cubicBezTo>
                    <a:pt x="353" y="46"/>
                    <a:pt x="387" y="46"/>
                    <a:pt x="425" y="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178"/>
            <p:cNvSpPr/>
            <p:nvPr/>
          </p:nvSpPr>
          <p:spPr>
            <a:xfrm>
              <a:off x="-1706060" y="1428832"/>
              <a:ext cx="0" cy="62730"/>
            </a:xfrm>
            <a:custGeom>
              <a:rect b="b" l="l" r="r" t="t"/>
              <a:pathLst>
                <a:path extrusionOk="0" fill="none" h="40" w="12000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25"/>
                    <a:pt x="0" y="4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178"/>
            <p:cNvSpPr/>
            <p:nvPr/>
          </p:nvSpPr>
          <p:spPr>
            <a:xfrm>
              <a:off x="-1077191" y="1438242"/>
              <a:ext cx="0" cy="53321"/>
            </a:xfrm>
            <a:custGeom>
              <a:rect b="b" l="l" r="r" t="t"/>
              <a:pathLst>
                <a:path extrusionOk="0" fill="none" h="34" w="120000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21"/>
                    <a:pt x="0" y="34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178"/>
            <p:cNvSpPr/>
            <p:nvPr/>
          </p:nvSpPr>
          <p:spPr>
            <a:xfrm>
              <a:off x="-3553458" y="1450788"/>
              <a:ext cx="475180" cy="1638824"/>
            </a:xfrm>
            <a:custGeom>
              <a:rect b="b" l="l" r="r" t="t"/>
              <a:pathLst>
                <a:path extrusionOk="0" h="1045" w="303">
                  <a:moveTo>
                    <a:pt x="2" y="1018"/>
                  </a:moveTo>
                  <a:lnTo>
                    <a:pt x="2" y="1018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31"/>
                    <a:pt x="118" y="1033"/>
                    <a:pt x="141" y="1037"/>
                  </a:cubicBezTo>
                  <a:cubicBezTo>
                    <a:pt x="137" y="1039"/>
                    <a:pt x="137" y="1039"/>
                    <a:pt x="137" y="1039"/>
                  </a:cubicBezTo>
                  <a:cubicBezTo>
                    <a:pt x="154" y="913"/>
                    <a:pt x="154" y="913"/>
                    <a:pt x="154" y="913"/>
                  </a:cubicBezTo>
                  <a:cubicBezTo>
                    <a:pt x="173" y="787"/>
                    <a:pt x="173" y="787"/>
                    <a:pt x="173" y="787"/>
                  </a:cubicBezTo>
                  <a:cubicBezTo>
                    <a:pt x="183" y="724"/>
                    <a:pt x="183" y="724"/>
                    <a:pt x="183" y="724"/>
                  </a:cubicBezTo>
                  <a:cubicBezTo>
                    <a:pt x="192" y="661"/>
                    <a:pt x="192" y="661"/>
                    <a:pt x="192" y="661"/>
                  </a:cubicBezTo>
                  <a:cubicBezTo>
                    <a:pt x="202" y="598"/>
                    <a:pt x="202" y="598"/>
                    <a:pt x="202" y="598"/>
                  </a:cubicBezTo>
                  <a:cubicBezTo>
                    <a:pt x="213" y="534"/>
                    <a:pt x="213" y="534"/>
                    <a:pt x="213" y="534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42" y="366"/>
                    <a:pt x="248" y="324"/>
                    <a:pt x="257" y="282"/>
                  </a:cubicBezTo>
                  <a:cubicBezTo>
                    <a:pt x="269" y="198"/>
                    <a:pt x="282" y="114"/>
                    <a:pt x="293" y="30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54" y="93"/>
                    <a:pt x="141" y="177"/>
                    <a:pt x="129" y="261"/>
                  </a:cubicBezTo>
                  <a:cubicBezTo>
                    <a:pt x="116" y="345"/>
                    <a:pt x="101" y="429"/>
                    <a:pt x="89" y="511"/>
                  </a:cubicBezTo>
                  <a:cubicBezTo>
                    <a:pt x="74" y="595"/>
                    <a:pt x="59" y="679"/>
                    <a:pt x="47" y="764"/>
                  </a:cubicBezTo>
                  <a:lnTo>
                    <a:pt x="2" y="1018"/>
                  </a:lnTo>
                  <a:moveTo>
                    <a:pt x="0" y="1020"/>
                  </a:moveTo>
                  <a:lnTo>
                    <a:pt x="0" y="1020"/>
                  </a:lnTo>
                  <a:cubicBezTo>
                    <a:pt x="36" y="770"/>
                    <a:pt x="36" y="770"/>
                    <a:pt x="36" y="770"/>
                  </a:cubicBezTo>
                  <a:cubicBezTo>
                    <a:pt x="47" y="686"/>
                    <a:pt x="59" y="600"/>
                    <a:pt x="72" y="516"/>
                  </a:cubicBezTo>
                  <a:cubicBezTo>
                    <a:pt x="85" y="431"/>
                    <a:pt x="97" y="347"/>
                    <a:pt x="112" y="261"/>
                  </a:cubicBezTo>
                  <a:cubicBezTo>
                    <a:pt x="125" y="177"/>
                    <a:pt x="137" y="93"/>
                    <a:pt x="152" y="9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32"/>
                    <a:pt x="303" y="32"/>
                    <a:pt x="303" y="32"/>
                  </a:cubicBezTo>
                  <a:cubicBezTo>
                    <a:pt x="288" y="116"/>
                    <a:pt x="274" y="200"/>
                    <a:pt x="261" y="284"/>
                  </a:cubicBezTo>
                  <a:cubicBezTo>
                    <a:pt x="255" y="326"/>
                    <a:pt x="248" y="368"/>
                    <a:pt x="242" y="410"/>
                  </a:cubicBezTo>
                  <a:cubicBezTo>
                    <a:pt x="225" y="537"/>
                    <a:pt x="225" y="537"/>
                    <a:pt x="225" y="537"/>
                  </a:cubicBezTo>
                  <a:cubicBezTo>
                    <a:pt x="217" y="600"/>
                    <a:pt x="217" y="600"/>
                    <a:pt x="217" y="600"/>
                  </a:cubicBezTo>
                  <a:cubicBezTo>
                    <a:pt x="206" y="663"/>
                    <a:pt x="206" y="663"/>
                    <a:pt x="206" y="663"/>
                  </a:cubicBezTo>
                  <a:cubicBezTo>
                    <a:pt x="198" y="726"/>
                    <a:pt x="198" y="726"/>
                    <a:pt x="198" y="726"/>
                  </a:cubicBezTo>
                  <a:cubicBezTo>
                    <a:pt x="188" y="789"/>
                    <a:pt x="188" y="789"/>
                    <a:pt x="188" y="789"/>
                  </a:cubicBezTo>
                  <a:cubicBezTo>
                    <a:pt x="167" y="915"/>
                    <a:pt x="167" y="915"/>
                    <a:pt x="167" y="915"/>
                  </a:cubicBezTo>
                  <a:cubicBezTo>
                    <a:pt x="146" y="1041"/>
                    <a:pt x="146" y="1041"/>
                    <a:pt x="146" y="1041"/>
                  </a:cubicBezTo>
                  <a:cubicBezTo>
                    <a:pt x="143" y="1045"/>
                    <a:pt x="143" y="1045"/>
                    <a:pt x="143" y="1045"/>
                  </a:cubicBezTo>
                  <a:cubicBezTo>
                    <a:pt x="139" y="1045"/>
                    <a:pt x="139" y="1045"/>
                    <a:pt x="139" y="1045"/>
                  </a:cubicBezTo>
                  <a:cubicBezTo>
                    <a:pt x="116" y="1041"/>
                    <a:pt x="93" y="1037"/>
                    <a:pt x="70" y="1033"/>
                  </a:cubicBezTo>
                  <a:lnTo>
                    <a:pt x="0" y="102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178"/>
            <p:cNvSpPr/>
            <p:nvPr/>
          </p:nvSpPr>
          <p:spPr>
            <a:xfrm>
              <a:off x="-3324493" y="1615454"/>
              <a:ext cx="222692" cy="76844"/>
            </a:xfrm>
            <a:custGeom>
              <a:rect b="b" l="l" r="r" t="t"/>
              <a:pathLst>
                <a:path extrusionOk="0" h="49" w="142">
                  <a:moveTo>
                    <a:pt x="0" y="26"/>
                  </a:moveTo>
                  <a:lnTo>
                    <a:pt x="0" y="26"/>
                  </a:lnTo>
                  <a:cubicBezTo>
                    <a:pt x="12" y="26"/>
                    <a:pt x="25" y="28"/>
                    <a:pt x="35" y="30"/>
                  </a:cubicBezTo>
                  <a:cubicBezTo>
                    <a:pt x="48" y="30"/>
                    <a:pt x="58" y="32"/>
                    <a:pt x="69" y="34"/>
                  </a:cubicBezTo>
                  <a:cubicBezTo>
                    <a:pt x="81" y="36"/>
                    <a:pt x="92" y="38"/>
                    <a:pt x="102" y="40"/>
                  </a:cubicBezTo>
                  <a:cubicBezTo>
                    <a:pt x="113" y="43"/>
                    <a:pt x="123" y="45"/>
                    <a:pt x="136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6" y="40"/>
                    <a:pt x="136" y="32"/>
                    <a:pt x="136" y="26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6"/>
                    <a:pt x="92" y="21"/>
                    <a:pt x="71" y="19"/>
                  </a:cubicBezTo>
                  <a:cubicBezTo>
                    <a:pt x="58" y="17"/>
                    <a:pt x="48" y="15"/>
                    <a:pt x="37" y="13"/>
                  </a:cubicBezTo>
                  <a:cubicBezTo>
                    <a:pt x="25" y="11"/>
                    <a:pt x="14" y="9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1"/>
                    <a:pt x="2" y="17"/>
                    <a:pt x="0" y="26"/>
                  </a:cubicBezTo>
                  <a:moveTo>
                    <a:pt x="0" y="26"/>
                  </a:moveTo>
                  <a:lnTo>
                    <a:pt x="0" y="26"/>
                  </a:lnTo>
                  <a:cubicBezTo>
                    <a:pt x="0" y="19"/>
                    <a:pt x="0" y="11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3"/>
                    <a:pt x="27" y="5"/>
                    <a:pt x="37" y="5"/>
                  </a:cubicBezTo>
                  <a:cubicBezTo>
                    <a:pt x="50" y="7"/>
                    <a:pt x="60" y="9"/>
                    <a:pt x="71" y="11"/>
                  </a:cubicBezTo>
                  <a:cubicBezTo>
                    <a:pt x="94" y="15"/>
                    <a:pt x="117" y="17"/>
                    <a:pt x="140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34"/>
                    <a:pt x="138" y="40"/>
                    <a:pt x="136" y="49"/>
                  </a:cubicBezTo>
                  <a:lnTo>
                    <a:pt x="136" y="49"/>
                  </a:lnTo>
                  <a:lnTo>
                    <a:pt x="136" y="49"/>
                  </a:lnTo>
                  <a:cubicBezTo>
                    <a:pt x="123" y="47"/>
                    <a:pt x="113" y="45"/>
                    <a:pt x="100" y="45"/>
                  </a:cubicBezTo>
                  <a:cubicBezTo>
                    <a:pt x="90" y="43"/>
                    <a:pt x="77" y="43"/>
                    <a:pt x="65" y="40"/>
                  </a:cubicBezTo>
                  <a:cubicBezTo>
                    <a:pt x="54" y="38"/>
                    <a:pt x="42" y="36"/>
                    <a:pt x="31" y="34"/>
                  </a:cubicBezTo>
                  <a:cubicBezTo>
                    <a:pt x="21" y="32"/>
                    <a:pt x="10" y="28"/>
                    <a:pt x="0" y="2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178"/>
            <p:cNvSpPr/>
            <p:nvPr/>
          </p:nvSpPr>
          <p:spPr>
            <a:xfrm>
              <a:off x="-3526797" y="2846532"/>
              <a:ext cx="224260" cy="75276"/>
            </a:xfrm>
            <a:custGeom>
              <a:rect b="b" l="l" r="r" t="t"/>
              <a:pathLst>
                <a:path extrusionOk="0" h="48" w="143">
                  <a:moveTo>
                    <a:pt x="0" y="25"/>
                  </a:moveTo>
                  <a:lnTo>
                    <a:pt x="0" y="25"/>
                  </a:lnTo>
                  <a:cubicBezTo>
                    <a:pt x="13" y="25"/>
                    <a:pt x="25" y="27"/>
                    <a:pt x="36" y="29"/>
                  </a:cubicBezTo>
                  <a:cubicBezTo>
                    <a:pt x="49" y="29"/>
                    <a:pt x="59" y="31"/>
                    <a:pt x="72" y="33"/>
                  </a:cubicBezTo>
                  <a:cubicBezTo>
                    <a:pt x="82" y="36"/>
                    <a:pt x="93" y="38"/>
                    <a:pt x="103" y="40"/>
                  </a:cubicBezTo>
                  <a:cubicBezTo>
                    <a:pt x="114" y="42"/>
                    <a:pt x="126" y="44"/>
                    <a:pt x="137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40"/>
                    <a:pt x="137" y="31"/>
                    <a:pt x="139" y="25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18" y="25"/>
                    <a:pt x="95" y="21"/>
                    <a:pt x="72" y="19"/>
                  </a:cubicBezTo>
                  <a:cubicBezTo>
                    <a:pt x="61" y="17"/>
                    <a:pt x="49" y="15"/>
                    <a:pt x="38" y="12"/>
                  </a:cubicBezTo>
                  <a:cubicBezTo>
                    <a:pt x="28" y="10"/>
                    <a:pt x="15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10"/>
                    <a:pt x="2" y="17"/>
                    <a:pt x="0" y="25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9"/>
                    <a:pt x="2" y="1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7" y="2"/>
                    <a:pt x="28" y="4"/>
                    <a:pt x="38" y="4"/>
                  </a:cubicBezTo>
                  <a:cubicBezTo>
                    <a:pt x="51" y="6"/>
                    <a:pt x="61" y="8"/>
                    <a:pt x="74" y="10"/>
                  </a:cubicBezTo>
                  <a:cubicBezTo>
                    <a:pt x="95" y="15"/>
                    <a:pt x="118" y="17"/>
                    <a:pt x="141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41" y="33"/>
                    <a:pt x="139" y="40"/>
                    <a:pt x="139" y="48"/>
                  </a:cubicBezTo>
                  <a:cubicBezTo>
                    <a:pt x="137" y="48"/>
                    <a:pt x="137" y="48"/>
                    <a:pt x="137" y="48"/>
                  </a:cubicBezTo>
                  <a:lnTo>
                    <a:pt x="137" y="48"/>
                  </a:lnTo>
                  <a:cubicBezTo>
                    <a:pt x="124" y="46"/>
                    <a:pt x="114" y="44"/>
                    <a:pt x="101" y="44"/>
                  </a:cubicBezTo>
                  <a:cubicBezTo>
                    <a:pt x="91" y="42"/>
                    <a:pt x="78" y="42"/>
                    <a:pt x="68" y="40"/>
                  </a:cubicBezTo>
                  <a:cubicBezTo>
                    <a:pt x="55" y="38"/>
                    <a:pt x="44" y="36"/>
                    <a:pt x="32" y="33"/>
                  </a:cubicBezTo>
                  <a:cubicBezTo>
                    <a:pt x="21" y="31"/>
                    <a:pt x="11" y="29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178"/>
            <p:cNvSpPr/>
            <p:nvPr/>
          </p:nvSpPr>
          <p:spPr>
            <a:xfrm>
              <a:off x="-1362613" y="3221344"/>
              <a:ext cx="308945" cy="310514"/>
            </a:xfrm>
            <a:custGeom>
              <a:rect b="b" l="l" r="r" t="t"/>
              <a:pathLst>
                <a:path extrusionOk="0" h="198" w="197">
                  <a:moveTo>
                    <a:pt x="193" y="196"/>
                  </a:moveTo>
                  <a:lnTo>
                    <a:pt x="193" y="196"/>
                  </a:lnTo>
                  <a:cubicBezTo>
                    <a:pt x="161" y="196"/>
                    <a:pt x="130" y="196"/>
                    <a:pt x="98" y="198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35" y="198"/>
                    <a:pt x="18" y="198"/>
                    <a:pt x="4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62"/>
                    <a:pt x="2" y="131"/>
                    <a:pt x="2" y="99"/>
                  </a:cubicBezTo>
                  <a:cubicBezTo>
                    <a:pt x="2" y="85"/>
                    <a:pt x="2" y="68"/>
                    <a:pt x="2" y="51"/>
                  </a:cubicBezTo>
                  <a:cubicBezTo>
                    <a:pt x="2" y="36"/>
                    <a:pt x="2" y="19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5" y="0"/>
                    <a:pt x="67" y="0"/>
                    <a:pt x="9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1" y="0"/>
                    <a:pt x="176" y="0"/>
                    <a:pt x="191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7" y="36"/>
                    <a:pt x="195" y="68"/>
                    <a:pt x="195" y="101"/>
                  </a:cubicBezTo>
                  <a:lnTo>
                    <a:pt x="193" y="196"/>
                  </a:lnTo>
                  <a:moveTo>
                    <a:pt x="191" y="194"/>
                  </a:moveTo>
                  <a:lnTo>
                    <a:pt x="191" y="194"/>
                  </a:lnTo>
                  <a:cubicBezTo>
                    <a:pt x="189" y="97"/>
                    <a:pt x="189" y="97"/>
                    <a:pt x="189" y="97"/>
                  </a:cubicBezTo>
                  <a:cubicBezTo>
                    <a:pt x="189" y="66"/>
                    <a:pt x="187" y="36"/>
                    <a:pt x="187" y="5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76" y="9"/>
                    <a:pt x="161" y="9"/>
                    <a:pt x="144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67" y="7"/>
                    <a:pt x="35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19"/>
                    <a:pt x="4" y="36"/>
                    <a:pt x="4" y="51"/>
                  </a:cubicBezTo>
                  <a:cubicBezTo>
                    <a:pt x="4" y="68"/>
                    <a:pt x="4" y="85"/>
                    <a:pt x="4" y="99"/>
                  </a:cubicBezTo>
                  <a:cubicBezTo>
                    <a:pt x="4" y="131"/>
                    <a:pt x="6" y="162"/>
                    <a:pt x="6" y="194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8" y="192"/>
                    <a:pt x="33" y="192"/>
                    <a:pt x="50" y="192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28" y="192"/>
                    <a:pt x="159" y="194"/>
                    <a:pt x="191" y="19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275" lIns="90000" spcFirstLastPara="1" rIns="90000" wrap="square" tIns="26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178"/>
            <p:cNvSpPr/>
            <p:nvPr/>
          </p:nvSpPr>
          <p:spPr>
            <a:xfrm>
              <a:off x="-1287337" y="3229186"/>
              <a:ext cx="12546" cy="224260"/>
            </a:xfrm>
            <a:custGeom>
              <a:rect b="b" l="l" r="r" t="t"/>
              <a:pathLst>
                <a:path extrusionOk="0" h="143" w="8">
                  <a:moveTo>
                    <a:pt x="4" y="0"/>
                  </a:moveTo>
                  <a:lnTo>
                    <a:pt x="4" y="0"/>
                  </a:lnTo>
                  <a:cubicBezTo>
                    <a:pt x="6" y="23"/>
                    <a:pt x="8" y="46"/>
                    <a:pt x="8" y="71"/>
                  </a:cubicBezTo>
                  <a:cubicBezTo>
                    <a:pt x="8" y="94"/>
                    <a:pt x="6" y="120"/>
                    <a:pt x="4" y="143"/>
                  </a:cubicBezTo>
                  <a:cubicBezTo>
                    <a:pt x="0" y="120"/>
                    <a:pt x="0" y="94"/>
                    <a:pt x="0" y="71"/>
                  </a:cubicBezTo>
                  <a:cubicBezTo>
                    <a:pt x="0" y="46"/>
                    <a:pt x="0" y="23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178"/>
            <p:cNvSpPr/>
            <p:nvPr/>
          </p:nvSpPr>
          <p:spPr>
            <a:xfrm>
              <a:off x="-1257540" y="3229186"/>
              <a:ext cx="6273" cy="147416"/>
            </a:xfrm>
            <a:custGeom>
              <a:rect b="b" l="l" r="r" t="t"/>
              <a:pathLst>
                <a:path extrusionOk="0" h="94" w="4">
                  <a:moveTo>
                    <a:pt x="2" y="0"/>
                  </a:moveTo>
                  <a:lnTo>
                    <a:pt x="2" y="0"/>
                  </a:lnTo>
                  <a:cubicBezTo>
                    <a:pt x="4" y="14"/>
                    <a:pt x="4" y="31"/>
                    <a:pt x="4" y="46"/>
                  </a:cubicBezTo>
                  <a:cubicBezTo>
                    <a:pt x="4" y="63"/>
                    <a:pt x="4" y="80"/>
                    <a:pt x="2" y="94"/>
                  </a:cubicBezTo>
                  <a:cubicBezTo>
                    <a:pt x="0" y="80"/>
                    <a:pt x="0" y="63"/>
                    <a:pt x="0" y="46"/>
                  </a:cubicBezTo>
                  <a:cubicBezTo>
                    <a:pt x="0" y="31"/>
                    <a:pt x="0" y="14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178"/>
            <p:cNvSpPr/>
            <p:nvPr/>
          </p:nvSpPr>
          <p:spPr>
            <a:xfrm>
              <a:off x="-1119534" y="3229186"/>
              <a:ext cx="12546" cy="194463"/>
            </a:xfrm>
            <a:custGeom>
              <a:rect b="b" l="l" r="r" t="t"/>
              <a:pathLst>
                <a:path extrusionOk="0" h="124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4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178"/>
            <p:cNvSpPr/>
            <p:nvPr/>
          </p:nvSpPr>
          <p:spPr>
            <a:xfrm>
              <a:off x="-1182264" y="3280938"/>
              <a:ext cx="12546" cy="197600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178"/>
            <p:cNvSpPr/>
            <p:nvPr/>
          </p:nvSpPr>
          <p:spPr>
            <a:xfrm>
              <a:off x="-4004220" y="3073943"/>
              <a:ext cx="3363004" cy="164685"/>
            </a:xfrm>
            <a:custGeom>
              <a:rect b="b" l="l" r="r" t="t"/>
              <a:pathLst>
                <a:path extrusionOk="0" h="105" w="5551">
                  <a:moveTo>
                    <a:pt x="5551" y="99"/>
                  </a:moveTo>
                  <a:lnTo>
                    <a:pt x="5551" y="99"/>
                  </a:lnTo>
                  <a:cubicBezTo>
                    <a:pt x="4168" y="103"/>
                    <a:pt x="4168" y="103"/>
                    <a:pt x="4168" y="103"/>
                  </a:cubicBezTo>
                  <a:cubicBezTo>
                    <a:pt x="3705" y="105"/>
                    <a:pt x="3242" y="105"/>
                    <a:pt x="2780" y="105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101"/>
                    <a:pt x="1045" y="101"/>
                    <a:pt x="1045" y="101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92" y="2"/>
                    <a:pt x="1392" y="2"/>
                    <a:pt x="1392" y="2"/>
                  </a:cubicBezTo>
                  <a:cubicBezTo>
                    <a:pt x="2778" y="0"/>
                    <a:pt x="2778" y="0"/>
                    <a:pt x="2778" y="0"/>
                  </a:cubicBezTo>
                  <a:cubicBezTo>
                    <a:pt x="3472" y="2"/>
                    <a:pt x="3472" y="2"/>
                    <a:pt x="3472" y="2"/>
                  </a:cubicBezTo>
                  <a:cubicBezTo>
                    <a:pt x="4163" y="4"/>
                    <a:pt x="4163" y="4"/>
                    <a:pt x="4163" y="4"/>
                  </a:cubicBezTo>
                  <a:cubicBezTo>
                    <a:pt x="4626" y="4"/>
                    <a:pt x="5088" y="6"/>
                    <a:pt x="5551" y="8"/>
                  </a:cubicBezTo>
                  <a:lnTo>
                    <a:pt x="5551" y="8"/>
                  </a:lnTo>
                  <a:cubicBezTo>
                    <a:pt x="5551" y="10"/>
                    <a:pt x="5551" y="10"/>
                    <a:pt x="5551" y="10"/>
                  </a:cubicBezTo>
                  <a:lnTo>
                    <a:pt x="5551" y="99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10"/>
                    <a:pt x="5549" y="10"/>
                    <a:pt x="5549" y="10"/>
                  </a:cubicBezTo>
                  <a:cubicBezTo>
                    <a:pt x="5551" y="10"/>
                    <a:pt x="5551" y="10"/>
                    <a:pt x="5551" y="10"/>
                  </a:cubicBezTo>
                  <a:cubicBezTo>
                    <a:pt x="5088" y="14"/>
                    <a:pt x="4626" y="14"/>
                    <a:pt x="4163" y="17"/>
                  </a:cubicBezTo>
                  <a:cubicBezTo>
                    <a:pt x="3472" y="17"/>
                    <a:pt x="3472" y="17"/>
                    <a:pt x="3472" y="17"/>
                  </a:cubicBezTo>
                  <a:cubicBezTo>
                    <a:pt x="2778" y="19"/>
                    <a:pt x="2778" y="19"/>
                    <a:pt x="2778" y="19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698" y="94"/>
                    <a:pt x="698" y="94"/>
                    <a:pt x="698" y="94"/>
                  </a:cubicBezTo>
                  <a:cubicBezTo>
                    <a:pt x="1045" y="97"/>
                    <a:pt x="1045" y="97"/>
                    <a:pt x="1045" y="97"/>
                  </a:cubicBezTo>
                  <a:cubicBezTo>
                    <a:pt x="1390" y="94"/>
                    <a:pt x="1390" y="94"/>
                    <a:pt x="1390" y="94"/>
                  </a:cubicBezTo>
                  <a:cubicBezTo>
                    <a:pt x="2776" y="92"/>
                    <a:pt x="2776" y="92"/>
                    <a:pt x="2776" y="92"/>
                  </a:cubicBezTo>
                  <a:cubicBezTo>
                    <a:pt x="3236" y="90"/>
                    <a:pt x="3699" y="92"/>
                    <a:pt x="4161" y="92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178"/>
            <p:cNvSpPr/>
            <p:nvPr/>
          </p:nvSpPr>
          <p:spPr>
            <a:xfrm>
              <a:off x="-2447842" y="3152341"/>
              <a:ext cx="1797215" cy="10978"/>
            </a:xfrm>
            <a:custGeom>
              <a:rect b="b" l="l" r="r" t="t"/>
              <a:pathLst>
                <a:path extrusionOk="0" h="7" w="1146">
                  <a:moveTo>
                    <a:pt x="0" y="4"/>
                  </a:moveTo>
                  <a:lnTo>
                    <a:pt x="0" y="4"/>
                  </a:lnTo>
                  <a:cubicBezTo>
                    <a:pt x="94" y="0"/>
                    <a:pt x="191" y="0"/>
                    <a:pt x="286" y="0"/>
                  </a:cubicBezTo>
                  <a:cubicBezTo>
                    <a:pt x="334" y="2"/>
                    <a:pt x="380" y="2"/>
                    <a:pt x="429" y="2"/>
                  </a:cubicBezTo>
                  <a:cubicBezTo>
                    <a:pt x="477" y="2"/>
                    <a:pt x="525" y="2"/>
                    <a:pt x="572" y="2"/>
                  </a:cubicBezTo>
                  <a:cubicBezTo>
                    <a:pt x="668" y="0"/>
                    <a:pt x="763" y="0"/>
                    <a:pt x="860" y="0"/>
                  </a:cubicBezTo>
                  <a:cubicBezTo>
                    <a:pt x="908" y="0"/>
                    <a:pt x="954" y="0"/>
                    <a:pt x="1003" y="2"/>
                  </a:cubicBezTo>
                  <a:cubicBezTo>
                    <a:pt x="1051" y="2"/>
                    <a:pt x="1099" y="2"/>
                    <a:pt x="1146" y="4"/>
                  </a:cubicBezTo>
                  <a:lnTo>
                    <a:pt x="1146" y="4"/>
                  </a:lnTo>
                  <a:cubicBezTo>
                    <a:pt x="1099" y="4"/>
                    <a:pt x="1051" y="7"/>
                    <a:pt x="1003" y="7"/>
                  </a:cubicBezTo>
                  <a:cubicBezTo>
                    <a:pt x="954" y="7"/>
                    <a:pt x="908" y="7"/>
                    <a:pt x="860" y="7"/>
                  </a:cubicBezTo>
                  <a:cubicBezTo>
                    <a:pt x="763" y="7"/>
                    <a:pt x="668" y="7"/>
                    <a:pt x="572" y="4"/>
                  </a:cubicBezTo>
                  <a:cubicBezTo>
                    <a:pt x="525" y="4"/>
                    <a:pt x="477" y="4"/>
                    <a:pt x="429" y="4"/>
                  </a:cubicBezTo>
                  <a:cubicBezTo>
                    <a:pt x="380" y="4"/>
                    <a:pt x="334" y="7"/>
                    <a:pt x="286" y="7"/>
                  </a:cubicBezTo>
                  <a:cubicBezTo>
                    <a:pt x="191" y="7"/>
                    <a:pt x="94" y="7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178"/>
            <p:cNvSpPr/>
            <p:nvPr/>
          </p:nvSpPr>
          <p:spPr>
            <a:xfrm>
              <a:off x="-3902213" y="3185264"/>
              <a:ext cx="1703728" cy="14118"/>
            </a:xfrm>
            <a:custGeom>
              <a:rect b="b" l="l" r="r" t="t"/>
              <a:pathLst>
                <a:path extrusionOk="0" h="9" w="1652">
                  <a:moveTo>
                    <a:pt x="1652" y="4"/>
                  </a:moveTo>
                  <a:lnTo>
                    <a:pt x="1652" y="4"/>
                  </a:lnTo>
                  <a:cubicBezTo>
                    <a:pt x="1516" y="9"/>
                    <a:pt x="1377" y="9"/>
                    <a:pt x="1241" y="9"/>
                  </a:cubicBezTo>
                  <a:cubicBezTo>
                    <a:pt x="1171" y="9"/>
                    <a:pt x="1102" y="7"/>
                    <a:pt x="1034" y="7"/>
                  </a:cubicBezTo>
                  <a:cubicBezTo>
                    <a:pt x="965" y="7"/>
                    <a:pt x="896" y="7"/>
                    <a:pt x="826" y="7"/>
                  </a:cubicBezTo>
                  <a:cubicBezTo>
                    <a:pt x="689" y="9"/>
                    <a:pt x="551" y="9"/>
                    <a:pt x="414" y="9"/>
                  </a:cubicBezTo>
                  <a:cubicBezTo>
                    <a:pt x="345" y="9"/>
                    <a:pt x="275" y="9"/>
                    <a:pt x="208" y="9"/>
                  </a:cubicBezTo>
                  <a:cubicBezTo>
                    <a:pt x="139" y="7"/>
                    <a:pt x="69" y="7"/>
                    <a:pt x="0" y="4"/>
                  </a:cubicBezTo>
                  <a:lnTo>
                    <a:pt x="0" y="4"/>
                  </a:lnTo>
                  <a:cubicBezTo>
                    <a:pt x="69" y="2"/>
                    <a:pt x="139" y="2"/>
                    <a:pt x="208" y="2"/>
                  </a:cubicBezTo>
                  <a:cubicBezTo>
                    <a:pt x="275" y="0"/>
                    <a:pt x="345" y="0"/>
                    <a:pt x="414" y="0"/>
                  </a:cubicBezTo>
                  <a:cubicBezTo>
                    <a:pt x="551" y="0"/>
                    <a:pt x="689" y="0"/>
                    <a:pt x="826" y="2"/>
                  </a:cubicBezTo>
                  <a:cubicBezTo>
                    <a:pt x="896" y="2"/>
                    <a:pt x="965" y="4"/>
                    <a:pt x="1034" y="4"/>
                  </a:cubicBezTo>
                  <a:cubicBezTo>
                    <a:pt x="1102" y="2"/>
                    <a:pt x="1171" y="2"/>
                    <a:pt x="1241" y="2"/>
                  </a:cubicBezTo>
                  <a:cubicBezTo>
                    <a:pt x="1377" y="0"/>
                    <a:pt x="1516" y="2"/>
                    <a:pt x="1652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178"/>
            <p:cNvSpPr/>
            <p:nvPr/>
          </p:nvSpPr>
          <p:spPr>
            <a:xfrm>
              <a:off x="-1795450" y="2249028"/>
              <a:ext cx="3137" cy="424996"/>
            </a:xfrm>
            <a:custGeom>
              <a:rect b="b" l="l" r="r" t="t"/>
              <a:pathLst>
                <a:path extrusionOk="0" h="27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17"/>
                    <a:pt x="2" y="42"/>
                  </a:cubicBezTo>
                  <a:cubicBezTo>
                    <a:pt x="2" y="68"/>
                    <a:pt x="2" y="103"/>
                    <a:pt x="2" y="137"/>
                  </a:cubicBezTo>
                  <a:cubicBezTo>
                    <a:pt x="2" y="170"/>
                    <a:pt x="2" y="204"/>
                    <a:pt x="2" y="229"/>
                  </a:cubicBezTo>
                  <a:cubicBezTo>
                    <a:pt x="0" y="255"/>
                    <a:pt x="0" y="271"/>
                    <a:pt x="0" y="271"/>
                  </a:cubicBezTo>
                  <a:cubicBezTo>
                    <a:pt x="0" y="271"/>
                    <a:pt x="0" y="255"/>
                    <a:pt x="0" y="229"/>
                  </a:cubicBezTo>
                  <a:cubicBezTo>
                    <a:pt x="0" y="204"/>
                    <a:pt x="0" y="170"/>
                    <a:pt x="0" y="137"/>
                  </a:cubicBezTo>
                  <a:cubicBezTo>
                    <a:pt x="2" y="103"/>
                    <a:pt x="2" y="68"/>
                    <a:pt x="0" y="42"/>
                  </a:cubicBezTo>
                  <a:cubicBezTo>
                    <a:pt x="0" y="1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178"/>
            <p:cNvSpPr/>
            <p:nvPr/>
          </p:nvSpPr>
          <p:spPr>
            <a:xfrm>
              <a:off x="-1801723" y="2694412"/>
              <a:ext cx="6273" cy="32933"/>
            </a:xfrm>
            <a:custGeom>
              <a:rect b="b" l="l" r="r" t="t"/>
              <a:pathLst>
                <a:path extrusionOk="0" h="21" w="4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4"/>
                    <a:pt x="2" y="8"/>
                    <a:pt x="4" y="11"/>
                  </a:cubicBezTo>
                  <a:cubicBezTo>
                    <a:pt x="4" y="13"/>
                    <a:pt x="4" y="17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lnTo>
                    <a:pt x="2" y="19"/>
                  </a:lnTo>
                  <a:cubicBezTo>
                    <a:pt x="2" y="17"/>
                    <a:pt x="2" y="13"/>
                    <a:pt x="2" y="11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178"/>
            <p:cNvSpPr/>
            <p:nvPr/>
          </p:nvSpPr>
          <p:spPr>
            <a:xfrm>
              <a:off x="-1798586" y="2750869"/>
              <a:ext cx="3137" cy="18819"/>
            </a:xfrm>
            <a:custGeom>
              <a:rect b="b" l="l" r="r" t="t"/>
              <a:pathLst>
                <a:path extrusionOk="0" h="12" w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8"/>
                    <a:pt x="2" y="8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0" y="12"/>
                    <a:pt x="0" y="10"/>
                  </a:cubicBezTo>
                  <a:cubicBezTo>
                    <a:pt x="0" y="8"/>
                    <a:pt x="0" y="8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178"/>
            <p:cNvSpPr/>
            <p:nvPr/>
          </p:nvSpPr>
          <p:spPr>
            <a:xfrm>
              <a:off x="-2178103" y="1223392"/>
              <a:ext cx="3137" cy="95663"/>
            </a:xfrm>
            <a:custGeom>
              <a:rect b="b" l="l" r="r" t="t"/>
              <a:pathLst>
                <a:path extrusionOk="0" h="6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"/>
                    <a:pt x="2" y="9"/>
                  </a:cubicBezTo>
                  <a:cubicBezTo>
                    <a:pt x="2" y="15"/>
                    <a:pt x="2" y="23"/>
                    <a:pt x="2" y="32"/>
                  </a:cubicBezTo>
                  <a:cubicBezTo>
                    <a:pt x="2" y="38"/>
                    <a:pt x="2" y="47"/>
                    <a:pt x="2" y="53"/>
                  </a:cubicBezTo>
                  <a:cubicBezTo>
                    <a:pt x="0" y="57"/>
                    <a:pt x="0" y="61"/>
                    <a:pt x="0" y="61"/>
                  </a:cubicBezTo>
                  <a:cubicBezTo>
                    <a:pt x="0" y="61"/>
                    <a:pt x="0" y="57"/>
                    <a:pt x="0" y="53"/>
                  </a:cubicBezTo>
                  <a:cubicBezTo>
                    <a:pt x="0" y="47"/>
                    <a:pt x="0" y="38"/>
                    <a:pt x="0" y="32"/>
                  </a:cubicBezTo>
                  <a:cubicBezTo>
                    <a:pt x="0" y="23"/>
                    <a:pt x="0" y="15"/>
                    <a:pt x="0" y="9"/>
                  </a:cubicBezTo>
                  <a:cubicBezTo>
                    <a:pt x="0" y="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178"/>
            <p:cNvSpPr/>
            <p:nvPr/>
          </p:nvSpPr>
          <p:spPr>
            <a:xfrm>
              <a:off x="-2157716" y="1250052"/>
              <a:ext cx="3137" cy="47048"/>
            </a:xfrm>
            <a:custGeom>
              <a:rect b="b" l="l" r="r" t="t"/>
              <a:pathLst>
                <a:path extrusionOk="0" h="30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2"/>
                    <a:pt x="2" y="4"/>
                  </a:cubicBezTo>
                  <a:cubicBezTo>
                    <a:pt x="2" y="9"/>
                    <a:pt x="2" y="11"/>
                    <a:pt x="2" y="15"/>
                  </a:cubicBezTo>
                  <a:cubicBezTo>
                    <a:pt x="2" y="19"/>
                    <a:pt x="2" y="21"/>
                    <a:pt x="2" y="25"/>
                  </a:cubicBezTo>
                  <a:cubicBezTo>
                    <a:pt x="2" y="27"/>
                    <a:pt x="2" y="30"/>
                    <a:pt x="2" y="30"/>
                  </a:cubicBezTo>
                  <a:cubicBezTo>
                    <a:pt x="2" y="30"/>
                    <a:pt x="0" y="27"/>
                    <a:pt x="0" y="25"/>
                  </a:cubicBezTo>
                  <a:cubicBezTo>
                    <a:pt x="0" y="21"/>
                    <a:pt x="0" y="19"/>
                    <a:pt x="0" y="15"/>
                  </a:cubicBezTo>
                  <a:cubicBezTo>
                    <a:pt x="0" y="11"/>
                    <a:pt x="0" y="9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178"/>
            <p:cNvSpPr/>
            <p:nvPr/>
          </p:nvSpPr>
          <p:spPr>
            <a:xfrm>
              <a:off x="-3042208" y="2503085"/>
              <a:ext cx="250920" cy="6273"/>
            </a:xfrm>
            <a:custGeom>
              <a:rect b="b" l="l" r="r" t="t"/>
              <a:pathLst>
                <a:path extrusionOk="0" h="4" w="16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11" y="2"/>
                    <a:pt x="26" y="2"/>
                  </a:cubicBezTo>
                  <a:cubicBezTo>
                    <a:pt x="40" y="2"/>
                    <a:pt x="61" y="2"/>
                    <a:pt x="80" y="2"/>
                  </a:cubicBezTo>
                  <a:cubicBezTo>
                    <a:pt x="101" y="2"/>
                    <a:pt x="120" y="2"/>
                    <a:pt x="135" y="2"/>
                  </a:cubicBezTo>
                  <a:cubicBezTo>
                    <a:pt x="150" y="0"/>
                    <a:pt x="160" y="0"/>
                    <a:pt x="160" y="0"/>
                  </a:cubicBezTo>
                  <a:cubicBezTo>
                    <a:pt x="160" y="0"/>
                    <a:pt x="150" y="2"/>
                    <a:pt x="135" y="2"/>
                  </a:cubicBezTo>
                  <a:cubicBezTo>
                    <a:pt x="120" y="2"/>
                    <a:pt x="101" y="4"/>
                    <a:pt x="80" y="4"/>
                  </a:cubicBezTo>
                  <a:cubicBezTo>
                    <a:pt x="61" y="4"/>
                    <a:pt x="40" y="4"/>
                    <a:pt x="26" y="2"/>
                  </a:cubicBezTo>
                  <a:cubicBezTo>
                    <a:pt x="11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178"/>
            <p:cNvSpPr/>
            <p:nvPr/>
          </p:nvSpPr>
          <p:spPr>
            <a:xfrm>
              <a:off x="-2537232" y="1226528"/>
              <a:ext cx="3137" cy="92527"/>
            </a:xfrm>
            <a:custGeom>
              <a:rect b="b" l="l" r="r" t="t"/>
              <a:pathLst>
                <a:path extrusionOk="0" h="59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5"/>
                    <a:pt x="2" y="9"/>
                  </a:cubicBezTo>
                  <a:cubicBezTo>
                    <a:pt x="2" y="15"/>
                    <a:pt x="2" y="24"/>
                    <a:pt x="2" y="30"/>
                  </a:cubicBezTo>
                  <a:cubicBezTo>
                    <a:pt x="2" y="38"/>
                    <a:pt x="2" y="45"/>
                    <a:pt x="0" y="51"/>
                  </a:cubicBezTo>
                  <a:cubicBezTo>
                    <a:pt x="0" y="55"/>
                    <a:pt x="0" y="59"/>
                    <a:pt x="0" y="59"/>
                  </a:cubicBezTo>
                  <a:cubicBezTo>
                    <a:pt x="0" y="59"/>
                    <a:pt x="0" y="55"/>
                    <a:pt x="0" y="51"/>
                  </a:cubicBezTo>
                  <a:cubicBezTo>
                    <a:pt x="0" y="45"/>
                    <a:pt x="0" y="38"/>
                    <a:pt x="0" y="30"/>
                  </a:cubicBezTo>
                  <a:cubicBezTo>
                    <a:pt x="0" y="24"/>
                    <a:pt x="0" y="15"/>
                    <a:pt x="0" y="9"/>
                  </a:cubicBezTo>
                  <a:cubicBezTo>
                    <a:pt x="0" y="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178"/>
            <p:cNvSpPr/>
            <p:nvPr/>
          </p:nvSpPr>
          <p:spPr>
            <a:xfrm>
              <a:off x="-3024958" y="1955765"/>
              <a:ext cx="6273" cy="221124"/>
            </a:xfrm>
            <a:custGeom>
              <a:rect b="b" l="l" r="r" t="t"/>
              <a:pathLst>
                <a:path extrusionOk="0" h="141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"/>
                    <a:pt x="0" y="21"/>
                  </a:cubicBezTo>
                  <a:cubicBezTo>
                    <a:pt x="2" y="34"/>
                    <a:pt x="2" y="53"/>
                    <a:pt x="2" y="69"/>
                  </a:cubicBezTo>
                  <a:cubicBezTo>
                    <a:pt x="2" y="88"/>
                    <a:pt x="4" y="105"/>
                    <a:pt x="4" y="120"/>
                  </a:cubicBezTo>
                  <a:cubicBezTo>
                    <a:pt x="4" y="132"/>
                    <a:pt x="4" y="141"/>
                    <a:pt x="4" y="141"/>
                  </a:cubicBezTo>
                  <a:cubicBezTo>
                    <a:pt x="4" y="141"/>
                    <a:pt x="2" y="132"/>
                    <a:pt x="2" y="120"/>
                  </a:cubicBezTo>
                  <a:cubicBezTo>
                    <a:pt x="2" y="105"/>
                    <a:pt x="2" y="88"/>
                    <a:pt x="0" y="69"/>
                  </a:cubicBezTo>
                  <a:cubicBezTo>
                    <a:pt x="0" y="53"/>
                    <a:pt x="0" y="34"/>
                    <a:pt x="0" y="21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5750" lIns="90000" spcFirstLastPara="1" rIns="90000" wrap="square" tIns="5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178"/>
            <p:cNvSpPr/>
            <p:nvPr/>
          </p:nvSpPr>
          <p:spPr>
            <a:xfrm>
              <a:off x="-3021821" y="2192571"/>
              <a:ext cx="6273" cy="76844"/>
            </a:xfrm>
            <a:custGeom>
              <a:rect b="b" l="l" r="r" t="t"/>
              <a:pathLst>
                <a:path extrusionOk="0" h="49" w="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" y="3"/>
                    <a:pt x="2" y="9"/>
                  </a:cubicBezTo>
                  <a:cubicBezTo>
                    <a:pt x="2" y="13"/>
                    <a:pt x="4" y="19"/>
                    <a:pt x="4" y="26"/>
                  </a:cubicBezTo>
                  <a:cubicBezTo>
                    <a:pt x="4" y="32"/>
                    <a:pt x="4" y="38"/>
                    <a:pt x="4" y="43"/>
                  </a:cubicBezTo>
                  <a:cubicBezTo>
                    <a:pt x="4" y="47"/>
                    <a:pt x="4" y="49"/>
                    <a:pt x="4" y="49"/>
                  </a:cubicBezTo>
                  <a:cubicBezTo>
                    <a:pt x="4" y="49"/>
                    <a:pt x="2" y="47"/>
                    <a:pt x="2" y="43"/>
                  </a:cubicBezTo>
                  <a:cubicBezTo>
                    <a:pt x="2" y="38"/>
                    <a:pt x="2" y="32"/>
                    <a:pt x="2" y="26"/>
                  </a:cubicBezTo>
                  <a:cubicBezTo>
                    <a:pt x="2" y="19"/>
                    <a:pt x="2" y="13"/>
                    <a:pt x="0" y="9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178"/>
            <p:cNvSpPr/>
            <p:nvPr/>
          </p:nvSpPr>
          <p:spPr>
            <a:xfrm>
              <a:off x="-1132080" y="1286122"/>
              <a:ext cx="6273" cy="376381"/>
            </a:xfrm>
            <a:custGeom>
              <a:rect b="b" l="l" r="r" t="t"/>
              <a:pathLst>
                <a:path extrusionOk="0" h="240" w="4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5"/>
                    <a:pt x="4" y="38"/>
                  </a:cubicBezTo>
                  <a:cubicBezTo>
                    <a:pt x="2" y="61"/>
                    <a:pt x="2" y="91"/>
                    <a:pt x="2" y="120"/>
                  </a:cubicBezTo>
                  <a:cubicBezTo>
                    <a:pt x="2" y="150"/>
                    <a:pt x="2" y="181"/>
                    <a:pt x="2" y="202"/>
                  </a:cubicBezTo>
                  <a:cubicBezTo>
                    <a:pt x="2" y="225"/>
                    <a:pt x="0" y="240"/>
                    <a:pt x="0" y="240"/>
                  </a:cubicBezTo>
                  <a:cubicBezTo>
                    <a:pt x="0" y="240"/>
                    <a:pt x="0" y="225"/>
                    <a:pt x="0" y="202"/>
                  </a:cubicBezTo>
                  <a:cubicBezTo>
                    <a:pt x="0" y="181"/>
                    <a:pt x="0" y="150"/>
                    <a:pt x="0" y="120"/>
                  </a:cubicBezTo>
                  <a:cubicBezTo>
                    <a:pt x="2" y="91"/>
                    <a:pt x="2" y="61"/>
                    <a:pt x="2" y="38"/>
                  </a:cubicBezTo>
                  <a:cubicBezTo>
                    <a:pt x="2" y="15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1400" lIns="90000" spcFirstLastPara="1" rIns="90000" wrap="square" tIns="41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178"/>
            <p:cNvSpPr/>
            <p:nvPr/>
          </p:nvSpPr>
          <p:spPr>
            <a:xfrm>
              <a:off x="-1132080" y="1686026"/>
              <a:ext cx="3136" cy="32933"/>
            </a:xfrm>
            <a:custGeom>
              <a:rect b="b" l="l" r="r" t="t"/>
              <a:pathLst>
                <a:path extrusionOk="0" h="21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2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2"/>
                    <a:pt x="2" y="14"/>
                    <a:pt x="2" y="16"/>
                  </a:cubicBezTo>
                  <a:cubicBezTo>
                    <a:pt x="0" y="19"/>
                    <a:pt x="0" y="21"/>
                    <a:pt x="0" y="21"/>
                  </a:cubicBezTo>
                  <a:cubicBezTo>
                    <a:pt x="0" y="21"/>
                    <a:pt x="0" y="19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178"/>
            <p:cNvSpPr/>
            <p:nvPr/>
          </p:nvSpPr>
          <p:spPr>
            <a:xfrm>
              <a:off x="-1579031" y="2957878"/>
              <a:ext cx="4705" cy="125460"/>
            </a:xfrm>
            <a:custGeom>
              <a:rect b="b" l="l" r="r" t="t"/>
              <a:pathLst>
                <a:path extrusionOk="0" h="80" w="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13"/>
                  </a:cubicBezTo>
                  <a:cubicBezTo>
                    <a:pt x="1" y="21"/>
                    <a:pt x="1" y="30"/>
                    <a:pt x="3" y="40"/>
                  </a:cubicBezTo>
                  <a:cubicBezTo>
                    <a:pt x="3" y="51"/>
                    <a:pt x="3" y="61"/>
                    <a:pt x="1" y="67"/>
                  </a:cubicBezTo>
                  <a:cubicBezTo>
                    <a:pt x="1" y="76"/>
                    <a:pt x="1" y="80"/>
                    <a:pt x="1" y="80"/>
                  </a:cubicBezTo>
                  <a:cubicBezTo>
                    <a:pt x="1" y="80"/>
                    <a:pt x="1" y="76"/>
                    <a:pt x="1" y="67"/>
                  </a:cubicBezTo>
                  <a:cubicBezTo>
                    <a:pt x="1" y="61"/>
                    <a:pt x="1" y="51"/>
                    <a:pt x="1" y="40"/>
                  </a:cubicBezTo>
                  <a:cubicBezTo>
                    <a:pt x="1" y="30"/>
                    <a:pt x="-1" y="21"/>
                    <a:pt x="1" y="13"/>
                  </a:cubicBezTo>
                  <a:cubicBezTo>
                    <a:pt x="1" y="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178"/>
            <p:cNvSpPr/>
            <p:nvPr/>
          </p:nvSpPr>
          <p:spPr>
            <a:xfrm>
              <a:off x="-1561781" y="2987675"/>
              <a:ext cx="3136" cy="50184"/>
            </a:xfrm>
            <a:custGeom>
              <a:rect b="b" l="l" r="r" t="t"/>
              <a:pathLst>
                <a:path extrusionOk="0" h="32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4"/>
                  </a:cubicBezTo>
                  <a:cubicBezTo>
                    <a:pt x="0" y="8"/>
                    <a:pt x="2" y="11"/>
                    <a:pt x="2" y="15"/>
                  </a:cubicBezTo>
                  <a:cubicBezTo>
                    <a:pt x="2" y="19"/>
                    <a:pt x="2" y="23"/>
                    <a:pt x="2" y="25"/>
                  </a:cubicBezTo>
                  <a:cubicBezTo>
                    <a:pt x="2" y="29"/>
                    <a:pt x="2" y="32"/>
                    <a:pt x="2" y="32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0" y="23"/>
                    <a:pt x="0" y="19"/>
                    <a:pt x="0" y="15"/>
                  </a:cubicBezTo>
                  <a:cubicBezTo>
                    <a:pt x="0" y="13"/>
                    <a:pt x="0" y="8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178"/>
            <p:cNvSpPr/>
            <p:nvPr/>
          </p:nvSpPr>
          <p:spPr>
            <a:xfrm>
              <a:off x="-3371541" y="2681866"/>
              <a:ext cx="59593" cy="38892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0" y="248"/>
                    <a:pt x="2" y="231"/>
                    <a:pt x="4" y="208"/>
                  </a:cubicBezTo>
                  <a:cubicBezTo>
                    <a:pt x="9" y="185"/>
                    <a:pt x="13" y="153"/>
                    <a:pt x="17" y="122"/>
                  </a:cubicBezTo>
                  <a:cubicBezTo>
                    <a:pt x="23" y="92"/>
                    <a:pt x="27" y="61"/>
                    <a:pt x="32" y="37"/>
                  </a:cubicBezTo>
                  <a:cubicBezTo>
                    <a:pt x="36" y="14"/>
                    <a:pt x="38" y="0"/>
                    <a:pt x="38" y="0"/>
                  </a:cubicBezTo>
                  <a:cubicBezTo>
                    <a:pt x="38" y="0"/>
                    <a:pt x="36" y="14"/>
                    <a:pt x="34" y="37"/>
                  </a:cubicBezTo>
                  <a:cubicBezTo>
                    <a:pt x="30" y="61"/>
                    <a:pt x="25" y="92"/>
                    <a:pt x="19" y="124"/>
                  </a:cubicBezTo>
                  <a:cubicBezTo>
                    <a:pt x="15" y="153"/>
                    <a:pt x="11" y="185"/>
                    <a:pt x="6" y="208"/>
                  </a:cubicBezTo>
                  <a:cubicBezTo>
                    <a:pt x="2" y="231"/>
                    <a:pt x="0" y="24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178"/>
            <p:cNvSpPr/>
            <p:nvPr/>
          </p:nvSpPr>
          <p:spPr>
            <a:xfrm>
              <a:off x="-3308811" y="2637955"/>
              <a:ext cx="6273" cy="20387"/>
            </a:xfrm>
            <a:custGeom>
              <a:rect b="b" l="l" r="r" t="t"/>
              <a:pathLst>
                <a:path extrusionOk="0" h="13" w="4">
                  <a:moveTo>
                    <a:pt x="0" y="13"/>
                  </a:moveTo>
                  <a:lnTo>
                    <a:pt x="0" y="13"/>
                  </a:lnTo>
                  <a:lnTo>
                    <a:pt x="0" y="11"/>
                  </a:lnTo>
                  <a:cubicBezTo>
                    <a:pt x="2" y="9"/>
                    <a:pt x="2" y="9"/>
                    <a:pt x="2" y="7"/>
                  </a:cubicBezTo>
                  <a:cubicBezTo>
                    <a:pt x="2" y="4"/>
                    <a:pt x="2" y="4"/>
                    <a:pt x="2" y="2"/>
                  </a:cubicBezTo>
                  <a:lnTo>
                    <a:pt x="4" y="0"/>
                  </a:lnTo>
                  <a:lnTo>
                    <a:pt x="4" y="2"/>
                  </a:lnTo>
                  <a:cubicBezTo>
                    <a:pt x="4" y="4"/>
                    <a:pt x="4" y="4"/>
                    <a:pt x="4" y="7"/>
                  </a:cubicBezTo>
                  <a:cubicBezTo>
                    <a:pt x="4" y="9"/>
                    <a:pt x="2" y="11"/>
                    <a:pt x="2" y="11"/>
                  </a:cubicBezTo>
                  <a:cubicBezTo>
                    <a:pt x="2" y="13"/>
                    <a:pt x="0" y="13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178"/>
            <p:cNvSpPr/>
            <p:nvPr/>
          </p:nvSpPr>
          <p:spPr>
            <a:xfrm>
              <a:off x="-1023871" y="2245892"/>
              <a:ext cx="3136" cy="293263"/>
            </a:xfrm>
            <a:custGeom>
              <a:rect b="b" l="l" r="r" t="t"/>
              <a:pathLst>
                <a:path extrusionOk="0" h="187" w="2">
                  <a:moveTo>
                    <a:pt x="2" y="0"/>
                  </a:moveTo>
                  <a:lnTo>
                    <a:pt x="2" y="0"/>
                  </a:lnTo>
                  <a:cubicBezTo>
                    <a:pt x="2" y="0"/>
                    <a:pt x="2" y="13"/>
                    <a:pt x="2" y="30"/>
                  </a:cubicBezTo>
                  <a:cubicBezTo>
                    <a:pt x="2" y="46"/>
                    <a:pt x="2" y="70"/>
                    <a:pt x="2" y="93"/>
                  </a:cubicBezTo>
                  <a:cubicBezTo>
                    <a:pt x="2" y="118"/>
                    <a:pt x="2" y="141"/>
                    <a:pt x="2" y="158"/>
                  </a:cubicBezTo>
                  <a:cubicBezTo>
                    <a:pt x="2" y="174"/>
                    <a:pt x="2" y="187"/>
                    <a:pt x="2" y="187"/>
                  </a:cubicBezTo>
                  <a:cubicBezTo>
                    <a:pt x="2" y="187"/>
                    <a:pt x="2" y="174"/>
                    <a:pt x="2" y="158"/>
                  </a:cubicBezTo>
                  <a:cubicBezTo>
                    <a:pt x="2" y="141"/>
                    <a:pt x="0" y="118"/>
                    <a:pt x="0" y="93"/>
                  </a:cubicBezTo>
                  <a:cubicBezTo>
                    <a:pt x="0" y="70"/>
                    <a:pt x="0" y="46"/>
                    <a:pt x="2" y="30"/>
                  </a:cubicBezTo>
                  <a:cubicBezTo>
                    <a:pt x="2" y="13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2300" lIns="90000" spcFirstLastPara="1" rIns="90000" wrap="square" tIns="223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178"/>
            <p:cNvSpPr/>
            <p:nvPr/>
          </p:nvSpPr>
          <p:spPr>
            <a:xfrm>
              <a:off x="-1023871" y="2562679"/>
              <a:ext cx="3136" cy="18819"/>
            </a:xfrm>
            <a:custGeom>
              <a:rect b="b" l="l" r="r" t="t"/>
              <a:pathLst>
                <a:path extrusionOk="0" h="12" w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cubicBezTo>
                    <a:pt x="2" y="2"/>
                    <a:pt x="2" y="4"/>
                    <a:pt x="2" y="6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0" y="10"/>
                    <a:pt x="0" y="12"/>
                    <a:pt x="0" y="12"/>
                  </a:cubicBezTo>
                  <a:lnTo>
                    <a:pt x="0" y="10"/>
                  </a:lnTo>
                  <a:cubicBezTo>
                    <a:pt x="0" y="8"/>
                    <a:pt x="0" y="6"/>
                    <a:pt x="0" y="6"/>
                  </a:cubicBezTo>
                  <a:cubicBezTo>
                    <a:pt x="0" y="4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178"/>
            <p:cNvSpPr/>
            <p:nvPr/>
          </p:nvSpPr>
          <p:spPr>
            <a:xfrm>
              <a:off x="-915662" y="1474312"/>
              <a:ext cx="4705" cy="122324"/>
            </a:xfrm>
            <a:custGeom>
              <a:rect b="b" l="l" r="r" t="t"/>
              <a:pathLst>
                <a:path extrusionOk="0" h="78" w="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"/>
                    <a:pt x="3" y="13"/>
                  </a:cubicBezTo>
                  <a:cubicBezTo>
                    <a:pt x="3" y="19"/>
                    <a:pt x="3" y="30"/>
                    <a:pt x="3" y="38"/>
                  </a:cubicBezTo>
                  <a:cubicBezTo>
                    <a:pt x="3" y="48"/>
                    <a:pt x="3" y="59"/>
                    <a:pt x="3" y="65"/>
                  </a:cubicBezTo>
                  <a:cubicBezTo>
                    <a:pt x="0" y="72"/>
                    <a:pt x="0" y="78"/>
                    <a:pt x="0" y="78"/>
                  </a:cubicBezTo>
                  <a:cubicBezTo>
                    <a:pt x="0" y="78"/>
                    <a:pt x="0" y="72"/>
                    <a:pt x="0" y="65"/>
                  </a:cubicBezTo>
                  <a:cubicBezTo>
                    <a:pt x="0" y="59"/>
                    <a:pt x="0" y="48"/>
                    <a:pt x="0" y="38"/>
                  </a:cubicBezTo>
                  <a:cubicBezTo>
                    <a:pt x="0" y="30"/>
                    <a:pt x="0" y="19"/>
                    <a:pt x="0" y="13"/>
                  </a:cubicBezTo>
                  <a:cubicBezTo>
                    <a:pt x="0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178"/>
            <p:cNvSpPr/>
            <p:nvPr/>
          </p:nvSpPr>
          <p:spPr>
            <a:xfrm>
              <a:off x="-895275" y="1477448"/>
              <a:ext cx="3136" cy="53321"/>
            </a:xfrm>
            <a:custGeom>
              <a:rect b="b" l="l" r="r" t="t"/>
              <a:pathLst>
                <a:path extrusionOk="0" h="34" w="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"/>
                    <a:pt x="0" y="7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2" y="21"/>
                    <a:pt x="2" y="25"/>
                    <a:pt x="0" y="28"/>
                  </a:cubicBezTo>
                  <a:cubicBezTo>
                    <a:pt x="0" y="32"/>
                    <a:pt x="0" y="34"/>
                    <a:pt x="0" y="34"/>
                  </a:cubicBezTo>
                  <a:cubicBezTo>
                    <a:pt x="0" y="34"/>
                    <a:pt x="0" y="32"/>
                    <a:pt x="0" y="28"/>
                  </a:cubicBezTo>
                  <a:cubicBezTo>
                    <a:pt x="0" y="25"/>
                    <a:pt x="0" y="21"/>
                    <a:pt x="0" y="17"/>
                  </a:cubicBezTo>
                  <a:cubicBezTo>
                    <a:pt x="0" y="13"/>
                    <a:pt x="0" y="9"/>
                    <a:pt x="0" y="7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06" name="Google Shape;5806;p17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807" name="Google Shape;5807;p178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178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17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178"/>
            <p:cNvSpPr/>
            <p:nvPr/>
          </p:nvSpPr>
          <p:spPr>
            <a:xfrm rot="-5400000">
              <a:off x="7628550" y="3602625"/>
              <a:ext cx="23095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bg>
      <p:bgPr>
        <a:solidFill>
          <a:schemeClr val="dk1"/>
        </a:solidFill>
      </p:bgPr>
    </p:bg>
    <p:spTree>
      <p:nvGrpSpPr>
        <p:cNvPr id="5811" name="Shape 5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12" name="Google Shape;5812;p179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813" name="Google Shape;5813;p179"/>
          <p:cNvSpPr txBox="1"/>
          <p:nvPr>
            <p:ph hasCustomPrompt="1" type="title"/>
          </p:nvPr>
        </p:nvSpPr>
        <p:spPr>
          <a:xfrm>
            <a:off x="1970775" y="601338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814" name="Google Shape;5814;p179"/>
          <p:cNvSpPr txBox="1"/>
          <p:nvPr>
            <p:ph idx="1" type="subTitle"/>
          </p:nvPr>
        </p:nvSpPr>
        <p:spPr>
          <a:xfrm>
            <a:off x="1970775" y="129026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815" name="Google Shape;5815;p179"/>
          <p:cNvSpPr txBox="1"/>
          <p:nvPr>
            <p:ph hasCustomPrompt="1" idx="2" type="title"/>
          </p:nvPr>
        </p:nvSpPr>
        <p:spPr>
          <a:xfrm>
            <a:off x="1970775" y="1890512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816" name="Google Shape;5816;p179"/>
          <p:cNvSpPr txBox="1"/>
          <p:nvPr>
            <p:ph idx="3" type="subTitle"/>
          </p:nvPr>
        </p:nvSpPr>
        <p:spPr>
          <a:xfrm>
            <a:off x="1970775" y="2579437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817" name="Google Shape;5817;p179"/>
          <p:cNvSpPr txBox="1"/>
          <p:nvPr>
            <p:ph hasCustomPrompt="1" idx="4" type="title"/>
          </p:nvPr>
        </p:nvSpPr>
        <p:spPr>
          <a:xfrm>
            <a:off x="1970775" y="3179687"/>
            <a:ext cx="40989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818" name="Google Shape;5818;p179"/>
          <p:cNvSpPr txBox="1"/>
          <p:nvPr>
            <p:ph idx="5" type="subTitle"/>
          </p:nvPr>
        </p:nvSpPr>
        <p:spPr>
          <a:xfrm>
            <a:off x="1970775" y="3868612"/>
            <a:ext cx="4098900" cy="368400"/>
          </a:xfrm>
          <a:prstGeom prst="rect">
            <a:avLst/>
          </a:prstGeom>
          <a:solidFill>
            <a:schemeClr val="dk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819" name="Google Shape;5819;p17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5820" name="Google Shape;5820;p179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179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17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179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bg>
      <p:bgPr>
        <a:solidFill>
          <a:schemeClr val="dk1"/>
        </a:solidFill>
      </p:bgPr>
    </p:bg>
    <p:spTree>
      <p:nvGrpSpPr>
        <p:cNvPr id="5824" name="Shape 5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25" name="Google Shape;5825;p180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826" name="Google Shape;5826;p180"/>
          <p:cNvSpPr txBox="1"/>
          <p:nvPr>
            <p:ph type="title"/>
          </p:nvPr>
        </p:nvSpPr>
        <p:spPr>
          <a:xfrm>
            <a:off x="1638675" y="612180"/>
            <a:ext cx="4151700" cy="91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827" name="Google Shape;5827;p180"/>
          <p:cNvSpPr txBox="1"/>
          <p:nvPr>
            <p:ph idx="1" type="subTitle"/>
          </p:nvPr>
        </p:nvSpPr>
        <p:spPr>
          <a:xfrm>
            <a:off x="1638675" y="1745139"/>
            <a:ext cx="4151700" cy="13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828" name="Google Shape;5828;p180"/>
          <p:cNvGrpSpPr/>
          <p:nvPr/>
        </p:nvGrpSpPr>
        <p:grpSpPr>
          <a:xfrm>
            <a:off x="350950" y="342300"/>
            <a:ext cx="8448500" cy="4454513"/>
            <a:chOff x="350950" y="342300"/>
            <a:chExt cx="8448500" cy="4454513"/>
          </a:xfrm>
        </p:grpSpPr>
        <p:sp>
          <p:nvSpPr>
            <p:cNvPr id="5829" name="Google Shape;5829;p180"/>
            <p:cNvSpPr/>
            <p:nvPr/>
          </p:nvSpPr>
          <p:spPr>
            <a:xfrm>
              <a:off x="444975" y="4764538"/>
              <a:ext cx="66715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180"/>
            <p:cNvSpPr/>
            <p:nvPr/>
          </p:nvSpPr>
          <p:spPr>
            <a:xfrm rot="-5400000">
              <a:off x="-1844988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180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180"/>
            <p:cNvSpPr/>
            <p:nvPr/>
          </p:nvSpPr>
          <p:spPr>
            <a:xfrm rot="-5400000">
              <a:off x="7567861" y="1548687"/>
              <a:ext cx="24309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33" name="Google Shape;5833;p180"/>
          <p:cNvSpPr txBox="1"/>
          <p:nvPr/>
        </p:nvSpPr>
        <p:spPr>
          <a:xfrm>
            <a:off x="1638675" y="4006102"/>
            <a:ext cx="41517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CREDITS: This presentation template was created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 and includes icons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infographics &amp; images by </a:t>
            </a:r>
            <a:r>
              <a:rPr b="1" lang="en" sz="1000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 u="sng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dk1"/>
        </a:solidFill>
      </p:bgPr>
    </p:bg>
    <p:spTree>
      <p:nvGrpSpPr>
        <p:cNvPr id="5834" name="Shape 5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5" name="Google Shape;5835;p181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5836" name="Google Shape;5836;p181"/>
          <p:cNvGrpSpPr/>
          <p:nvPr/>
        </p:nvGrpSpPr>
        <p:grpSpPr>
          <a:xfrm>
            <a:off x="444975" y="342300"/>
            <a:ext cx="8354475" cy="2353075"/>
            <a:chOff x="444975" y="342300"/>
            <a:chExt cx="8354475" cy="2353075"/>
          </a:xfrm>
        </p:grpSpPr>
        <p:sp>
          <p:nvSpPr>
            <p:cNvPr id="5837" name="Google Shape;5837;p18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181"/>
            <p:cNvSpPr/>
            <p:nvPr/>
          </p:nvSpPr>
          <p:spPr>
            <a:xfrm rot="-5400000">
              <a:off x="7610313" y="1506238"/>
              <a:ext cx="2345999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dk1"/>
        </a:solidFill>
      </p:bgPr>
    </p:bg>
    <p:spTree>
      <p:nvGrpSpPr>
        <p:cNvPr id="5839" name="Shape 5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40" name="Google Shape;5840;p182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5841" name="Google Shape;5841;p182"/>
          <p:cNvGrpSpPr/>
          <p:nvPr/>
        </p:nvGrpSpPr>
        <p:grpSpPr>
          <a:xfrm>
            <a:off x="350950" y="349378"/>
            <a:ext cx="2932125" cy="4447447"/>
            <a:chOff x="350950" y="349378"/>
            <a:chExt cx="2932125" cy="4447447"/>
          </a:xfrm>
        </p:grpSpPr>
        <p:sp>
          <p:nvSpPr>
            <p:cNvPr id="5842" name="Google Shape;5842;p182"/>
            <p:cNvSpPr/>
            <p:nvPr/>
          </p:nvSpPr>
          <p:spPr>
            <a:xfrm>
              <a:off x="444975" y="4764550"/>
              <a:ext cx="2838100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182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9_1_1">
    <p:bg>
      <p:bgPr>
        <a:solidFill>
          <a:schemeClr val="dk1"/>
        </a:solidFill>
      </p:bgPr>
    </p:bg>
    <p:spTree>
      <p:nvGrpSpPr>
        <p:cNvPr id="5844" name="Shape 5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45" name="Google Shape;5845;p183"/>
          <p:cNvPicPr preferRelativeResize="0"/>
          <p:nvPr/>
        </p:nvPicPr>
        <p:blipFill rotWithShape="1">
          <a:blip r:embed="rId2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5846" name="Google Shape;5846;p183"/>
          <p:cNvSpPr/>
          <p:nvPr/>
        </p:nvSpPr>
        <p:spPr>
          <a:xfrm>
            <a:off x="444975" y="4764550"/>
            <a:ext cx="7985799" cy="32275"/>
          </a:xfrm>
          <a:custGeom>
            <a:rect b="b" l="l" r="r" t="t"/>
            <a:pathLst>
              <a:path extrusionOk="0" h="8" w="1951">
                <a:moveTo>
                  <a:pt x="1951" y="4"/>
                </a:moveTo>
                <a:lnTo>
                  <a:pt x="1951" y="4"/>
                </a:lnTo>
                <a:cubicBezTo>
                  <a:pt x="1787" y="8"/>
                  <a:pt x="1625" y="8"/>
                  <a:pt x="1463" y="8"/>
                </a:cubicBezTo>
                <a:cubicBezTo>
                  <a:pt x="1381" y="6"/>
                  <a:pt x="1299" y="6"/>
                  <a:pt x="1219" y="6"/>
                </a:cubicBezTo>
                <a:cubicBezTo>
                  <a:pt x="1137" y="6"/>
                  <a:pt x="1055" y="6"/>
                  <a:pt x="976" y="6"/>
                </a:cubicBezTo>
                <a:cubicBezTo>
                  <a:pt x="811" y="8"/>
                  <a:pt x="650" y="8"/>
                  <a:pt x="488" y="8"/>
                </a:cubicBezTo>
                <a:cubicBezTo>
                  <a:pt x="406" y="8"/>
                  <a:pt x="324" y="8"/>
                  <a:pt x="244" y="6"/>
                </a:cubicBezTo>
                <a:cubicBezTo>
                  <a:pt x="162" y="6"/>
                  <a:pt x="80" y="6"/>
                  <a:pt x="0" y="4"/>
                </a:cubicBezTo>
                <a:lnTo>
                  <a:pt x="0" y="4"/>
                </a:lnTo>
                <a:cubicBezTo>
                  <a:pt x="80" y="2"/>
                  <a:pt x="162" y="2"/>
                  <a:pt x="244" y="2"/>
                </a:cubicBezTo>
                <a:cubicBezTo>
                  <a:pt x="324" y="0"/>
                  <a:pt x="406" y="0"/>
                  <a:pt x="488" y="0"/>
                </a:cubicBezTo>
                <a:cubicBezTo>
                  <a:pt x="650" y="0"/>
                  <a:pt x="811" y="0"/>
                  <a:pt x="976" y="2"/>
                </a:cubicBezTo>
                <a:cubicBezTo>
                  <a:pt x="1055" y="2"/>
                  <a:pt x="1137" y="4"/>
                  <a:pt x="1219" y="2"/>
                </a:cubicBezTo>
                <a:cubicBezTo>
                  <a:pt x="1299" y="2"/>
                  <a:pt x="1381" y="2"/>
                  <a:pt x="1463" y="2"/>
                </a:cubicBezTo>
                <a:cubicBezTo>
                  <a:pt x="1625" y="0"/>
                  <a:pt x="1787" y="2"/>
                  <a:pt x="1951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1" anchor="ctr" bIns="0" lIns="90000" spcFirstLastPara="1" rIns="9000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800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Generated (h5dd389a9337d9d28_145_0)">
  <p:cSld name="Generated (h5dd389a9337d9d28_145_0)">
    <p:spTree>
      <p:nvGrpSpPr>
        <p:cNvPr id="5847" name="Shape 5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(h5dd389a9337d9d28_101_0)">
  <p:cSld name="Title and two columns (h5dd389a9337d9d28_101_0)">
    <p:bg>
      <p:bgPr>
        <a:solidFill>
          <a:schemeClr val="dk1"/>
        </a:solidFill>
      </p:bgPr>
    </p:bg>
    <p:spTree>
      <p:nvGrpSpPr>
        <p:cNvPr id="5848" name="Shape 5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9" name="Google Shape;5849;p18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850" name="Google Shape;5850;p185"/>
          <p:cNvSpPr txBox="1"/>
          <p:nvPr>
            <p:ph idx="1" type="subTitle"/>
          </p:nvPr>
        </p:nvSpPr>
        <p:spPr>
          <a:xfrm>
            <a:off x="4840462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51" name="Google Shape;5851;p185"/>
          <p:cNvSpPr txBox="1"/>
          <p:nvPr>
            <p:ph idx="2" type="subTitle"/>
          </p:nvPr>
        </p:nvSpPr>
        <p:spPr>
          <a:xfrm>
            <a:off x="1797938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52" name="Google Shape;5852;p185"/>
          <p:cNvSpPr txBox="1"/>
          <p:nvPr>
            <p:ph idx="3" type="subTitle"/>
          </p:nvPr>
        </p:nvSpPr>
        <p:spPr>
          <a:xfrm>
            <a:off x="484045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853" name="Google Shape;5853;p185"/>
          <p:cNvSpPr txBox="1"/>
          <p:nvPr>
            <p:ph idx="4" type="subTitle"/>
          </p:nvPr>
        </p:nvSpPr>
        <p:spPr>
          <a:xfrm>
            <a:off x="179793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(h5dd389a9337d9d28_74_0)">
  <p:cSld name="Title and two columns (h5dd389a9337d9d28_74_0)">
    <p:bg>
      <p:bgPr>
        <a:solidFill>
          <a:schemeClr val="dk1"/>
        </a:solidFill>
      </p:bgPr>
    </p:bg>
    <p:spTree>
      <p:nvGrpSpPr>
        <p:cNvPr id="5854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5" name="Google Shape;5855;p18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856" name="Google Shape;5856;p186"/>
          <p:cNvSpPr txBox="1"/>
          <p:nvPr>
            <p:ph idx="1" type="subTitle"/>
          </p:nvPr>
        </p:nvSpPr>
        <p:spPr>
          <a:xfrm>
            <a:off x="4840462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57" name="Google Shape;5857;p186"/>
          <p:cNvSpPr txBox="1"/>
          <p:nvPr>
            <p:ph idx="2" type="subTitle"/>
          </p:nvPr>
        </p:nvSpPr>
        <p:spPr>
          <a:xfrm>
            <a:off x="1797938" y="3740863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58" name="Google Shape;5858;p186"/>
          <p:cNvSpPr txBox="1"/>
          <p:nvPr>
            <p:ph idx="3" type="subTitle"/>
          </p:nvPr>
        </p:nvSpPr>
        <p:spPr>
          <a:xfrm>
            <a:off x="484045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859" name="Google Shape;5859;p186"/>
          <p:cNvSpPr txBox="1"/>
          <p:nvPr>
            <p:ph idx="4" type="subTitle"/>
          </p:nvPr>
        </p:nvSpPr>
        <p:spPr>
          <a:xfrm>
            <a:off x="1797938" y="3423763"/>
            <a:ext cx="2505600" cy="41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sz="19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Josefin Sans"/>
              <a:buNone/>
              <a:defRPr b="1" sz="2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Generated (h5dd389a9337d9d28_127_0)">
  <p:cSld name="Generated (h5dd389a9337d9d28_127_0)">
    <p:spTree>
      <p:nvGrpSpPr>
        <p:cNvPr id="5860" name="Shape 586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32" Type="http://schemas.openxmlformats.org/officeDocument/2006/relationships/theme" Target="../theme/theme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3.xml"/><Relationship Id="rId21" Type="http://schemas.openxmlformats.org/officeDocument/2006/relationships/slideLayout" Target="../slideLayouts/slideLayout52.xml"/><Relationship Id="rId24" Type="http://schemas.openxmlformats.org/officeDocument/2006/relationships/slideLayout" Target="../slideLayouts/slideLayout55.xml"/><Relationship Id="rId23" Type="http://schemas.openxmlformats.org/officeDocument/2006/relationships/slideLayout" Target="../slideLayouts/slideLayout54.xml"/><Relationship Id="rId1" Type="http://schemas.openxmlformats.org/officeDocument/2006/relationships/slideLayout" Target="../slideLayouts/slideLayout32.xml"/><Relationship Id="rId2" Type="http://schemas.openxmlformats.org/officeDocument/2006/relationships/slideLayout" Target="../slideLayouts/slideLayout33.xml"/><Relationship Id="rId3" Type="http://schemas.openxmlformats.org/officeDocument/2006/relationships/slideLayout" Target="../slideLayouts/slideLayout34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26" Type="http://schemas.openxmlformats.org/officeDocument/2006/relationships/slideLayout" Target="../slideLayouts/slideLayout57.xml"/><Relationship Id="rId25" Type="http://schemas.openxmlformats.org/officeDocument/2006/relationships/slideLayout" Target="../slideLayouts/slideLayout56.xml"/><Relationship Id="rId28" Type="http://schemas.openxmlformats.org/officeDocument/2006/relationships/slideLayout" Target="../slideLayouts/slideLayout59.xml"/><Relationship Id="rId27" Type="http://schemas.openxmlformats.org/officeDocument/2006/relationships/slideLayout" Target="../slideLayouts/slideLayout58.xml"/><Relationship Id="rId5" Type="http://schemas.openxmlformats.org/officeDocument/2006/relationships/slideLayout" Target="../slideLayouts/slideLayout36.xml"/><Relationship Id="rId6" Type="http://schemas.openxmlformats.org/officeDocument/2006/relationships/slideLayout" Target="../slideLayouts/slideLayout37.xml"/><Relationship Id="rId29" Type="http://schemas.openxmlformats.org/officeDocument/2006/relationships/slideLayout" Target="../slideLayouts/slideLayout60.xml"/><Relationship Id="rId7" Type="http://schemas.openxmlformats.org/officeDocument/2006/relationships/slideLayout" Target="../slideLayouts/slideLayout38.xml"/><Relationship Id="rId8" Type="http://schemas.openxmlformats.org/officeDocument/2006/relationships/slideLayout" Target="../slideLayouts/slideLayout39.xml"/><Relationship Id="rId31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42.xml"/><Relationship Id="rId33" Type="http://schemas.openxmlformats.org/officeDocument/2006/relationships/slideLayout" Target="../slideLayouts/slideLayout64.xml"/><Relationship Id="rId10" Type="http://schemas.openxmlformats.org/officeDocument/2006/relationships/slideLayout" Target="../slideLayouts/slideLayout41.xml"/><Relationship Id="rId32" Type="http://schemas.openxmlformats.org/officeDocument/2006/relationships/slideLayout" Target="../slideLayouts/slideLayout63.xml"/><Relationship Id="rId13" Type="http://schemas.openxmlformats.org/officeDocument/2006/relationships/slideLayout" Target="../slideLayouts/slideLayout44.xml"/><Relationship Id="rId35" Type="http://schemas.openxmlformats.org/officeDocument/2006/relationships/theme" Target="../theme/theme5.xml"/><Relationship Id="rId12" Type="http://schemas.openxmlformats.org/officeDocument/2006/relationships/slideLayout" Target="../slideLayouts/slideLayout43.xml"/><Relationship Id="rId34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45.xml"/><Relationship Id="rId17" Type="http://schemas.openxmlformats.org/officeDocument/2006/relationships/slideLayout" Target="../slideLayouts/slideLayout48.xml"/><Relationship Id="rId16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49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87.xml"/><Relationship Id="rId21" Type="http://schemas.openxmlformats.org/officeDocument/2006/relationships/slideLayout" Target="../slideLayouts/slideLayout86.xml"/><Relationship Id="rId24" Type="http://schemas.openxmlformats.org/officeDocument/2006/relationships/slideLayout" Target="../slideLayouts/slideLayout89.xml"/><Relationship Id="rId23" Type="http://schemas.openxmlformats.org/officeDocument/2006/relationships/slideLayout" Target="../slideLayouts/slideLayout88.xml"/><Relationship Id="rId1" Type="http://schemas.openxmlformats.org/officeDocument/2006/relationships/slideLayout" Target="../slideLayouts/slideLayout66.xml"/><Relationship Id="rId2" Type="http://schemas.openxmlformats.org/officeDocument/2006/relationships/slideLayout" Target="../slideLayouts/slideLayout67.xml"/><Relationship Id="rId3" Type="http://schemas.openxmlformats.org/officeDocument/2006/relationships/slideLayout" Target="../slideLayouts/slideLayout68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26" Type="http://schemas.openxmlformats.org/officeDocument/2006/relationships/slideLayout" Target="../slideLayouts/slideLayout91.xml"/><Relationship Id="rId25" Type="http://schemas.openxmlformats.org/officeDocument/2006/relationships/slideLayout" Target="../slideLayouts/slideLayout90.xml"/><Relationship Id="rId28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2.xml"/><Relationship Id="rId5" Type="http://schemas.openxmlformats.org/officeDocument/2006/relationships/slideLayout" Target="../slideLayouts/slideLayout70.xml"/><Relationship Id="rId6" Type="http://schemas.openxmlformats.org/officeDocument/2006/relationships/slideLayout" Target="../slideLayouts/slideLayout71.xml"/><Relationship Id="rId29" Type="http://schemas.openxmlformats.org/officeDocument/2006/relationships/slideLayout" Target="../slideLayouts/slideLayout94.xml"/><Relationship Id="rId7" Type="http://schemas.openxmlformats.org/officeDocument/2006/relationships/slideLayout" Target="../slideLayouts/slideLayout72.xml"/><Relationship Id="rId8" Type="http://schemas.openxmlformats.org/officeDocument/2006/relationships/slideLayout" Target="../slideLayouts/slideLayout73.xml"/><Relationship Id="rId31" Type="http://schemas.openxmlformats.org/officeDocument/2006/relationships/slideLayout" Target="../slideLayouts/slideLayout96.xml"/><Relationship Id="rId30" Type="http://schemas.openxmlformats.org/officeDocument/2006/relationships/slideLayout" Target="../slideLayouts/slideLayout95.xml"/><Relationship Id="rId11" Type="http://schemas.openxmlformats.org/officeDocument/2006/relationships/slideLayout" Target="../slideLayouts/slideLayout76.xml"/><Relationship Id="rId33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75.xml"/><Relationship Id="rId32" Type="http://schemas.openxmlformats.org/officeDocument/2006/relationships/slideLayout" Target="../slideLayouts/slideLayout97.xml"/><Relationship Id="rId13" Type="http://schemas.openxmlformats.org/officeDocument/2006/relationships/slideLayout" Target="../slideLayouts/slideLayout78.xml"/><Relationship Id="rId35" Type="http://schemas.openxmlformats.org/officeDocument/2006/relationships/slideLayout" Target="../slideLayouts/slideLayout100.xml"/><Relationship Id="rId12" Type="http://schemas.openxmlformats.org/officeDocument/2006/relationships/slideLayout" Target="../slideLayouts/slideLayout77.xml"/><Relationship Id="rId34" Type="http://schemas.openxmlformats.org/officeDocument/2006/relationships/slideLayout" Target="../slideLayouts/slideLayout99.xml"/><Relationship Id="rId15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79.xml"/><Relationship Id="rId36" Type="http://schemas.openxmlformats.org/officeDocument/2006/relationships/theme" Target="../theme/theme2.xml"/><Relationship Id="rId17" Type="http://schemas.openxmlformats.org/officeDocument/2006/relationships/slideLayout" Target="../slideLayouts/slideLayout82.xml"/><Relationship Id="rId16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3.xml"/></Relationships>
</file>

<file path=ppt/slideMasters/_rels/slideMaster4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20.xml"/><Relationship Id="rId22" Type="http://schemas.openxmlformats.org/officeDocument/2006/relationships/slideLayout" Target="../slideLayouts/slideLayout122.xml"/><Relationship Id="rId21" Type="http://schemas.openxmlformats.org/officeDocument/2006/relationships/slideLayout" Target="../slideLayouts/slideLayout121.xml"/><Relationship Id="rId24" Type="http://schemas.openxmlformats.org/officeDocument/2006/relationships/slideLayout" Target="../slideLayouts/slideLayout124.xml"/><Relationship Id="rId23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101.xml"/><Relationship Id="rId2" Type="http://schemas.openxmlformats.org/officeDocument/2006/relationships/slideLayout" Target="../slideLayouts/slideLayout102.xml"/><Relationship Id="rId3" Type="http://schemas.openxmlformats.org/officeDocument/2006/relationships/slideLayout" Target="../slideLayouts/slideLayout103.xml"/><Relationship Id="rId4" Type="http://schemas.openxmlformats.org/officeDocument/2006/relationships/slideLayout" Target="../slideLayouts/slideLayout104.xml"/><Relationship Id="rId9" Type="http://schemas.openxmlformats.org/officeDocument/2006/relationships/slideLayout" Target="../slideLayouts/slideLayout109.xml"/><Relationship Id="rId26" Type="http://schemas.openxmlformats.org/officeDocument/2006/relationships/slideLayout" Target="../slideLayouts/slideLayout126.xml"/><Relationship Id="rId25" Type="http://schemas.openxmlformats.org/officeDocument/2006/relationships/slideLayout" Target="../slideLayouts/slideLayout125.xml"/><Relationship Id="rId28" Type="http://schemas.openxmlformats.org/officeDocument/2006/relationships/slideLayout" Target="../slideLayouts/slideLayout128.xml"/><Relationship Id="rId27" Type="http://schemas.openxmlformats.org/officeDocument/2006/relationships/slideLayout" Target="../slideLayouts/slideLayout127.xml"/><Relationship Id="rId5" Type="http://schemas.openxmlformats.org/officeDocument/2006/relationships/slideLayout" Target="../slideLayouts/slideLayout105.xml"/><Relationship Id="rId6" Type="http://schemas.openxmlformats.org/officeDocument/2006/relationships/slideLayout" Target="../slideLayouts/slideLayout106.xml"/><Relationship Id="rId29" Type="http://schemas.openxmlformats.org/officeDocument/2006/relationships/slideLayout" Target="../slideLayouts/slideLayout129.xml"/><Relationship Id="rId7" Type="http://schemas.openxmlformats.org/officeDocument/2006/relationships/slideLayout" Target="../slideLayouts/slideLayout107.xml"/><Relationship Id="rId8" Type="http://schemas.openxmlformats.org/officeDocument/2006/relationships/slideLayout" Target="../slideLayouts/slideLayout108.xml"/><Relationship Id="rId31" Type="http://schemas.openxmlformats.org/officeDocument/2006/relationships/slideLayout" Target="../slideLayouts/slideLayout131.xml"/><Relationship Id="rId30" Type="http://schemas.openxmlformats.org/officeDocument/2006/relationships/slideLayout" Target="../slideLayouts/slideLayout130.xml"/><Relationship Id="rId11" Type="http://schemas.openxmlformats.org/officeDocument/2006/relationships/slideLayout" Target="../slideLayouts/slideLayout111.xml"/><Relationship Id="rId33" Type="http://schemas.openxmlformats.org/officeDocument/2006/relationships/slideLayout" Target="../slideLayouts/slideLayout133.xml"/><Relationship Id="rId10" Type="http://schemas.openxmlformats.org/officeDocument/2006/relationships/slideLayout" Target="../slideLayouts/slideLayout110.xml"/><Relationship Id="rId32" Type="http://schemas.openxmlformats.org/officeDocument/2006/relationships/slideLayout" Target="../slideLayouts/slideLayout132.xml"/><Relationship Id="rId13" Type="http://schemas.openxmlformats.org/officeDocument/2006/relationships/slideLayout" Target="../slideLayouts/slideLayout113.xml"/><Relationship Id="rId35" Type="http://schemas.openxmlformats.org/officeDocument/2006/relationships/slideLayout" Target="../slideLayouts/slideLayout135.xml"/><Relationship Id="rId12" Type="http://schemas.openxmlformats.org/officeDocument/2006/relationships/slideLayout" Target="../slideLayouts/slideLayout112.xml"/><Relationship Id="rId34" Type="http://schemas.openxmlformats.org/officeDocument/2006/relationships/slideLayout" Target="../slideLayouts/slideLayout134.xml"/><Relationship Id="rId15" Type="http://schemas.openxmlformats.org/officeDocument/2006/relationships/slideLayout" Target="../slideLayouts/slideLayout115.xml"/><Relationship Id="rId14" Type="http://schemas.openxmlformats.org/officeDocument/2006/relationships/slideLayout" Target="../slideLayouts/slideLayout114.xml"/><Relationship Id="rId36" Type="http://schemas.openxmlformats.org/officeDocument/2006/relationships/theme" Target="../theme/theme3.xml"/><Relationship Id="rId17" Type="http://schemas.openxmlformats.org/officeDocument/2006/relationships/slideLayout" Target="../slideLayouts/slideLayout117.xml"/><Relationship Id="rId16" Type="http://schemas.openxmlformats.org/officeDocument/2006/relationships/slideLayout" Target="../slideLayouts/slideLayout116.xml"/><Relationship Id="rId19" Type="http://schemas.openxmlformats.org/officeDocument/2006/relationships/slideLayout" Target="../slideLayouts/slideLayout119.xml"/><Relationship Id="rId18" Type="http://schemas.openxmlformats.org/officeDocument/2006/relationships/slideLayout" Target="../slideLayouts/slideLayout118.xml"/></Relationships>
</file>

<file path=ppt/slideMasters/_rels/slideMaster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slideLayout" Target="../slideLayouts/slideLayout137.xml"/><Relationship Id="rId3" Type="http://schemas.openxmlformats.org/officeDocument/2006/relationships/slideLayout" Target="../slideLayouts/slideLayout138.xml"/><Relationship Id="rId4" Type="http://schemas.openxmlformats.org/officeDocument/2006/relationships/slideLayout" Target="../slideLayouts/slideLayout139.xml"/><Relationship Id="rId9" Type="http://schemas.openxmlformats.org/officeDocument/2006/relationships/slideLayout" Target="../slideLayouts/slideLayout144.xml"/><Relationship Id="rId5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142.xml"/><Relationship Id="rId8" Type="http://schemas.openxmlformats.org/officeDocument/2006/relationships/slideLayout" Target="../slideLayouts/slideLayout143.xml"/><Relationship Id="rId11" Type="http://schemas.openxmlformats.org/officeDocument/2006/relationships/slideLayout" Target="../slideLayouts/slideLayout146.xml"/><Relationship Id="rId10" Type="http://schemas.openxmlformats.org/officeDocument/2006/relationships/slideLayout" Target="../slideLayouts/slideLayout145.xml"/><Relationship Id="rId12" Type="http://schemas.openxmlformats.org/officeDocument/2006/relationships/theme" Target="../theme/theme7.xml"/></Relationships>
</file>

<file path=ppt/slideMasters/_rels/slideMaster6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66.xml"/><Relationship Id="rId22" Type="http://schemas.openxmlformats.org/officeDocument/2006/relationships/slideLayout" Target="../slideLayouts/slideLayout168.xml"/><Relationship Id="rId21" Type="http://schemas.openxmlformats.org/officeDocument/2006/relationships/slideLayout" Target="../slideLayouts/slideLayout167.xml"/><Relationship Id="rId24" Type="http://schemas.openxmlformats.org/officeDocument/2006/relationships/slideLayout" Target="../slideLayouts/slideLayout170.xml"/><Relationship Id="rId23" Type="http://schemas.openxmlformats.org/officeDocument/2006/relationships/slideLayout" Target="../slideLayouts/slideLayout169.xml"/><Relationship Id="rId1" Type="http://schemas.openxmlformats.org/officeDocument/2006/relationships/slideLayout" Target="../slideLayouts/slideLayout147.xml"/><Relationship Id="rId2" Type="http://schemas.openxmlformats.org/officeDocument/2006/relationships/slideLayout" Target="../slideLayouts/slideLayout148.xml"/><Relationship Id="rId3" Type="http://schemas.openxmlformats.org/officeDocument/2006/relationships/slideLayout" Target="../slideLayouts/slideLayout149.xml"/><Relationship Id="rId4" Type="http://schemas.openxmlformats.org/officeDocument/2006/relationships/slideLayout" Target="../slideLayouts/slideLayout150.xml"/><Relationship Id="rId9" Type="http://schemas.openxmlformats.org/officeDocument/2006/relationships/slideLayout" Target="../slideLayouts/slideLayout155.xml"/><Relationship Id="rId26" Type="http://schemas.openxmlformats.org/officeDocument/2006/relationships/slideLayout" Target="../slideLayouts/slideLayout172.xml"/><Relationship Id="rId25" Type="http://schemas.openxmlformats.org/officeDocument/2006/relationships/slideLayout" Target="../slideLayouts/slideLayout171.xml"/><Relationship Id="rId28" Type="http://schemas.openxmlformats.org/officeDocument/2006/relationships/slideLayout" Target="../slideLayouts/slideLayout174.xml"/><Relationship Id="rId27" Type="http://schemas.openxmlformats.org/officeDocument/2006/relationships/slideLayout" Target="../slideLayouts/slideLayout173.xml"/><Relationship Id="rId5" Type="http://schemas.openxmlformats.org/officeDocument/2006/relationships/slideLayout" Target="../slideLayouts/slideLayout151.xml"/><Relationship Id="rId6" Type="http://schemas.openxmlformats.org/officeDocument/2006/relationships/slideLayout" Target="../slideLayouts/slideLayout152.xml"/><Relationship Id="rId29" Type="http://schemas.openxmlformats.org/officeDocument/2006/relationships/slideLayout" Target="../slideLayouts/slideLayout175.xml"/><Relationship Id="rId7" Type="http://schemas.openxmlformats.org/officeDocument/2006/relationships/slideLayout" Target="../slideLayouts/slideLayout153.xml"/><Relationship Id="rId8" Type="http://schemas.openxmlformats.org/officeDocument/2006/relationships/slideLayout" Target="../slideLayouts/slideLayout154.xml"/><Relationship Id="rId31" Type="http://schemas.openxmlformats.org/officeDocument/2006/relationships/slideLayout" Target="../slideLayouts/slideLayout177.xml"/><Relationship Id="rId30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57.xml"/><Relationship Id="rId33" Type="http://schemas.openxmlformats.org/officeDocument/2006/relationships/slideLayout" Target="../slideLayouts/slideLayout179.xml"/><Relationship Id="rId10" Type="http://schemas.openxmlformats.org/officeDocument/2006/relationships/slideLayout" Target="../slideLayouts/slideLayout156.xml"/><Relationship Id="rId32" Type="http://schemas.openxmlformats.org/officeDocument/2006/relationships/slideLayout" Target="../slideLayouts/slideLayout178.xml"/><Relationship Id="rId13" Type="http://schemas.openxmlformats.org/officeDocument/2006/relationships/slideLayout" Target="../slideLayouts/slideLayout159.xml"/><Relationship Id="rId35" Type="http://schemas.openxmlformats.org/officeDocument/2006/relationships/slideLayout" Target="../slideLayouts/slideLayout181.xml"/><Relationship Id="rId12" Type="http://schemas.openxmlformats.org/officeDocument/2006/relationships/slideLayout" Target="../slideLayouts/slideLayout158.xml"/><Relationship Id="rId34" Type="http://schemas.openxmlformats.org/officeDocument/2006/relationships/slideLayout" Target="../slideLayouts/slideLayout180.xml"/><Relationship Id="rId15" Type="http://schemas.openxmlformats.org/officeDocument/2006/relationships/slideLayout" Target="../slideLayouts/slideLayout161.xml"/><Relationship Id="rId14" Type="http://schemas.openxmlformats.org/officeDocument/2006/relationships/slideLayout" Target="../slideLayouts/slideLayout160.xml"/><Relationship Id="rId36" Type="http://schemas.openxmlformats.org/officeDocument/2006/relationships/theme" Target="../theme/theme6.xml"/><Relationship Id="rId17" Type="http://schemas.openxmlformats.org/officeDocument/2006/relationships/slideLayout" Target="../slideLayouts/slideLayout163.xml"/><Relationship Id="rId16" Type="http://schemas.openxmlformats.org/officeDocument/2006/relationships/slideLayout" Target="../slideLayouts/slideLayout162.xml"/><Relationship Id="rId19" Type="http://schemas.openxmlformats.org/officeDocument/2006/relationships/slideLayout" Target="../slideLayouts/slideLayout165.xml"/><Relationship Id="rId18" Type="http://schemas.openxmlformats.org/officeDocument/2006/relationships/slideLayout" Target="../slideLayouts/slideLayout164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148" name="Shape 1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" name="Google Shape;1149;p33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9pPr>
          </a:lstStyle>
          <a:p/>
        </p:txBody>
      </p:sp>
      <p:sp>
        <p:nvSpPr>
          <p:cNvPr id="1150" name="Google Shape;1150;p33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  <p:sldLayoutId id="2147483689" r:id="rId11"/>
    <p:sldLayoutId id="2147483690" r:id="rId12"/>
    <p:sldLayoutId id="2147483691" r:id="rId13"/>
    <p:sldLayoutId id="2147483692" r:id="rId14"/>
    <p:sldLayoutId id="2147483693" r:id="rId15"/>
    <p:sldLayoutId id="2147483694" r:id="rId16"/>
    <p:sldLayoutId id="2147483695" r:id="rId17"/>
    <p:sldLayoutId id="2147483696" r:id="rId18"/>
    <p:sldLayoutId id="2147483697" r:id="rId19"/>
    <p:sldLayoutId id="2147483698" r:id="rId20"/>
    <p:sldLayoutId id="2147483699" r:id="rId21"/>
    <p:sldLayoutId id="2147483700" r:id="rId22"/>
    <p:sldLayoutId id="2147483701" r:id="rId23"/>
    <p:sldLayoutId id="2147483702" r:id="rId24"/>
    <p:sldLayoutId id="2147483703" r:id="rId25"/>
    <p:sldLayoutId id="2147483704" r:id="rId26"/>
    <p:sldLayoutId id="2147483705" r:id="rId27"/>
    <p:sldLayoutId id="2147483706" r:id="rId28"/>
    <p:sldLayoutId id="2147483707" r:id="rId29"/>
    <p:sldLayoutId id="2147483708" r:id="rId30"/>
    <p:sldLayoutId id="2147483709" r:id="rId31"/>
    <p:sldLayoutId id="2147483710" r:id="rId32"/>
    <p:sldLayoutId id="2147483711" r:id="rId33"/>
    <p:sldLayoutId id="2147483712" r:id="rId3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2303" name="Shape 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" name="Google Shape;2304;p68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9pPr>
          </a:lstStyle>
          <a:p/>
        </p:txBody>
      </p:sp>
      <p:sp>
        <p:nvSpPr>
          <p:cNvPr id="2305" name="Google Shape;2305;p68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13" r:id="rId1"/>
    <p:sldLayoutId id="2147483714" r:id="rId2"/>
    <p:sldLayoutId id="2147483715" r:id="rId3"/>
    <p:sldLayoutId id="2147483716" r:id="rId4"/>
    <p:sldLayoutId id="2147483717" r:id="rId5"/>
    <p:sldLayoutId id="2147483718" r:id="rId6"/>
    <p:sldLayoutId id="2147483719" r:id="rId7"/>
    <p:sldLayoutId id="2147483720" r:id="rId8"/>
    <p:sldLayoutId id="2147483721" r:id="rId9"/>
    <p:sldLayoutId id="2147483722" r:id="rId10"/>
    <p:sldLayoutId id="2147483723" r:id="rId11"/>
    <p:sldLayoutId id="2147483724" r:id="rId12"/>
    <p:sldLayoutId id="2147483725" r:id="rId13"/>
    <p:sldLayoutId id="2147483726" r:id="rId14"/>
    <p:sldLayoutId id="2147483727" r:id="rId15"/>
    <p:sldLayoutId id="2147483728" r:id="rId16"/>
    <p:sldLayoutId id="2147483729" r:id="rId17"/>
    <p:sldLayoutId id="2147483730" r:id="rId18"/>
    <p:sldLayoutId id="2147483731" r:id="rId19"/>
    <p:sldLayoutId id="2147483732" r:id="rId20"/>
    <p:sldLayoutId id="2147483733" r:id="rId21"/>
    <p:sldLayoutId id="2147483734" r:id="rId22"/>
    <p:sldLayoutId id="2147483735" r:id="rId23"/>
    <p:sldLayoutId id="2147483736" r:id="rId24"/>
    <p:sldLayoutId id="2147483737" r:id="rId25"/>
    <p:sldLayoutId id="2147483738" r:id="rId26"/>
    <p:sldLayoutId id="2147483739" r:id="rId27"/>
    <p:sldLayoutId id="2147483740" r:id="rId28"/>
    <p:sldLayoutId id="2147483741" r:id="rId29"/>
    <p:sldLayoutId id="2147483742" r:id="rId30"/>
    <p:sldLayoutId id="2147483743" r:id="rId31"/>
    <p:sldLayoutId id="2147483744" r:id="rId32"/>
    <p:sldLayoutId id="2147483745" r:id="rId33"/>
    <p:sldLayoutId id="2147483746" r:id="rId34"/>
    <p:sldLayoutId id="2147483747" r:id="rId35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3466" name="Shape 3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7" name="Google Shape;3467;p104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9pPr>
          </a:lstStyle>
          <a:p/>
        </p:txBody>
      </p:sp>
      <p:sp>
        <p:nvSpPr>
          <p:cNvPr id="3468" name="Google Shape;3468;p104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48" r:id="rId1"/>
    <p:sldLayoutId id="2147483749" r:id="rId2"/>
    <p:sldLayoutId id="2147483750" r:id="rId3"/>
    <p:sldLayoutId id="2147483751" r:id="rId4"/>
    <p:sldLayoutId id="2147483752" r:id="rId5"/>
    <p:sldLayoutId id="2147483753" r:id="rId6"/>
    <p:sldLayoutId id="2147483754" r:id="rId7"/>
    <p:sldLayoutId id="2147483755" r:id="rId8"/>
    <p:sldLayoutId id="2147483756" r:id="rId9"/>
    <p:sldLayoutId id="2147483757" r:id="rId10"/>
    <p:sldLayoutId id="2147483758" r:id="rId11"/>
    <p:sldLayoutId id="2147483759" r:id="rId12"/>
    <p:sldLayoutId id="2147483760" r:id="rId13"/>
    <p:sldLayoutId id="2147483761" r:id="rId14"/>
    <p:sldLayoutId id="2147483762" r:id="rId15"/>
    <p:sldLayoutId id="2147483763" r:id="rId16"/>
    <p:sldLayoutId id="2147483764" r:id="rId17"/>
    <p:sldLayoutId id="2147483765" r:id="rId18"/>
    <p:sldLayoutId id="2147483766" r:id="rId19"/>
    <p:sldLayoutId id="2147483767" r:id="rId20"/>
    <p:sldLayoutId id="2147483768" r:id="rId21"/>
    <p:sldLayoutId id="2147483769" r:id="rId22"/>
    <p:sldLayoutId id="2147483770" r:id="rId23"/>
    <p:sldLayoutId id="2147483771" r:id="rId24"/>
    <p:sldLayoutId id="2147483772" r:id="rId25"/>
    <p:sldLayoutId id="2147483773" r:id="rId26"/>
    <p:sldLayoutId id="2147483774" r:id="rId27"/>
    <p:sldLayoutId id="2147483775" r:id="rId28"/>
    <p:sldLayoutId id="2147483776" r:id="rId29"/>
    <p:sldLayoutId id="2147483777" r:id="rId30"/>
    <p:sldLayoutId id="2147483778" r:id="rId31"/>
    <p:sldLayoutId id="2147483779" r:id="rId32"/>
    <p:sldLayoutId id="2147483780" r:id="rId33"/>
    <p:sldLayoutId id="2147483781" r:id="rId34"/>
    <p:sldLayoutId id="2147483782" r:id="rId35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4629" name="Shape 4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0" name="Google Shape;4630;p140"/>
          <p:cNvSpPr txBox="1"/>
          <p:nvPr>
            <p:ph type="title"/>
          </p:nvPr>
        </p:nvSpPr>
        <p:spPr>
          <a:xfrm>
            <a:off x="342900" y="205978"/>
            <a:ext cx="6172200" cy="85725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300"/>
              <a:buFont typeface="Calibri"/>
              <a:buNone/>
              <a:defRPr b="0" i="0" sz="33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9pPr>
          </a:lstStyle>
          <a:p/>
        </p:txBody>
      </p:sp>
      <p:sp>
        <p:nvSpPr>
          <p:cNvPr id="4631" name="Google Shape;4631;p140"/>
          <p:cNvSpPr txBox="1"/>
          <p:nvPr>
            <p:ph idx="1" type="body"/>
          </p:nvPr>
        </p:nvSpPr>
        <p:spPr>
          <a:xfrm>
            <a:off x="342900" y="1200150"/>
            <a:ext cx="6172200" cy="3394472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81000" lvl="0" marL="457200" marR="0" rtl="0" algn="l"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b="0" i="0" sz="2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361950" lvl="1" marL="914400" marR="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Arial"/>
              <a:buChar char="–"/>
              <a:defRPr b="0" i="0" sz="21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342900" lvl="2" marL="1371600" marR="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323850" lvl="3" marL="1828800" marR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–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323850" lvl="4" marL="2286000" marR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»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323850" lvl="5" marL="2743200" marR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323850" lvl="6" marL="3200400" marR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323850" lvl="7" marL="3657600" marR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323850" lvl="8" marL="4114800" marR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632" name="Google Shape;4632;p140"/>
          <p:cNvSpPr txBox="1"/>
          <p:nvPr>
            <p:ph idx="10" type="dt"/>
          </p:nvPr>
        </p:nvSpPr>
        <p:spPr>
          <a:xfrm>
            <a:off x="342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633" name="Google Shape;4633;p140"/>
          <p:cNvSpPr txBox="1"/>
          <p:nvPr>
            <p:ph idx="11" type="ftr"/>
          </p:nvPr>
        </p:nvSpPr>
        <p:spPr>
          <a:xfrm>
            <a:off x="2343150" y="4767263"/>
            <a:ext cx="21717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634" name="Google Shape;4634;p140"/>
          <p:cNvSpPr txBox="1"/>
          <p:nvPr>
            <p:ph idx="12" type="sldNum"/>
          </p:nvPr>
        </p:nvSpPr>
        <p:spPr>
          <a:xfrm>
            <a:off x="4914900" y="4767263"/>
            <a:ext cx="1600200" cy="273844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83" r:id="rId1"/>
    <p:sldLayoutId id="2147483784" r:id="rId2"/>
    <p:sldLayoutId id="2147483785" r:id="rId3"/>
    <p:sldLayoutId id="2147483786" r:id="rId4"/>
    <p:sldLayoutId id="2147483787" r:id="rId5"/>
    <p:sldLayoutId id="2147483788" r:id="rId6"/>
    <p:sldLayoutId id="2147483789" r:id="rId7"/>
    <p:sldLayoutId id="2147483790" r:id="rId8"/>
    <p:sldLayoutId id="2147483791" r:id="rId9"/>
    <p:sldLayoutId id="2147483792" r:id="rId10"/>
    <p:sldLayoutId id="2147483793" r:id="rId1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4704" name="Shape 4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5" name="Google Shape;4705;p152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 SemiBold"/>
              <a:buNone/>
              <a:defRPr sz="320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defRPr>
            </a:lvl9pPr>
          </a:lstStyle>
          <a:p/>
        </p:txBody>
      </p:sp>
      <p:sp>
        <p:nvSpPr>
          <p:cNvPr id="4706" name="Google Shape;4706;p152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94" r:id="rId1"/>
    <p:sldLayoutId id="2147483795" r:id="rId2"/>
    <p:sldLayoutId id="2147483796" r:id="rId3"/>
    <p:sldLayoutId id="2147483797" r:id="rId4"/>
    <p:sldLayoutId id="2147483798" r:id="rId5"/>
    <p:sldLayoutId id="2147483799" r:id="rId6"/>
    <p:sldLayoutId id="2147483800" r:id="rId7"/>
    <p:sldLayoutId id="2147483801" r:id="rId8"/>
    <p:sldLayoutId id="2147483802" r:id="rId9"/>
    <p:sldLayoutId id="2147483803" r:id="rId10"/>
    <p:sldLayoutId id="2147483804" r:id="rId11"/>
    <p:sldLayoutId id="2147483805" r:id="rId12"/>
    <p:sldLayoutId id="2147483806" r:id="rId13"/>
    <p:sldLayoutId id="2147483807" r:id="rId14"/>
    <p:sldLayoutId id="2147483808" r:id="rId15"/>
    <p:sldLayoutId id="2147483809" r:id="rId16"/>
    <p:sldLayoutId id="2147483810" r:id="rId17"/>
    <p:sldLayoutId id="2147483811" r:id="rId18"/>
    <p:sldLayoutId id="2147483812" r:id="rId19"/>
    <p:sldLayoutId id="2147483813" r:id="rId20"/>
    <p:sldLayoutId id="2147483814" r:id="rId21"/>
    <p:sldLayoutId id="2147483815" r:id="rId22"/>
    <p:sldLayoutId id="2147483816" r:id="rId23"/>
    <p:sldLayoutId id="2147483817" r:id="rId24"/>
    <p:sldLayoutId id="2147483818" r:id="rId25"/>
    <p:sldLayoutId id="2147483819" r:id="rId26"/>
    <p:sldLayoutId id="2147483820" r:id="rId27"/>
    <p:sldLayoutId id="2147483821" r:id="rId28"/>
    <p:sldLayoutId id="2147483822" r:id="rId29"/>
    <p:sldLayoutId id="2147483823" r:id="rId30"/>
    <p:sldLayoutId id="2147483824" r:id="rId31"/>
    <p:sldLayoutId id="2147483825" r:id="rId32"/>
    <p:sldLayoutId id="2147483826" r:id="rId33"/>
    <p:sldLayoutId id="2147483827" r:id="rId34"/>
    <p:sldLayoutId id="2147483828" r:id="rId35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3.png"/><Relationship Id="rId4" Type="http://schemas.openxmlformats.org/officeDocument/2006/relationships/image" Target="../media/image1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.jpg"/><Relationship Id="rId4" Type="http://schemas.openxmlformats.org/officeDocument/2006/relationships/image" Target="../media/image3.png"/><Relationship Id="rId5" Type="http://schemas.openxmlformats.org/officeDocument/2006/relationships/image" Target="../media/image12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.jpg"/><Relationship Id="rId4" Type="http://schemas.openxmlformats.org/officeDocument/2006/relationships/image" Target="../media/image4.png"/><Relationship Id="rId5" Type="http://schemas.openxmlformats.org/officeDocument/2006/relationships/image" Target="../media/image9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.jpg"/><Relationship Id="rId4" Type="http://schemas.openxmlformats.org/officeDocument/2006/relationships/image" Target="../media/image17.png"/><Relationship Id="rId5" Type="http://schemas.openxmlformats.org/officeDocument/2006/relationships/image" Target="../media/image10.png"/><Relationship Id="rId6" Type="http://schemas.openxmlformats.org/officeDocument/2006/relationships/image" Target="../media/image13.png"/><Relationship Id="rId7" Type="http://schemas.openxmlformats.org/officeDocument/2006/relationships/image" Target="../media/image19.png"/><Relationship Id="rId8" Type="http://schemas.openxmlformats.org/officeDocument/2006/relationships/image" Target="../media/image8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.jpg"/><Relationship Id="rId4" Type="http://schemas.openxmlformats.org/officeDocument/2006/relationships/image" Target="../media/image37.png"/><Relationship Id="rId5" Type="http://schemas.openxmlformats.org/officeDocument/2006/relationships/image" Target="../media/image28.png"/><Relationship Id="rId6" Type="http://schemas.openxmlformats.org/officeDocument/2006/relationships/image" Target="../media/image18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.jpg"/><Relationship Id="rId4" Type="http://schemas.openxmlformats.org/officeDocument/2006/relationships/image" Target="../media/image38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5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.jpg"/><Relationship Id="rId4" Type="http://schemas.openxmlformats.org/officeDocument/2006/relationships/image" Target="../media/image26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5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.jpg"/><Relationship Id="rId4" Type="http://schemas.openxmlformats.org/officeDocument/2006/relationships/image" Target="../media/image26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.jpg"/><Relationship Id="rId4" Type="http://schemas.openxmlformats.org/officeDocument/2006/relationships/image" Target="../media/image24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2.png"/><Relationship Id="rId4" Type="http://schemas.openxmlformats.org/officeDocument/2006/relationships/image" Target="../media/image32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2.png"/><Relationship Id="rId4" Type="http://schemas.openxmlformats.org/officeDocument/2006/relationships/image" Target="../media/image45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5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7.png"/><Relationship Id="rId4" Type="http://schemas.openxmlformats.org/officeDocument/2006/relationships/image" Target="../media/image25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43.png"/><Relationship Id="rId4" Type="http://schemas.openxmlformats.org/officeDocument/2006/relationships/image" Target="../media/image25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30.png"/><Relationship Id="rId4" Type="http://schemas.openxmlformats.org/officeDocument/2006/relationships/image" Target="../media/image36.png"/><Relationship Id="rId5" Type="http://schemas.openxmlformats.org/officeDocument/2006/relationships/image" Target="../media/image31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39.png"/><Relationship Id="rId4" Type="http://schemas.openxmlformats.org/officeDocument/2006/relationships/image" Target="../media/image34.png"/><Relationship Id="rId5" Type="http://schemas.openxmlformats.org/officeDocument/2006/relationships/image" Target="../media/image35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42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40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50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1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46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0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.jp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1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1.jpg"/><Relationship Id="rId4" Type="http://schemas.openxmlformats.org/officeDocument/2006/relationships/image" Target="../media/image44.png"/><Relationship Id="rId5" Type="http://schemas.openxmlformats.org/officeDocument/2006/relationships/image" Target="../media/image49.png"/><Relationship Id="rId6" Type="http://schemas.openxmlformats.org/officeDocument/2006/relationships/image" Target="../media/image52.png"/><Relationship Id="rId7" Type="http://schemas.openxmlformats.org/officeDocument/2006/relationships/image" Target="../media/image48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4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64" name="Shape 5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5" name="Google Shape;5865;p188"/>
          <p:cNvSpPr txBox="1"/>
          <p:nvPr>
            <p:ph type="ctrTitle"/>
          </p:nvPr>
        </p:nvSpPr>
        <p:spPr>
          <a:xfrm>
            <a:off x="1570950" y="1510425"/>
            <a:ext cx="6002100" cy="121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Project 2</a:t>
            </a:r>
            <a:endParaRPr sz="4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>
                <a:latin typeface="Josefin Sans"/>
                <a:ea typeface="Josefin Sans"/>
                <a:cs typeface="Josefin Sans"/>
                <a:sym typeface="Josefin Sans"/>
              </a:rPr>
              <a:t>College Graduate Earnings</a:t>
            </a:r>
            <a:endParaRPr sz="23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866" name="Google Shape;5866;p188"/>
          <p:cNvSpPr txBox="1"/>
          <p:nvPr>
            <p:ph idx="1" type="subTitle"/>
          </p:nvPr>
        </p:nvSpPr>
        <p:spPr>
          <a:xfrm>
            <a:off x="2590800" y="2806975"/>
            <a:ext cx="3962400" cy="42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Math 2327 - </a:t>
            </a:r>
            <a:r>
              <a:rPr lang="en"/>
              <a:t>Instruction</a:t>
            </a:r>
            <a:r>
              <a:rPr lang="en"/>
              <a:t> to Data Analysis</a:t>
            </a:r>
            <a:endParaRPr/>
          </a:p>
        </p:txBody>
      </p:sp>
      <p:grpSp>
        <p:nvGrpSpPr>
          <p:cNvPr id="5867" name="Google Shape;5867;p188"/>
          <p:cNvGrpSpPr/>
          <p:nvPr/>
        </p:nvGrpSpPr>
        <p:grpSpPr>
          <a:xfrm>
            <a:off x="-83751" y="2806983"/>
            <a:ext cx="1446754" cy="2075621"/>
            <a:chOff x="4327920" y="3383640"/>
            <a:chExt cx="1592640" cy="2284920"/>
          </a:xfrm>
        </p:grpSpPr>
        <p:sp>
          <p:nvSpPr>
            <p:cNvPr id="5868" name="Google Shape;5868;p188"/>
            <p:cNvSpPr/>
            <p:nvPr/>
          </p:nvSpPr>
          <p:spPr>
            <a:xfrm>
              <a:off x="4327920" y="3383640"/>
              <a:ext cx="1592640" cy="2284920"/>
            </a:xfrm>
            <a:custGeom>
              <a:rect b="b" l="l" r="r" t="t"/>
              <a:pathLst>
                <a:path extrusionOk="0" h="6347" w="4424">
                  <a:moveTo>
                    <a:pt x="4064" y="1759"/>
                  </a:moveTo>
                  <a:lnTo>
                    <a:pt x="4064" y="1759"/>
                  </a:lnTo>
                  <a:cubicBezTo>
                    <a:pt x="4074" y="1749"/>
                    <a:pt x="4091" y="1755"/>
                    <a:pt x="4101" y="1752"/>
                  </a:cubicBezTo>
                  <a:cubicBezTo>
                    <a:pt x="4111" y="1749"/>
                    <a:pt x="4118" y="1745"/>
                    <a:pt x="4128" y="1742"/>
                  </a:cubicBezTo>
                  <a:cubicBezTo>
                    <a:pt x="4138" y="1742"/>
                    <a:pt x="4148" y="1739"/>
                    <a:pt x="4154" y="1732"/>
                  </a:cubicBezTo>
                  <a:cubicBezTo>
                    <a:pt x="4195" y="1732"/>
                    <a:pt x="4235" y="1739"/>
                    <a:pt x="4275" y="1742"/>
                  </a:cubicBezTo>
                  <a:cubicBezTo>
                    <a:pt x="4286" y="1745"/>
                    <a:pt x="4299" y="1752"/>
                    <a:pt x="4309" y="1739"/>
                  </a:cubicBezTo>
                  <a:cubicBezTo>
                    <a:pt x="4363" y="1718"/>
                    <a:pt x="4383" y="1681"/>
                    <a:pt x="4400" y="1641"/>
                  </a:cubicBezTo>
                  <a:lnTo>
                    <a:pt x="4400" y="1641"/>
                  </a:lnTo>
                  <a:cubicBezTo>
                    <a:pt x="4423" y="1567"/>
                    <a:pt x="4440" y="1497"/>
                    <a:pt x="4400" y="1426"/>
                  </a:cubicBezTo>
                  <a:cubicBezTo>
                    <a:pt x="4403" y="1423"/>
                    <a:pt x="4400" y="1420"/>
                    <a:pt x="4400" y="1420"/>
                  </a:cubicBezTo>
                  <a:cubicBezTo>
                    <a:pt x="4400" y="1406"/>
                    <a:pt x="4396" y="1399"/>
                    <a:pt x="4386" y="1393"/>
                  </a:cubicBezTo>
                  <a:cubicBezTo>
                    <a:pt x="4383" y="1389"/>
                    <a:pt x="4383" y="1389"/>
                    <a:pt x="4383" y="1389"/>
                  </a:cubicBezTo>
                  <a:cubicBezTo>
                    <a:pt x="4383" y="1386"/>
                    <a:pt x="4383" y="1379"/>
                    <a:pt x="4373" y="1376"/>
                  </a:cubicBezTo>
                  <a:cubicBezTo>
                    <a:pt x="4376" y="1376"/>
                    <a:pt x="4376" y="1373"/>
                    <a:pt x="4369" y="1373"/>
                  </a:cubicBezTo>
                  <a:cubicBezTo>
                    <a:pt x="4373" y="1366"/>
                    <a:pt x="4369" y="1363"/>
                    <a:pt x="4363" y="1363"/>
                  </a:cubicBezTo>
                  <a:cubicBezTo>
                    <a:pt x="4363" y="1353"/>
                    <a:pt x="4359" y="1349"/>
                    <a:pt x="4349" y="1342"/>
                  </a:cubicBezTo>
                  <a:lnTo>
                    <a:pt x="4349" y="1342"/>
                  </a:lnTo>
                  <a:lnTo>
                    <a:pt x="4349" y="1342"/>
                  </a:lnTo>
                  <a:lnTo>
                    <a:pt x="4349" y="1342"/>
                  </a:lnTo>
                  <a:lnTo>
                    <a:pt x="4349" y="1342"/>
                  </a:lnTo>
                  <a:cubicBezTo>
                    <a:pt x="4339" y="1326"/>
                    <a:pt x="4329" y="1306"/>
                    <a:pt x="4296" y="1299"/>
                  </a:cubicBezTo>
                  <a:cubicBezTo>
                    <a:pt x="4265" y="1279"/>
                    <a:pt x="4229" y="1275"/>
                    <a:pt x="4192" y="1272"/>
                  </a:cubicBezTo>
                  <a:cubicBezTo>
                    <a:pt x="4171" y="1265"/>
                    <a:pt x="4151" y="1259"/>
                    <a:pt x="4128" y="1262"/>
                  </a:cubicBezTo>
                  <a:cubicBezTo>
                    <a:pt x="4114" y="1252"/>
                    <a:pt x="4097" y="1252"/>
                    <a:pt x="4077" y="1252"/>
                  </a:cubicBezTo>
                  <a:cubicBezTo>
                    <a:pt x="4061" y="1242"/>
                    <a:pt x="4057" y="1228"/>
                    <a:pt x="4067" y="1215"/>
                  </a:cubicBezTo>
                  <a:cubicBezTo>
                    <a:pt x="4074" y="1198"/>
                    <a:pt x="4077" y="1181"/>
                    <a:pt x="4077" y="1161"/>
                  </a:cubicBezTo>
                  <a:cubicBezTo>
                    <a:pt x="4091" y="1141"/>
                    <a:pt x="4091" y="1117"/>
                    <a:pt x="4084" y="1094"/>
                  </a:cubicBezTo>
                  <a:cubicBezTo>
                    <a:pt x="4074" y="1054"/>
                    <a:pt x="4077" y="1014"/>
                    <a:pt x="4081" y="973"/>
                  </a:cubicBezTo>
                  <a:cubicBezTo>
                    <a:pt x="4091" y="886"/>
                    <a:pt x="4101" y="799"/>
                    <a:pt x="4104" y="711"/>
                  </a:cubicBezTo>
                  <a:lnTo>
                    <a:pt x="4104" y="711"/>
                  </a:lnTo>
                  <a:lnTo>
                    <a:pt x="4104" y="711"/>
                  </a:lnTo>
                  <a:cubicBezTo>
                    <a:pt x="4107" y="711"/>
                    <a:pt x="4111" y="711"/>
                    <a:pt x="4114" y="708"/>
                  </a:cubicBezTo>
                  <a:cubicBezTo>
                    <a:pt x="4111" y="654"/>
                    <a:pt x="4121" y="597"/>
                    <a:pt x="4091" y="544"/>
                  </a:cubicBezTo>
                  <a:cubicBezTo>
                    <a:pt x="4094" y="520"/>
                    <a:pt x="4074" y="507"/>
                    <a:pt x="4064" y="490"/>
                  </a:cubicBezTo>
                  <a:lnTo>
                    <a:pt x="4064" y="490"/>
                  </a:lnTo>
                  <a:lnTo>
                    <a:pt x="4064" y="490"/>
                  </a:lnTo>
                  <a:cubicBezTo>
                    <a:pt x="4044" y="463"/>
                    <a:pt x="4017" y="436"/>
                    <a:pt x="3987" y="416"/>
                  </a:cubicBezTo>
                  <a:lnTo>
                    <a:pt x="3987" y="416"/>
                  </a:lnTo>
                  <a:cubicBezTo>
                    <a:pt x="3977" y="396"/>
                    <a:pt x="3957" y="382"/>
                    <a:pt x="3936" y="369"/>
                  </a:cubicBezTo>
                  <a:cubicBezTo>
                    <a:pt x="3936" y="362"/>
                    <a:pt x="3933" y="356"/>
                    <a:pt x="3923" y="352"/>
                  </a:cubicBezTo>
                  <a:cubicBezTo>
                    <a:pt x="3920" y="352"/>
                    <a:pt x="3920" y="352"/>
                    <a:pt x="3920" y="352"/>
                  </a:cubicBezTo>
                  <a:lnTo>
                    <a:pt x="3920" y="352"/>
                  </a:lnTo>
                  <a:cubicBezTo>
                    <a:pt x="3923" y="352"/>
                    <a:pt x="3923" y="352"/>
                    <a:pt x="3923" y="352"/>
                  </a:cubicBezTo>
                  <a:cubicBezTo>
                    <a:pt x="3920" y="346"/>
                    <a:pt x="3916" y="342"/>
                    <a:pt x="3910" y="342"/>
                  </a:cubicBezTo>
                  <a:lnTo>
                    <a:pt x="3910" y="342"/>
                  </a:lnTo>
                  <a:lnTo>
                    <a:pt x="3910" y="342"/>
                  </a:lnTo>
                  <a:cubicBezTo>
                    <a:pt x="3910" y="335"/>
                    <a:pt x="3906" y="332"/>
                    <a:pt x="3900" y="332"/>
                  </a:cubicBezTo>
                  <a:cubicBezTo>
                    <a:pt x="3896" y="325"/>
                    <a:pt x="3893" y="319"/>
                    <a:pt x="3883" y="315"/>
                  </a:cubicBezTo>
                  <a:cubicBezTo>
                    <a:pt x="3879" y="315"/>
                    <a:pt x="3879" y="315"/>
                    <a:pt x="3879" y="315"/>
                  </a:cubicBezTo>
                  <a:cubicBezTo>
                    <a:pt x="3876" y="305"/>
                    <a:pt x="3869" y="299"/>
                    <a:pt x="3856" y="295"/>
                  </a:cubicBezTo>
                  <a:lnTo>
                    <a:pt x="3856" y="295"/>
                  </a:lnTo>
                  <a:cubicBezTo>
                    <a:pt x="3856" y="292"/>
                    <a:pt x="3853" y="289"/>
                    <a:pt x="3846" y="285"/>
                  </a:cubicBezTo>
                  <a:cubicBezTo>
                    <a:pt x="3839" y="278"/>
                    <a:pt x="3829" y="278"/>
                    <a:pt x="3819" y="278"/>
                  </a:cubicBezTo>
                  <a:lnTo>
                    <a:pt x="3819" y="278"/>
                  </a:lnTo>
                  <a:lnTo>
                    <a:pt x="3819" y="278"/>
                  </a:lnTo>
                  <a:lnTo>
                    <a:pt x="3819" y="278"/>
                  </a:lnTo>
                  <a:lnTo>
                    <a:pt x="3819" y="278"/>
                  </a:lnTo>
                  <a:cubicBezTo>
                    <a:pt x="3802" y="268"/>
                    <a:pt x="3786" y="268"/>
                    <a:pt x="3765" y="268"/>
                  </a:cubicBezTo>
                  <a:cubicBezTo>
                    <a:pt x="3762" y="268"/>
                    <a:pt x="3758" y="265"/>
                    <a:pt x="3755" y="268"/>
                  </a:cubicBezTo>
                  <a:cubicBezTo>
                    <a:pt x="3732" y="255"/>
                    <a:pt x="3705" y="258"/>
                    <a:pt x="3678" y="258"/>
                  </a:cubicBezTo>
                  <a:cubicBezTo>
                    <a:pt x="3651" y="242"/>
                    <a:pt x="3618" y="245"/>
                    <a:pt x="3587" y="245"/>
                  </a:cubicBezTo>
                  <a:cubicBezTo>
                    <a:pt x="3530" y="238"/>
                    <a:pt x="3477" y="225"/>
                    <a:pt x="3419" y="221"/>
                  </a:cubicBezTo>
                  <a:cubicBezTo>
                    <a:pt x="3413" y="215"/>
                    <a:pt x="3403" y="215"/>
                    <a:pt x="3393" y="215"/>
                  </a:cubicBezTo>
                  <a:cubicBezTo>
                    <a:pt x="3383" y="208"/>
                    <a:pt x="3369" y="205"/>
                    <a:pt x="3356" y="205"/>
                  </a:cubicBezTo>
                  <a:cubicBezTo>
                    <a:pt x="3339" y="195"/>
                    <a:pt x="3322" y="195"/>
                    <a:pt x="3302" y="195"/>
                  </a:cubicBezTo>
                  <a:cubicBezTo>
                    <a:pt x="3255" y="164"/>
                    <a:pt x="3188" y="161"/>
                    <a:pt x="3131" y="141"/>
                  </a:cubicBezTo>
                  <a:cubicBezTo>
                    <a:pt x="3047" y="117"/>
                    <a:pt x="2960" y="94"/>
                    <a:pt x="2872" y="70"/>
                  </a:cubicBezTo>
                  <a:cubicBezTo>
                    <a:pt x="2852" y="64"/>
                    <a:pt x="2832" y="57"/>
                    <a:pt x="2812" y="57"/>
                  </a:cubicBezTo>
                  <a:cubicBezTo>
                    <a:pt x="2779" y="50"/>
                    <a:pt x="2748" y="33"/>
                    <a:pt x="2708" y="37"/>
                  </a:cubicBezTo>
                  <a:cubicBezTo>
                    <a:pt x="2698" y="30"/>
                    <a:pt x="2688" y="17"/>
                    <a:pt x="2668" y="30"/>
                  </a:cubicBezTo>
                  <a:cubicBezTo>
                    <a:pt x="2664" y="27"/>
                    <a:pt x="2661" y="27"/>
                    <a:pt x="2658" y="27"/>
                  </a:cubicBezTo>
                  <a:cubicBezTo>
                    <a:pt x="2634" y="3"/>
                    <a:pt x="2597" y="13"/>
                    <a:pt x="2567" y="10"/>
                  </a:cubicBezTo>
                  <a:lnTo>
                    <a:pt x="2567" y="10"/>
                  </a:lnTo>
                  <a:lnTo>
                    <a:pt x="2567" y="10"/>
                  </a:lnTo>
                  <a:cubicBezTo>
                    <a:pt x="2540" y="-7"/>
                    <a:pt x="2507" y="3"/>
                    <a:pt x="2476" y="3"/>
                  </a:cubicBezTo>
                  <a:cubicBezTo>
                    <a:pt x="2473" y="3"/>
                    <a:pt x="2466" y="3"/>
                    <a:pt x="2463" y="3"/>
                  </a:cubicBezTo>
                  <a:cubicBezTo>
                    <a:pt x="2416" y="3"/>
                    <a:pt x="2369" y="0"/>
                    <a:pt x="2322" y="10"/>
                  </a:cubicBezTo>
                  <a:cubicBezTo>
                    <a:pt x="2318" y="10"/>
                    <a:pt x="2312" y="10"/>
                    <a:pt x="2308" y="13"/>
                  </a:cubicBezTo>
                  <a:cubicBezTo>
                    <a:pt x="2288" y="10"/>
                    <a:pt x="2265" y="7"/>
                    <a:pt x="2245" y="13"/>
                  </a:cubicBezTo>
                  <a:cubicBezTo>
                    <a:pt x="2184" y="10"/>
                    <a:pt x="2124" y="7"/>
                    <a:pt x="2064" y="3"/>
                  </a:cubicBezTo>
                  <a:lnTo>
                    <a:pt x="2064" y="3"/>
                  </a:lnTo>
                  <a:cubicBezTo>
                    <a:pt x="2060" y="3"/>
                    <a:pt x="2054" y="3"/>
                    <a:pt x="2050" y="3"/>
                  </a:cubicBezTo>
                  <a:cubicBezTo>
                    <a:pt x="1940" y="3"/>
                    <a:pt x="1833" y="7"/>
                    <a:pt x="1722" y="13"/>
                  </a:cubicBezTo>
                  <a:cubicBezTo>
                    <a:pt x="1715" y="13"/>
                    <a:pt x="1709" y="17"/>
                    <a:pt x="1699" y="20"/>
                  </a:cubicBezTo>
                  <a:lnTo>
                    <a:pt x="1699" y="20"/>
                  </a:lnTo>
                  <a:cubicBezTo>
                    <a:pt x="1692" y="20"/>
                    <a:pt x="1685" y="20"/>
                    <a:pt x="1679" y="20"/>
                  </a:cubicBezTo>
                  <a:cubicBezTo>
                    <a:pt x="1672" y="13"/>
                    <a:pt x="1669" y="13"/>
                    <a:pt x="1662" y="20"/>
                  </a:cubicBezTo>
                  <a:lnTo>
                    <a:pt x="1662" y="20"/>
                  </a:lnTo>
                  <a:lnTo>
                    <a:pt x="1662" y="20"/>
                  </a:lnTo>
                  <a:cubicBezTo>
                    <a:pt x="1581" y="17"/>
                    <a:pt x="1501" y="7"/>
                    <a:pt x="1420" y="20"/>
                  </a:cubicBezTo>
                  <a:lnTo>
                    <a:pt x="1420" y="20"/>
                  </a:lnTo>
                  <a:lnTo>
                    <a:pt x="1420" y="20"/>
                  </a:lnTo>
                  <a:cubicBezTo>
                    <a:pt x="1390" y="10"/>
                    <a:pt x="1356" y="10"/>
                    <a:pt x="1326" y="20"/>
                  </a:cubicBezTo>
                  <a:cubicBezTo>
                    <a:pt x="1242" y="13"/>
                    <a:pt x="1155" y="10"/>
                    <a:pt x="1071" y="13"/>
                  </a:cubicBezTo>
                  <a:lnTo>
                    <a:pt x="1071" y="13"/>
                  </a:lnTo>
                  <a:lnTo>
                    <a:pt x="1071" y="13"/>
                  </a:lnTo>
                  <a:cubicBezTo>
                    <a:pt x="1041" y="20"/>
                    <a:pt x="1011" y="3"/>
                    <a:pt x="980" y="20"/>
                  </a:cubicBezTo>
                  <a:lnTo>
                    <a:pt x="980" y="20"/>
                  </a:lnTo>
                  <a:lnTo>
                    <a:pt x="980" y="20"/>
                  </a:lnTo>
                  <a:lnTo>
                    <a:pt x="980" y="20"/>
                  </a:lnTo>
                  <a:lnTo>
                    <a:pt x="980" y="20"/>
                  </a:lnTo>
                  <a:cubicBezTo>
                    <a:pt x="930" y="7"/>
                    <a:pt x="876" y="7"/>
                    <a:pt x="826" y="20"/>
                  </a:cubicBezTo>
                  <a:lnTo>
                    <a:pt x="826" y="20"/>
                  </a:lnTo>
                  <a:lnTo>
                    <a:pt x="826" y="20"/>
                  </a:lnTo>
                  <a:cubicBezTo>
                    <a:pt x="819" y="20"/>
                    <a:pt x="809" y="20"/>
                    <a:pt x="802" y="17"/>
                  </a:cubicBezTo>
                  <a:cubicBezTo>
                    <a:pt x="729" y="7"/>
                    <a:pt x="651" y="7"/>
                    <a:pt x="577" y="20"/>
                  </a:cubicBezTo>
                  <a:lnTo>
                    <a:pt x="577" y="20"/>
                  </a:lnTo>
                  <a:cubicBezTo>
                    <a:pt x="544" y="10"/>
                    <a:pt x="510" y="13"/>
                    <a:pt x="477" y="20"/>
                  </a:cubicBezTo>
                  <a:lnTo>
                    <a:pt x="477" y="20"/>
                  </a:lnTo>
                  <a:cubicBezTo>
                    <a:pt x="467" y="10"/>
                    <a:pt x="450" y="13"/>
                    <a:pt x="437" y="13"/>
                  </a:cubicBezTo>
                  <a:cubicBezTo>
                    <a:pt x="420" y="13"/>
                    <a:pt x="400" y="10"/>
                    <a:pt x="390" y="23"/>
                  </a:cubicBezTo>
                  <a:cubicBezTo>
                    <a:pt x="383" y="40"/>
                    <a:pt x="386" y="53"/>
                    <a:pt x="403" y="67"/>
                  </a:cubicBezTo>
                  <a:cubicBezTo>
                    <a:pt x="426" y="84"/>
                    <a:pt x="453" y="100"/>
                    <a:pt x="490" y="97"/>
                  </a:cubicBezTo>
                  <a:cubicBezTo>
                    <a:pt x="530" y="94"/>
                    <a:pt x="567" y="104"/>
                    <a:pt x="605" y="97"/>
                  </a:cubicBezTo>
                  <a:cubicBezTo>
                    <a:pt x="695" y="94"/>
                    <a:pt x="786" y="94"/>
                    <a:pt x="876" y="94"/>
                  </a:cubicBezTo>
                  <a:cubicBezTo>
                    <a:pt x="923" y="90"/>
                    <a:pt x="970" y="87"/>
                    <a:pt x="1017" y="87"/>
                  </a:cubicBezTo>
                  <a:cubicBezTo>
                    <a:pt x="1027" y="90"/>
                    <a:pt x="1037" y="87"/>
                    <a:pt x="1044" y="84"/>
                  </a:cubicBezTo>
                  <a:cubicBezTo>
                    <a:pt x="1081" y="87"/>
                    <a:pt x="1115" y="90"/>
                    <a:pt x="1151" y="87"/>
                  </a:cubicBezTo>
                  <a:cubicBezTo>
                    <a:pt x="1155" y="87"/>
                    <a:pt x="1158" y="87"/>
                    <a:pt x="1162" y="84"/>
                  </a:cubicBezTo>
                  <a:lnTo>
                    <a:pt x="1162" y="84"/>
                  </a:lnTo>
                  <a:lnTo>
                    <a:pt x="1162" y="80"/>
                  </a:lnTo>
                  <a:cubicBezTo>
                    <a:pt x="1162" y="84"/>
                    <a:pt x="1162" y="84"/>
                    <a:pt x="1162" y="84"/>
                  </a:cubicBezTo>
                  <a:cubicBezTo>
                    <a:pt x="1229" y="87"/>
                    <a:pt x="1299" y="94"/>
                    <a:pt x="1366" y="84"/>
                  </a:cubicBezTo>
                  <a:cubicBezTo>
                    <a:pt x="1403" y="84"/>
                    <a:pt x="1437" y="84"/>
                    <a:pt x="1470" y="84"/>
                  </a:cubicBezTo>
                  <a:cubicBezTo>
                    <a:pt x="1474" y="84"/>
                    <a:pt x="1480" y="84"/>
                    <a:pt x="1484" y="84"/>
                  </a:cubicBezTo>
                  <a:cubicBezTo>
                    <a:pt x="1534" y="84"/>
                    <a:pt x="1588" y="90"/>
                    <a:pt x="1638" y="77"/>
                  </a:cubicBezTo>
                  <a:cubicBezTo>
                    <a:pt x="1652" y="80"/>
                    <a:pt x="1665" y="87"/>
                    <a:pt x="1679" y="77"/>
                  </a:cubicBezTo>
                  <a:cubicBezTo>
                    <a:pt x="1682" y="77"/>
                    <a:pt x="1685" y="77"/>
                    <a:pt x="1689" y="77"/>
                  </a:cubicBezTo>
                  <a:cubicBezTo>
                    <a:pt x="1739" y="80"/>
                    <a:pt x="1786" y="84"/>
                    <a:pt x="1833" y="67"/>
                  </a:cubicBezTo>
                  <a:cubicBezTo>
                    <a:pt x="1853" y="74"/>
                    <a:pt x="1873" y="70"/>
                    <a:pt x="1897" y="67"/>
                  </a:cubicBezTo>
                  <a:cubicBezTo>
                    <a:pt x="1944" y="70"/>
                    <a:pt x="1990" y="67"/>
                    <a:pt x="2036" y="67"/>
                  </a:cubicBezTo>
                  <a:cubicBezTo>
                    <a:pt x="2047" y="67"/>
                    <a:pt x="2054" y="67"/>
                    <a:pt x="2064" y="67"/>
                  </a:cubicBezTo>
                  <a:cubicBezTo>
                    <a:pt x="2107" y="67"/>
                    <a:pt x="2151" y="70"/>
                    <a:pt x="2194" y="60"/>
                  </a:cubicBezTo>
                  <a:cubicBezTo>
                    <a:pt x="2191" y="57"/>
                    <a:pt x="2191" y="57"/>
                    <a:pt x="2191" y="53"/>
                  </a:cubicBezTo>
                  <a:lnTo>
                    <a:pt x="2191" y="53"/>
                  </a:lnTo>
                  <a:cubicBezTo>
                    <a:pt x="2191" y="57"/>
                    <a:pt x="2191" y="57"/>
                    <a:pt x="2194" y="60"/>
                  </a:cubicBezTo>
                  <a:cubicBezTo>
                    <a:pt x="2235" y="60"/>
                    <a:pt x="2278" y="57"/>
                    <a:pt x="2318" y="53"/>
                  </a:cubicBezTo>
                  <a:cubicBezTo>
                    <a:pt x="2329" y="53"/>
                    <a:pt x="2339" y="53"/>
                    <a:pt x="2349" y="50"/>
                  </a:cubicBezTo>
                  <a:cubicBezTo>
                    <a:pt x="2386" y="53"/>
                    <a:pt x="2416" y="40"/>
                    <a:pt x="2450" y="37"/>
                  </a:cubicBezTo>
                  <a:cubicBezTo>
                    <a:pt x="2453" y="40"/>
                    <a:pt x="2460" y="40"/>
                    <a:pt x="2463" y="40"/>
                  </a:cubicBezTo>
                  <a:lnTo>
                    <a:pt x="2463" y="40"/>
                  </a:lnTo>
                  <a:lnTo>
                    <a:pt x="2463" y="40"/>
                  </a:lnTo>
                  <a:cubicBezTo>
                    <a:pt x="2480" y="43"/>
                    <a:pt x="2497" y="40"/>
                    <a:pt x="2513" y="40"/>
                  </a:cubicBezTo>
                  <a:lnTo>
                    <a:pt x="2513" y="40"/>
                  </a:lnTo>
                  <a:lnTo>
                    <a:pt x="2513" y="40"/>
                  </a:lnTo>
                  <a:cubicBezTo>
                    <a:pt x="2537" y="50"/>
                    <a:pt x="2567" y="47"/>
                    <a:pt x="2590" y="47"/>
                  </a:cubicBezTo>
                  <a:cubicBezTo>
                    <a:pt x="2594" y="53"/>
                    <a:pt x="2597" y="53"/>
                    <a:pt x="2604" y="53"/>
                  </a:cubicBezTo>
                  <a:cubicBezTo>
                    <a:pt x="2607" y="57"/>
                    <a:pt x="2611" y="57"/>
                    <a:pt x="2614" y="57"/>
                  </a:cubicBezTo>
                  <a:lnTo>
                    <a:pt x="2614" y="57"/>
                  </a:lnTo>
                  <a:cubicBezTo>
                    <a:pt x="2624" y="64"/>
                    <a:pt x="2634" y="67"/>
                    <a:pt x="2644" y="67"/>
                  </a:cubicBezTo>
                  <a:lnTo>
                    <a:pt x="2644" y="67"/>
                  </a:lnTo>
                  <a:lnTo>
                    <a:pt x="2644" y="67"/>
                  </a:lnTo>
                  <a:lnTo>
                    <a:pt x="2644" y="67"/>
                  </a:lnTo>
                  <a:cubicBezTo>
                    <a:pt x="2658" y="77"/>
                    <a:pt x="2678" y="74"/>
                    <a:pt x="2694" y="77"/>
                  </a:cubicBezTo>
                  <a:cubicBezTo>
                    <a:pt x="2698" y="77"/>
                    <a:pt x="2698" y="77"/>
                    <a:pt x="2698" y="77"/>
                  </a:cubicBezTo>
                  <a:cubicBezTo>
                    <a:pt x="2701" y="77"/>
                    <a:pt x="2701" y="77"/>
                    <a:pt x="2701" y="77"/>
                  </a:cubicBezTo>
                  <a:lnTo>
                    <a:pt x="2701" y="77"/>
                  </a:lnTo>
                  <a:lnTo>
                    <a:pt x="2701" y="77"/>
                  </a:lnTo>
                  <a:cubicBezTo>
                    <a:pt x="2704" y="80"/>
                    <a:pt x="2711" y="84"/>
                    <a:pt x="2721" y="84"/>
                  </a:cubicBezTo>
                  <a:cubicBezTo>
                    <a:pt x="2725" y="87"/>
                    <a:pt x="2728" y="87"/>
                    <a:pt x="2732" y="87"/>
                  </a:cubicBezTo>
                  <a:lnTo>
                    <a:pt x="2732" y="87"/>
                  </a:lnTo>
                  <a:cubicBezTo>
                    <a:pt x="2738" y="90"/>
                    <a:pt x="2748" y="94"/>
                    <a:pt x="2758" y="94"/>
                  </a:cubicBezTo>
                  <a:cubicBezTo>
                    <a:pt x="2768" y="100"/>
                    <a:pt x="2785" y="104"/>
                    <a:pt x="2799" y="104"/>
                  </a:cubicBezTo>
                  <a:lnTo>
                    <a:pt x="2799" y="104"/>
                  </a:lnTo>
                  <a:cubicBezTo>
                    <a:pt x="2836" y="117"/>
                    <a:pt x="2872" y="127"/>
                    <a:pt x="2913" y="134"/>
                  </a:cubicBezTo>
                  <a:cubicBezTo>
                    <a:pt x="2929" y="141"/>
                    <a:pt x="2946" y="147"/>
                    <a:pt x="2966" y="151"/>
                  </a:cubicBezTo>
                  <a:cubicBezTo>
                    <a:pt x="2976" y="161"/>
                    <a:pt x="2990" y="161"/>
                    <a:pt x="3003" y="157"/>
                  </a:cubicBezTo>
                  <a:cubicBezTo>
                    <a:pt x="3007" y="161"/>
                    <a:pt x="3010" y="161"/>
                    <a:pt x="3013" y="161"/>
                  </a:cubicBezTo>
                  <a:lnTo>
                    <a:pt x="3013" y="161"/>
                  </a:lnTo>
                  <a:cubicBezTo>
                    <a:pt x="3050" y="171"/>
                    <a:pt x="3087" y="185"/>
                    <a:pt x="3131" y="188"/>
                  </a:cubicBezTo>
                  <a:lnTo>
                    <a:pt x="3131" y="188"/>
                  </a:lnTo>
                  <a:cubicBezTo>
                    <a:pt x="3138" y="195"/>
                    <a:pt x="3148" y="195"/>
                    <a:pt x="3161" y="195"/>
                  </a:cubicBezTo>
                  <a:cubicBezTo>
                    <a:pt x="3161" y="198"/>
                    <a:pt x="3164" y="198"/>
                    <a:pt x="3168" y="198"/>
                  </a:cubicBezTo>
                  <a:lnTo>
                    <a:pt x="3168" y="198"/>
                  </a:lnTo>
                  <a:cubicBezTo>
                    <a:pt x="3178" y="205"/>
                    <a:pt x="3188" y="205"/>
                    <a:pt x="3198" y="205"/>
                  </a:cubicBezTo>
                  <a:cubicBezTo>
                    <a:pt x="3222" y="221"/>
                    <a:pt x="3258" y="218"/>
                    <a:pt x="3289" y="235"/>
                  </a:cubicBezTo>
                  <a:cubicBezTo>
                    <a:pt x="3258" y="245"/>
                    <a:pt x="3235" y="235"/>
                    <a:pt x="3211" y="242"/>
                  </a:cubicBezTo>
                  <a:cubicBezTo>
                    <a:pt x="3208" y="238"/>
                    <a:pt x="3205" y="238"/>
                    <a:pt x="3201" y="242"/>
                  </a:cubicBezTo>
                  <a:cubicBezTo>
                    <a:pt x="3188" y="235"/>
                    <a:pt x="3171" y="231"/>
                    <a:pt x="3158" y="242"/>
                  </a:cubicBezTo>
                  <a:cubicBezTo>
                    <a:pt x="3151" y="242"/>
                    <a:pt x="3141" y="242"/>
                    <a:pt x="3134" y="242"/>
                  </a:cubicBezTo>
                  <a:cubicBezTo>
                    <a:pt x="3084" y="228"/>
                    <a:pt x="3033" y="231"/>
                    <a:pt x="2983" y="235"/>
                  </a:cubicBezTo>
                  <a:cubicBezTo>
                    <a:pt x="2903" y="242"/>
                    <a:pt x="2822" y="235"/>
                    <a:pt x="2742" y="238"/>
                  </a:cubicBezTo>
                  <a:cubicBezTo>
                    <a:pt x="2671" y="242"/>
                    <a:pt x="2597" y="235"/>
                    <a:pt x="2527" y="248"/>
                  </a:cubicBezTo>
                  <a:cubicBezTo>
                    <a:pt x="2523" y="248"/>
                    <a:pt x="2520" y="248"/>
                    <a:pt x="2517" y="248"/>
                  </a:cubicBezTo>
                  <a:lnTo>
                    <a:pt x="2517" y="248"/>
                  </a:lnTo>
                  <a:lnTo>
                    <a:pt x="2517" y="248"/>
                  </a:lnTo>
                  <a:lnTo>
                    <a:pt x="2517" y="248"/>
                  </a:lnTo>
                  <a:cubicBezTo>
                    <a:pt x="2480" y="235"/>
                    <a:pt x="2436" y="245"/>
                    <a:pt x="2396" y="242"/>
                  </a:cubicBezTo>
                  <a:cubicBezTo>
                    <a:pt x="2362" y="238"/>
                    <a:pt x="2329" y="242"/>
                    <a:pt x="2295" y="242"/>
                  </a:cubicBezTo>
                  <a:cubicBezTo>
                    <a:pt x="2231" y="231"/>
                    <a:pt x="2168" y="235"/>
                    <a:pt x="2104" y="242"/>
                  </a:cubicBezTo>
                  <a:cubicBezTo>
                    <a:pt x="2067" y="231"/>
                    <a:pt x="2033" y="242"/>
                    <a:pt x="2000" y="242"/>
                  </a:cubicBezTo>
                  <a:cubicBezTo>
                    <a:pt x="1927" y="238"/>
                    <a:pt x="1853" y="245"/>
                    <a:pt x="1779" y="252"/>
                  </a:cubicBezTo>
                  <a:cubicBezTo>
                    <a:pt x="1766" y="248"/>
                    <a:pt x="1756" y="248"/>
                    <a:pt x="1742" y="252"/>
                  </a:cubicBezTo>
                  <a:lnTo>
                    <a:pt x="1742" y="252"/>
                  </a:lnTo>
                  <a:lnTo>
                    <a:pt x="1742" y="252"/>
                  </a:lnTo>
                  <a:cubicBezTo>
                    <a:pt x="1719" y="248"/>
                    <a:pt x="1699" y="248"/>
                    <a:pt x="1679" y="252"/>
                  </a:cubicBezTo>
                  <a:lnTo>
                    <a:pt x="1679" y="252"/>
                  </a:lnTo>
                  <a:cubicBezTo>
                    <a:pt x="1655" y="245"/>
                    <a:pt x="1635" y="248"/>
                    <a:pt x="1612" y="248"/>
                  </a:cubicBezTo>
                  <a:cubicBezTo>
                    <a:pt x="1564" y="238"/>
                    <a:pt x="1514" y="242"/>
                    <a:pt x="1467" y="245"/>
                  </a:cubicBezTo>
                  <a:cubicBezTo>
                    <a:pt x="1410" y="245"/>
                    <a:pt x="1353" y="248"/>
                    <a:pt x="1293" y="248"/>
                  </a:cubicBezTo>
                  <a:cubicBezTo>
                    <a:pt x="1293" y="248"/>
                    <a:pt x="1289" y="245"/>
                    <a:pt x="1289" y="242"/>
                  </a:cubicBezTo>
                  <a:cubicBezTo>
                    <a:pt x="1262" y="231"/>
                    <a:pt x="1235" y="238"/>
                    <a:pt x="1212" y="242"/>
                  </a:cubicBezTo>
                  <a:cubicBezTo>
                    <a:pt x="1205" y="242"/>
                    <a:pt x="1202" y="245"/>
                    <a:pt x="1198" y="248"/>
                  </a:cubicBezTo>
                  <a:cubicBezTo>
                    <a:pt x="1195" y="248"/>
                    <a:pt x="1195" y="248"/>
                    <a:pt x="1195" y="248"/>
                  </a:cubicBezTo>
                  <a:cubicBezTo>
                    <a:pt x="1188" y="248"/>
                    <a:pt x="1182" y="248"/>
                    <a:pt x="1175" y="248"/>
                  </a:cubicBezTo>
                  <a:cubicBezTo>
                    <a:pt x="1172" y="248"/>
                    <a:pt x="1165" y="245"/>
                    <a:pt x="1155" y="245"/>
                  </a:cubicBezTo>
                  <a:cubicBezTo>
                    <a:pt x="1118" y="242"/>
                    <a:pt x="1081" y="248"/>
                    <a:pt x="1044" y="245"/>
                  </a:cubicBezTo>
                  <a:cubicBezTo>
                    <a:pt x="1041" y="252"/>
                    <a:pt x="1037" y="255"/>
                    <a:pt x="1034" y="255"/>
                  </a:cubicBezTo>
                  <a:cubicBezTo>
                    <a:pt x="1034" y="255"/>
                    <a:pt x="1034" y="252"/>
                    <a:pt x="1031" y="252"/>
                  </a:cubicBezTo>
                  <a:cubicBezTo>
                    <a:pt x="1027" y="252"/>
                    <a:pt x="1024" y="252"/>
                    <a:pt x="1021" y="252"/>
                  </a:cubicBezTo>
                  <a:cubicBezTo>
                    <a:pt x="1017" y="248"/>
                    <a:pt x="1014" y="245"/>
                    <a:pt x="1007" y="245"/>
                  </a:cubicBezTo>
                  <a:cubicBezTo>
                    <a:pt x="960" y="245"/>
                    <a:pt x="910" y="245"/>
                    <a:pt x="863" y="245"/>
                  </a:cubicBezTo>
                  <a:cubicBezTo>
                    <a:pt x="853" y="245"/>
                    <a:pt x="843" y="248"/>
                    <a:pt x="829" y="248"/>
                  </a:cubicBezTo>
                  <a:cubicBezTo>
                    <a:pt x="826" y="248"/>
                    <a:pt x="819" y="248"/>
                    <a:pt x="816" y="248"/>
                  </a:cubicBezTo>
                  <a:cubicBezTo>
                    <a:pt x="806" y="252"/>
                    <a:pt x="792" y="245"/>
                    <a:pt x="782" y="248"/>
                  </a:cubicBezTo>
                  <a:lnTo>
                    <a:pt x="782" y="252"/>
                  </a:lnTo>
                  <a:cubicBezTo>
                    <a:pt x="779" y="252"/>
                    <a:pt x="776" y="252"/>
                    <a:pt x="772" y="252"/>
                  </a:cubicBezTo>
                  <a:cubicBezTo>
                    <a:pt x="766" y="252"/>
                    <a:pt x="755" y="252"/>
                    <a:pt x="749" y="252"/>
                  </a:cubicBezTo>
                  <a:cubicBezTo>
                    <a:pt x="742" y="252"/>
                    <a:pt x="739" y="252"/>
                    <a:pt x="735" y="252"/>
                  </a:cubicBezTo>
                  <a:cubicBezTo>
                    <a:pt x="705" y="252"/>
                    <a:pt x="675" y="252"/>
                    <a:pt x="645" y="252"/>
                  </a:cubicBezTo>
                  <a:cubicBezTo>
                    <a:pt x="645" y="252"/>
                    <a:pt x="645" y="255"/>
                    <a:pt x="645" y="258"/>
                  </a:cubicBezTo>
                  <a:lnTo>
                    <a:pt x="648" y="262"/>
                  </a:lnTo>
                  <a:lnTo>
                    <a:pt x="645" y="262"/>
                  </a:lnTo>
                  <a:cubicBezTo>
                    <a:pt x="645" y="258"/>
                    <a:pt x="645" y="258"/>
                    <a:pt x="645" y="258"/>
                  </a:cubicBezTo>
                  <a:cubicBezTo>
                    <a:pt x="628" y="255"/>
                    <a:pt x="611" y="255"/>
                    <a:pt x="594" y="258"/>
                  </a:cubicBezTo>
                  <a:cubicBezTo>
                    <a:pt x="587" y="258"/>
                    <a:pt x="584" y="258"/>
                    <a:pt x="581" y="262"/>
                  </a:cubicBezTo>
                  <a:lnTo>
                    <a:pt x="581" y="262"/>
                  </a:lnTo>
                  <a:lnTo>
                    <a:pt x="581" y="262"/>
                  </a:lnTo>
                  <a:cubicBezTo>
                    <a:pt x="571" y="262"/>
                    <a:pt x="564" y="262"/>
                    <a:pt x="554" y="262"/>
                  </a:cubicBezTo>
                  <a:cubicBezTo>
                    <a:pt x="507" y="258"/>
                    <a:pt x="463" y="258"/>
                    <a:pt x="416" y="262"/>
                  </a:cubicBezTo>
                  <a:cubicBezTo>
                    <a:pt x="426" y="282"/>
                    <a:pt x="453" y="275"/>
                    <a:pt x="473" y="282"/>
                  </a:cubicBezTo>
                  <a:cubicBezTo>
                    <a:pt x="470" y="312"/>
                    <a:pt x="504" y="302"/>
                    <a:pt x="527" y="305"/>
                  </a:cubicBezTo>
                  <a:cubicBezTo>
                    <a:pt x="527" y="302"/>
                    <a:pt x="527" y="299"/>
                    <a:pt x="530" y="299"/>
                  </a:cubicBezTo>
                  <a:cubicBezTo>
                    <a:pt x="615" y="299"/>
                    <a:pt x="702" y="299"/>
                    <a:pt x="786" y="289"/>
                  </a:cubicBezTo>
                  <a:lnTo>
                    <a:pt x="786" y="289"/>
                  </a:lnTo>
                  <a:cubicBezTo>
                    <a:pt x="802" y="289"/>
                    <a:pt x="819" y="289"/>
                    <a:pt x="836" y="289"/>
                  </a:cubicBezTo>
                  <a:cubicBezTo>
                    <a:pt x="843" y="289"/>
                    <a:pt x="849" y="292"/>
                    <a:pt x="856" y="292"/>
                  </a:cubicBezTo>
                  <a:cubicBezTo>
                    <a:pt x="1007" y="295"/>
                    <a:pt x="1155" y="289"/>
                    <a:pt x="1306" y="299"/>
                  </a:cubicBezTo>
                  <a:cubicBezTo>
                    <a:pt x="1316" y="292"/>
                    <a:pt x="1323" y="289"/>
                    <a:pt x="1326" y="285"/>
                  </a:cubicBezTo>
                  <a:cubicBezTo>
                    <a:pt x="1326" y="285"/>
                    <a:pt x="1329" y="285"/>
                    <a:pt x="1329" y="289"/>
                  </a:cubicBezTo>
                  <a:cubicBezTo>
                    <a:pt x="1366" y="309"/>
                    <a:pt x="1410" y="299"/>
                    <a:pt x="1450" y="299"/>
                  </a:cubicBezTo>
                  <a:cubicBezTo>
                    <a:pt x="1517" y="299"/>
                    <a:pt x="1581" y="305"/>
                    <a:pt x="1645" y="285"/>
                  </a:cubicBezTo>
                  <a:cubicBezTo>
                    <a:pt x="1648" y="282"/>
                    <a:pt x="1648" y="278"/>
                    <a:pt x="1652" y="278"/>
                  </a:cubicBezTo>
                  <a:lnTo>
                    <a:pt x="1652" y="278"/>
                  </a:lnTo>
                  <a:cubicBezTo>
                    <a:pt x="1658" y="282"/>
                    <a:pt x="1669" y="282"/>
                    <a:pt x="1675" y="278"/>
                  </a:cubicBezTo>
                  <a:cubicBezTo>
                    <a:pt x="1679" y="282"/>
                    <a:pt x="1682" y="282"/>
                    <a:pt x="1689" y="285"/>
                  </a:cubicBezTo>
                  <a:cubicBezTo>
                    <a:pt x="1709" y="289"/>
                    <a:pt x="1732" y="292"/>
                    <a:pt x="1752" y="282"/>
                  </a:cubicBezTo>
                  <a:lnTo>
                    <a:pt x="1752" y="282"/>
                  </a:lnTo>
                  <a:cubicBezTo>
                    <a:pt x="1762" y="285"/>
                    <a:pt x="1772" y="285"/>
                    <a:pt x="1779" y="278"/>
                  </a:cubicBezTo>
                  <a:lnTo>
                    <a:pt x="1779" y="278"/>
                  </a:lnTo>
                  <a:cubicBezTo>
                    <a:pt x="1783" y="282"/>
                    <a:pt x="1789" y="285"/>
                    <a:pt x="1796" y="285"/>
                  </a:cubicBezTo>
                  <a:cubicBezTo>
                    <a:pt x="1866" y="292"/>
                    <a:pt x="1940" y="305"/>
                    <a:pt x="2007" y="278"/>
                  </a:cubicBezTo>
                  <a:cubicBezTo>
                    <a:pt x="2010" y="282"/>
                    <a:pt x="2017" y="285"/>
                    <a:pt x="2020" y="285"/>
                  </a:cubicBezTo>
                  <a:cubicBezTo>
                    <a:pt x="2117" y="299"/>
                    <a:pt x="2211" y="289"/>
                    <a:pt x="2308" y="292"/>
                  </a:cubicBezTo>
                  <a:cubicBezTo>
                    <a:pt x="2365" y="295"/>
                    <a:pt x="2423" y="292"/>
                    <a:pt x="2483" y="292"/>
                  </a:cubicBezTo>
                  <a:cubicBezTo>
                    <a:pt x="2503" y="292"/>
                    <a:pt x="2527" y="292"/>
                    <a:pt x="2547" y="282"/>
                  </a:cubicBezTo>
                  <a:cubicBezTo>
                    <a:pt x="2550" y="285"/>
                    <a:pt x="2554" y="285"/>
                    <a:pt x="2560" y="289"/>
                  </a:cubicBezTo>
                  <a:cubicBezTo>
                    <a:pt x="2574" y="292"/>
                    <a:pt x="2587" y="299"/>
                    <a:pt x="2600" y="295"/>
                  </a:cubicBezTo>
                  <a:cubicBezTo>
                    <a:pt x="2768" y="289"/>
                    <a:pt x="2936" y="312"/>
                    <a:pt x="3101" y="299"/>
                  </a:cubicBezTo>
                  <a:cubicBezTo>
                    <a:pt x="3107" y="299"/>
                    <a:pt x="3114" y="295"/>
                    <a:pt x="3121" y="295"/>
                  </a:cubicBezTo>
                  <a:cubicBezTo>
                    <a:pt x="3131" y="289"/>
                    <a:pt x="3134" y="285"/>
                    <a:pt x="3134" y="278"/>
                  </a:cubicBezTo>
                  <a:lnTo>
                    <a:pt x="3134" y="278"/>
                  </a:lnTo>
                  <a:lnTo>
                    <a:pt x="3134" y="278"/>
                  </a:lnTo>
                  <a:cubicBezTo>
                    <a:pt x="3171" y="282"/>
                    <a:pt x="3208" y="285"/>
                    <a:pt x="3245" y="282"/>
                  </a:cubicBezTo>
                  <a:cubicBezTo>
                    <a:pt x="3258" y="285"/>
                    <a:pt x="3275" y="285"/>
                    <a:pt x="3289" y="289"/>
                  </a:cubicBezTo>
                  <a:cubicBezTo>
                    <a:pt x="3295" y="289"/>
                    <a:pt x="3302" y="289"/>
                    <a:pt x="3309" y="289"/>
                  </a:cubicBezTo>
                  <a:cubicBezTo>
                    <a:pt x="3315" y="289"/>
                    <a:pt x="3325" y="285"/>
                    <a:pt x="3332" y="285"/>
                  </a:cubicBezTo>
                  <a:cubicBezTo>
                    <a:pt x="3369" y="289"/>
                    <a:pt x="3406" y="289"/>
                    <a:pt x="3443" y="285"/>
                  </a:cubicBezTo>
                  <a:cubicBezTo>
                    <a:pt x="3470" y="289"/>
                    <a:pt x="3497" y="299"/>
                    <a:pt x="3524" y="289"/>
                  </a:cubicBezTo>
                  <a:cubicBezTo>
                    <a:pt x="3561" y="295"/>
                    <a:pt x="3597" y="299"/>
                    <a:pt x="3638" y="295"/>
                  </a:cubicBezTo>
                  <a:lnTo>
                    <a:pt x="3638" y="295"/>
                  </a:lnTo>
                  <a:cubicBezTo>
                    <a:pt x="3675" y="285"/>
                    <a:pt x="3701" y="309"/>
                    <a:pt x="3738" y="309"/>
                  </a:cubicBezTo>
                  <a:cubicBezTo>
                    <a:pt x="3779" y="339"/>
                    <a:pt x="3836" y="352"/>
                    <a:pt x="3879" y="379"/>
                  </a:cubicBezTo>
                  <a:lnTo>
                    <a:pt x="3879" y="379"/>
                  </a:lnTo>
                  <a:cubicBezTo>
                    <a:pt x="3900" y="392"/>
                    <a:pt x="3920" y="409"/>
                    <a:pt x="3933" y="426"/>
                  </a:cubicBezTo>
                  <a:cubicBezTo>
                    <a:pt x="3936" y="429"/>
                    <a:pt x="3940" y="433"/>
                    <a:pt x="3947" y="433"/>
                  </a:cubicBezTo>
                  <a:lnTo>
                    <a:pt x="3947" y="433"/>
                  </a:lnTo>
                  <a:cubicBezTo>
                    <a:pt x="3947" y="439"/>
                    <a:pt x="3953" y="443"/>
                    <a:pt x="3960" y="446"/>
                  </a:cubicBezTo>
                  <a:cubicBezTo>
                    <a:pt x="3967" y="460"/>
                    <a:pt x="3977" y="473"/>
                    <a:pt x="3987" y="490"/>
                  </a:cubicBezTo>
                  <a:cubicBezTo>
                    <a:pt x="3977" y="524"/>
                    <a:pt x="4007" y="550"/>
                    <a:pt x="4014" y="581"/>
                  </a:cubicBezTo>
                  <a:lnTo>
                    <a:pt x="4017" y="581"/>
                  </a:lnTo>
                  <a:cubicBezTo>
                    <a:pt x="4017" y="584"/>
                    <a:pt x="4017" y="587"/>
                    <a:pt x="4017" y="587"/>
                  </a:cubicBezTo>
                  <a:cubicBezTo>
                    <a:pt x="4017" y="678"/>
                    <a:pt x="4014" y="772"/>
                    <a:pt x="4020" y="863"/>
                  </a:cubicBezTo>
                  <a:cubicBezTo>
                    <a:pt x="4020" y="906"/>
                    <a:pt x="3977" y="943"/>
                    <a:pt x="3997" y="987"/>
                  </a:cubicBezTo>
                  <a:cubicBezTo>
                    <a:pt x="4000" y="997"/>
                    <a:pt x="4007" y="1003"/>
                    <a:pt x="4014" y="1003"/>
                  </a:cubicBezTo>
                  <a:cubicBezTo>
                    <a:pt x="3980" y="1034"/>
                    <a:pt x="3990" y="1067"/>
                    <a:pt x="3993" y="1101"/>
                  </a:cubicBezTo>
                  <a:cubicBezTo>
                    <a:pt x="3993" y="1124"/>
                    <a:pt x="3990" y="1151"/>
                    <a:pt x="3997" y="1178"/>
                  </a:cubicBezTo>
                  <a:cubicBezTo>
                    <a:pt x="4000" y="1181"/>
                    <a:pt x="4004" y="1185"/>
                    <a:pt x="4004" y="1188"/>
                  </a:cubicBezTo>
                  <a:cubicBezTo>
                    <a:pt x="4000" y="1188"/>
                    <a:pt x="3997" y="1188"/>
                    <a:pt x="3993" y="1188"/>
                  </a:cubicBezTo>
                  <a:cubicBezTo>
                    <a:pt x="3980" y="1205"/>
                    <a:pt x="3970" y="1218"/>
                    <a:pt x="3953" y="1228"/>
                  </a:cubicBezTo>
                  <a:cubicBezTo>
                    <a:pt x="3947" y="1235"/>
                    <a:pt x="3943" y="1242"/>
                    <a:pt x="3940" y="1249"/>
                  </a:cubicBezTo>
                  <a:cubicBezTo>
                    <a:pt x="3923" y="1242"/>
                    <a:pt x="3906" y="1245"/>
                    <a:pt x="3893" y="1252"/>
                  </a:cubicBezTo>
                  <a:cubicBezTo>
                    <a:pt x="3893" y="1255"/>
                    <a:pt x="3893" y="1259"/>
                    <a:pt x="3889" y="1262"/>
                  </a:cubicBezTo>
                  <a:cubicBezTo>
                    <a:pt x="3886" y="1262"/>
                    <a:pt x="3886" y="1262"/>
                    <a:pt x="3883" y="1262"/>
                  </a:cubicBezTo>
                  <a:cubicBezTo>
                    <a:pt x="3869" y="1262"/>
                    <a:pt x="3856" y="1265"/>
                    <a:pt x="3846" y="1265"/>
                  </a:cubicBezTo>
                  <a:lnTo>
                    <a:pt x="3846" y="1265"/>
                  </a:lnTo>
                  <a:cubicBezTo>
                    <a:pt x="3843" y="1265"/>
                    <a:pt x="3839" y="1265"/>
                    <a:pt x="3836" y="1265"/>
                  </a:cubicBezTo>
                  <a:cubicBezTo>
                    <a:pt x="3826" y="1265"/>
                    <a:pt x="3816" y="1265"/>
                    <a:pt x="3809" y="1269"/>
                  </a:cubicBezTo>
                  <a:lnTo>
                    <a:pt x="3806" y="1269"/>
                  </a:lnTo>
                  <a:cubicBezTo>
                    <a:pt x="3786" y="1262"/>
                    <a:pt x="3762" y="1265"/>
                    <a:pt x="3738" y="1269"/>
                  </a:cubicBezTo>
                  <a:cubicBezTo>
                    <a:pt x="3722" y="1269"/>
                    <a:pt x="3705" y="1269"/>
                    <a:pt x="3688" y="1269"/>
                  </a:cubicBezTo>
                  <a:cubicBezTo>
                    <a:pt x="3685" y="1269"/>
                    <a:pt x="3681" y="1272"/>
                    <a:pt x="3678" y="1272"/>
                  </a:cubicBezTo>
                  <a:cubicBezTo>
                    <a:pt x="3675" y="1269"/>
                    <a:pt x="3671" y="1269"/>
                    <a:pt x="3665" y="1265"/>
                  </a:cubicBezTo>
                  <a:cubicBezTo>
                    <a:pt x="3641" y="1269"/>
                    <a:pt x="3618" y="1262"/>
                    <a:pt x="3594" y="1265"/>
                  </a:cubicBezTo>
                  <a:cubicBezTo>
                    <a:pt x="3597" y="1265"/>
                    <a:pt x="3601" y="1262"/>
                    <a:pt x="3604" y="1262"/>
                  </a:cubicBezTo>
                  <a:cubicBezTo>
                    <a:pt x="3607" y="1262"/>
                    <a:pt x="3611" y="1259"/>
                    <a:pt x="3618" y="1259"/>
                  </a:cubicBezTo>
                  <a:cubicBezTo>
                    <a:pt x="3624" y="1259"/>
                    <a:pt x="3631" y="1259"/>
                    <a:pt x="3638" y="1259"/>
                  </a:cubicBezTo>
                  <a:cubicBezTo>
                    <a:pt x="3644" y="1259"/>
                    <a:pt x="3651" y="1259"/>
                    <a:pt x="3658" y="1259"/>
                  </a:cubicBezTo>
                  <a:cubicBezTo>
                    <a:pt x="3665" y="1259"/>
                    <a:pt x="3671" y="1255"/>
                    <a:pt x="3678" y="1252"/>
                  </a:cubicBezTo>
                  <a:cubicBezTo>
                    <a:pt x="3685" y="1252"/>
                    <a:pt x="3688" y="1252"/>
                    <a:pt x="3695" y="1249"/>
                  </a:cubicBezTo>
                  <a:cubicBezTo>
                    <a:pt x="3695" y="1249"/>
                    <a:pt x="3698" y="1249"/>
                    <a:pt x="3701" y="1249"/>
                  </a:cubicBezTo>
                  <a:cubicBezTo>
                    <a:pt x="3701" y="1245"/>
                    <a:pt x="3701" y="1245"/>
                    <a:pt x="3705" y="1245"/>
                  </a:cubicBezTo>
                  <a:cubicBezTo>
                    <a:pt x="3711" y="1249"/>
                    <a:pt x="3718" y="1252"/>
                    <a:pt x="3728" y="1252"/>
                  </a:cubicBezTo>
                  <a:cubicBezTo>
                    <a:pt x="3738" y="1255"/>
                    <a:pt x="3748" y="1255"/>
                    <a:pt x="3758" y="1252"/>
                  </a:cubicBezTo>
                  <a:cubicBezTo>
                    <a:pt x="3772" y="1249"/>
                    <a:pt x="3782" y="1245"/>
                    <a:pt x="3786" y="1235"/>
                  </a:cubicBezTo>
                  <a:cubicBezTo>
                    <a:pt x="3809" y="1242"/>
                    <a:pt x="3829" y="1232"/>
                    <a:pt x="3849" y="1222"/>
                  </a:cubicBezTo>
                  <a:cubicBezTo>
                    <a:pt x="3853" y="1218"/>
                    <a:pt x="3856" y="1215"/>
                    <a:pt x="3859" y="1212"/>
                  </a:cubicBezTo>
                  <a:cubicBezTo>
                    <a:pt x="3859" y="1208"/>
                    <a:pt x="3859" y="1208"/>
                    <a:pt x="3859" y="1208"/>
                  </a:cubicBezTo>
                  <a:cubicBezTo>
                    <a:pt x="3896" y="1205"/>
                    <a:pt x="3920" y="1188"/>
                    <a:pt x="3923" y="1161"/>
                  </a:cubicBezTo>
                  <a:lnTo>
                    <a:pt x="3923" y="1161"/>
                  </a:lnTo>
                  <a:lnTo>
                    <a:pt x="3923" y="1161"/>
                  </a:lnTo>
                  <a:cubicBezTo>
                    <a:pt x="3933" y="1164"/>
                    <a:pt x="3940" y="1161"/>
                    <a:pt x="3947" y="1158"/>
                  </a:cubicBezTo>
                  <a:cubicBezTo>
                    <a:pt x="3980" y="1138"/>
                    <a:pt x="3990" y="1111"/>
                    <a:pt x="3987" y="1077"/>
                  </a:cubicBezTo>
                  <a:cubicBezTo>
                    <a:pt x="3983" y="1030"/>
                    <a:pt x="4004" y="987"/>
                    <a:pt x="3977" y="943"/>
                  </a:cubicBezTo>
                  <a:cubicBezTo>
                    <a:pt x="3970" y="940"/>
                    <a:pt x="3967" y="940"/>
                    <a:pt x="3960" y="943"/>
                  </a:cubicBezTo>
                  <a:cubicBezTo>
                    <a:pt x="3960" y="940"/>
                    <a:pt x="3960" y="940"/>
                    <a:pt x="3960" y="940"/>
                  </a:cubicBezTo>
                  <a:cubicBezTo>
                    <a:pt x="3960" y="933"/>
                    <a:pt x="3960" y="926"/>
                    <a:pt x="3960" y="923"/>
                  </a:cubicBezTo>
                  <a:lnTo>
                    <a:pt x="3960" y="923"/>
                  </a:lnTo>
                  <a:cubicBezTo>
                    <a:pt x="3960" y="920"/>
                    <a:pt x="3960" y="916"/>
                    <a:pt x="3960" y="913"/>
                  </a:cubicBezTo>
                  <a:lnTo>
                    <a:pt x="3960" y="913"/>
                  </a:lnTo>
                  <a:lnTo>
                    <a:pt x="3960" y="913"/>
                  </a:lnTo>
                  <a:cubicBezTo>
                    <a:pt x="3967" y="910"/>
                    <a:pt x="3967" y="906"/>
                    <a:pt x="3960" y="903"/>
                  </a:cubicBezTo>
                  <a:cubicBezTo>
                    <a:pt x="3960" y="899"/>
                    <a:pt x="3960" y="896"/>
                    <a:pt x="3960" y="893"/>
                  </a:cubicBezTo>
                  <a:lnTo>
                    <a:pt x="3960" y="893"/>
                  </a:lnTo>
                  <a:lnTo>
                    <a:pt x="3960" y="893"/>
                  </a:lnTo>
                  <a:cubicBezTo>
                    <a:pt x="3960" y="893"/>
                    <a:pt x="3960" y="889"/>
                    <a:pt x="3960" y="886"/>
                  </a:cubicBezTo>
                  <a:lnTo>
                    <a:pt x="3960" y="886"/>
                  </a:lnTo>
                  <a:cubicBezTo>
                    <a:pt x="3973" y="856"/>
                    <a:pt x="3957" y="822"/>
                    <a:pt x="3960" y="792"/>
                  </a:cubicBezTo>
                  <a:lnTo>
                    <a:pt x="3960" y="792"/>
                  </a:lnTo>
                  <a:lnTo>
                    <a:pt x="3960" y="792"/>
                  </a:lnTo>
                  <a:cubicBezTo>
                    <a:pt x="3960" y="789"/>
                    <a:pt x="3960" y="785"/>
                    <a:pt x="3960" y="785"/>
                  </a:cubicBezTo>
                  <a:cubicBezTo>
                    <a:pt x="3960" y="768"/>
                    <a:pt x="3957" y="755"/>
                    <a:pt x="3957" y="738"/>
                  </a:cubicBezTo>
                  <a:cubicBezTo>
                    <a:pt x="3940" y="705"/>
                    <a:pt x="3943" y="668"/>
                    <a:pt x="3920" y="638"/>
                  </a:cubicBezTo>
                  <a:lnTo>
                    <a:pt x="3920" y="638"/>
                  </a:lnTo>
                  <a:lnTo>
                    <a:pt x="3920" y="638"/>
                  </a:lnTo>
                  <a:cubicBezTo>
                    <a:pt x="3920" y="631"/>
                    <a:pt x="3920" y="624"/>
                    <a:pt x="3920" y="617"/>
                  </a:cubicBezTo>
                  <a:cubicBezTo>
                    <a:pt x="3900" y="611"/>
                    <a:pt x="3916" y="591"/>
                    <a:pt x="3900" y="581"/>
                  </a:cubicBezTo>
                  <a:cubicBezTo>
                    <a:pt x="3889" y="591"/>
                    <a:pt x="3896" y="601"/>
                    <a:pt x="3893" y="611"/>
                  </a:cubicBezTo>
                  <a:cubicBezTo>
                    <a:pt x="3896" y="617"/>
                    <a:pt x="3896" y="628"/>
                    <a:pt x="3896" y="638"/>
                  </a:cubicBezTo>
                  <a:lnTo>
                    <a:pt x="3896" y="638"/>
                  </a:lnTo>
                  <a:cubicBezTo>
                    <a:pt x="3913" y="664"/>
                    <a:pt x="3903" y="695"/>
                    <a:pt x="3923" y="718"/>
                  </a:cubicBezTo>
                  <a:lnTo>
                    <a:pt x="3923" y="718"/>
                  </a:lnTo>
                  <a:lnTo>
                    <a:pt x="3923" y="718"/>
                  </a:lnTo>
                  <a:cubicBezTo>
                    <a:pt x="3923" y="728"/>
                    <a:pt x="3923" y="738"/>
                    <a:pt x="3923" y="745"/>
                  </a:cubicBezTo>
                  <a:cubicBezTo>
                    <a:pt x="3933" y="772"/>
                    <a:pt x="3936" y="795"/>
                    <a:pt x="3923" y="819"/>
                  </a:cubicBezTo>
                  <a:cubicBezTo>
                    <a:pt x="3926" y="819"/>
                    <a:pt x="3930" y="822"/>
                    <a:pt x="3933" y="822"/>
                  </a:cubicBezTo>
                  <a:lnTo>
                    <a:pt x="3933" y="822"/>
                  </a:lnTo>
                  <a:cubicBezTo>
                    <a:pt x="3933" y="825"/>
                    <a:pt x="3933" y="825"/>
                    <a:pt x="3933" y="829"/>
                  </a:cubicBezTo>
                  <a:lnTo>
                    <a:pt x="3933" y="829"/>
                  </a:lnTo>
                  <a:lnTo>
                    <a:pt x="3933" y="829"/>
                  </a:lnTo>
                  <a:cubicBezTo>
                    <a:pt x="3933" y="832"/>
                    <a:pt x="3936" y="835"/>
                    <a:pt x="3936" y="839"/>
                  </a:cubicBezTo>
                  <a:lnTo>
                    <a:pt x="3936" y="839"/>
                  </a:lnTo>
                  <a:cubicBezTo>
                    <a:pt x="3933" y="842"/>
                    <a:pt x="3933" y="842"/>
                    <a:pt x="3933" y="842"/>
                  </a:cubicBezTo>
                  <a:lnTo>
                    <a:pt x="3936" y="849"/>
                  </a:lnTo>
                  <a:lnTo>
                    <a:pt x="3936" y="849"/>
                  </a:lnTo>
                  <a:cubicBezTo>
                    <a:pt x="3933" y="853"/>
                    <a:pt x="3933" y="853"/>
                    <a:pt x="3933" y="856"/>
                  </a:cubicBezTo>
                  <a:lnTo>
                    <a:pt x="3933" y="856"/>
                  </a:lnTo>
                  <a:cubicBezTo>
                    <a:pt x="3933" y="863"/>
                    <a:pt x="3933" y="863"/>
                    <a:pt x="3933" y="863"/>
                  </a:cubicBezTo>
                  <a:cubicBezTo>
                    <a:pt x="3933" y="866"/>
                    <a:pt x="3933" y="866"/>
                    <a:pt x="3933" y="866"/>
                  </a:cubicBezTo>
                  <a:cubicBezTo>
                    <a:pt x="3933" y="869"/>
                    <a:pt x="3936" y="873"/>
                    <a:pt x="3936" y="876"/>
                  </a:cubicBezTo>
                  <a:lnTo>
                    <a:pt x="3936" y="876"/>
                  </a:lnTo>
                  <a:cubicBezTo>
                    <a:pt x="3936" y="896"/>
                    <a:pt x="3936" y="920"/>
                    <a:pt x="3936" y="940"/>
                  </a:cubicBezTo>
                  <a:lnTo>
                    <a:pt x="3936" y="940"/>
                  </a:lnTo>
                  <a:lnTo>
                    <a:pt x="3936" y="940"/>
                  </a:lnTo>
                  <a:cubicBezTo>
                    <a:pt x="3936" y="943"/>
                    <a:pt x="3936" y="946"/>
                    <a:pt x="3936" y="950"/>
                  </a:cubicBezTo>
                  <a:lnTo>
                    <a:pt x="3940" y="950"/>
                  </a:lnTo>
                  <a:cubicBezTo>
                    <a:pt x="3936" y="953"/>
                    <a:pt x="3933" y="953"/>
                    <a:pt x="3930" y="950"/>
                  </a:cubicBezTo>
                  <a:cubicBezTo>
                    <a:pt x="3926" y="953"/>
                    <a:pt x="3926" y="953"/>
                    <a:pt x="3926" y="956"/>
                  </a:cubicBezTo>
                  <a:cubicBezTo>
                    <a:pt x="3926" y="930"/>
                    <a:pt x="3926" y="899"/>
                    <a:pt x="3923" y="873"/>
                  </a:cubicBezTo>
                  <a:cubicBezTo>
                    <a:pt x="3903" y="815"/>
                    <a:pt x="3913" y="755"/>
                    <a:pt x="3900" y="698"/>
                  </a:cubicBezTo>
                  <a:cubicBezTo>
                    <a:pt x="3896" y="678"/>
                    <a:pt x="3893" y="658"/>
                    <a:pt x="3873" y="644"/>
                  </a:cubicBezTo>
                  <a:cubicBezTo>
                    <a:pt x="3866" y="641"/>
                    <a:pt x="3863" y="638"/>
                    <a:pt x="3856" y="638"/>
                  </a:cubicBezTo>
                  <a:cubicBezTo>
                    <a:pt x="3859" y="634"/>
                    <a:pt x="3863" y="634"/>
                    <a:pt x="3863" y="631"/>
                  </a:cubicBezTo>
                  <a:cubicBezTo>
                    <a:pt x="3859" y="631"/>
                    <a:pt x="3859" y="631"/>
                    <a:pt x="3856" y="628"/>
                  </a:cubicBezTo>
                  <a:lnTo>
                    <a:pt x="3856" y="628"/>
                  </a:lnTo>
                  <a:lnTo>
                    <a:pt x="3856" y="628"/>
                  </a:lnTo>
                  <a:lnTo>
                    <a:pt x="3853" y="624"/>
                  </a:lnTo>
                  <a:cubicBezTo>
                    <a:pt x="3856" y="621"/>
                    <a:pt x="3856" y="617"/>
                    <a:pt x="3856" y="614"/>
                  </a:cubicBezTo>
                  <a:cubicBezTo>
                    <a:pt x="3859" y="601"/>
                    <a:pt x="3873" y="587"/>
                    <a:pt x="3876" y="574"/>
                  </a:cubicBezTo>
                  <a:cubicBezTo>
                    <a:pt x="3873" y="557"/>
                    <a:pt x="3853" y="554"/>
                    <a:pt x="3832" y="560"/>
                  </a:cubicBezTo>
                  <a:cubicBezTo>
                    <a:pt x="3829" y="560"/>
                    <a:pt x="3829" y="560"/>
                    <a:pt x="3826" y="564"/>
                  </a:cubicBezTo>
                  <a:cubicBezTo>
                    <a:pt x="3826" y="560"/>
                    <a:pt x="3826" y="560"/>
                    <a:pt x="3822" y="560"/>
                  </a:cubicBezTo>
                  <a:lnTo>
                    <a:pt x="3822" y="560"/>
                  </a:lnTo>
                  <a:cubicBezTo>
                    <a:pt x="3822" y="554"/>
                    <a:pt x="3819" y="550"/>
                    <a:pt x="3812" y="544"/>
                  </a:cubicBezTo>
                  <a:cubicBezTo>
                    <a:pt x="3816" y="544"/>
                    <a:pt x="3816" y="544"/>
                    <a:pt x="3816" y="544"/>
                  </a:cubicBezTo>
                  <a:cubicBezTo>
                    <a:pt x="3822" y="537"/>
                    <a:pt x="3826" y="534"/>
                    <a:pt x="3832" y="527"/>
                  </a:cubicBezTo>
                  <a:cubicBezTo>
                    <a:pt x="3829" y="527"/>
                    <a:pt x="3826" y="524"/>
                    <a:pt x="3819" y="524"/>
                  </a:cubicBezTo>
                  <a:lnTo>
                    <a:pt x="3819" y="524"/>
                  </a:lnTo>
                  <a:cubicBezTo>
                    <a:pt x="3819" y="513"/>
                    <a:pt x="3806" y="510"/>
                    <a:pt x="3792" y="507"/>
                  </a:cubicBezTo>
                  <a:cubicBezTo>
                    <a:pt x="3786" y="503"/>
                    <a:pt x="3782" y="496"/>
                    <a:pt x="3775" y="493"/>
                  </a:cubicBezTo>
                  <a:cubicBezTo>
                    <a:pt x="3786" y="496"/>
                    <a:pt x="3796" y="493"/>
                    <a:pt x="3806" y="490"/>
                  </a:cubicBezTo>
                  <a:lnTo>
                    <a:pt x="3806" y="490"/>
                  </a:lnTo>
                  <a:cubicBezTo>
                    <a:pt x="3806" y="486"/>
                    <a:pt x="3806" y="483"/>
                    <a:pt x="3806" y="480"/>
                  </a:cubicBezTo>
                  <a:lnTo>
                    <a:pt x="3806" y="480"/>
                  </a:lnTo>
                  <a:cubicBezTo>
                    <a:pt x="3806" y="476"/>
                    <a:pt x="3806" y="476"/>
                    <a:pt x="3806" y="473"/>
                  </a:cubicBezTo>
                  <a:cubicBezTo>
                    <a:pt x="3789" y="470"/>
                    <a:pt x="3772" y="470"/>
                    <a:pt x="3755" y="470"/>
                  </a:cubicBezTo>
                  <a:lnTo>
                    <a:pt x="3755" y="470"/>
                  </a:lnTo>
                  <a:cubicBezTo>
                    <a:pt x="3738" y="450"/>
                    <a:pt x="3742" y="423"/>
                    <a:pt x="3701" y="416"/>
                  </a:cubicBezTo>
                  <a:cubicBezTo>
                    <a:pt x="3701" y="419"/>
                    <a:pt x="3701" y="419"/>
                    <a:pt x="3701" y="419"/>
                  </a:cubicBezTo>
                  <a:cubicBezTo>
                    <a:pt x="3715" y="470"/>
                    <a:pt x="3715" y="470"/>
                    <a:pt x="3651" y="480"/>
                  </a:cubicBezTo>
                  <a:lnTo>
                    <a:pt x="3651" y="480"/>
                  </a:lnTo>
                  <a:cubicBezTo>
                    <a:pt x="3648" y="480"/>
                    <a:pt x="3644" y="480"/>
                    <a:pt x="3638" y="480"/>
                  </a:cubicBezTo>
                  <a:cubicBezTo>
                    <a:pt x="3621" y="456"/>
                    <a:pt x="3597" y="467"/>
                    <a:pt x="3574" y="470"/>
                  </a:cubicBezTo>
                  <a:cubicBezTo>
                    <a:pt x="3534" y="473"/>
                    <a:pt x="3497" y="473"/>
                    <a:pt x="3460" y="467"/>
                  </a:cubicBezTo>
                  <a:cubicBezTo>
                    <a:pt x="3423" y="460"/>
                    <a:pt x="3389" y="463"/>
                    <a:pt x="3352" y="470"/>
                  </a:cubicBezTo>
                  <a:lnTo>
                    <a:pt x="3352" y="470"/>
                  </a:lnTo>
                  <a:lnTo>
                    <a:pt x="3352" y="470"/>
                  </a:lnTo>
                  <a:cubicBezTo>
                    <a:pt x="3336" y="460"/>
                    <a:pt x="3319" y="467"/>
                    <a:pt x="3302" y="470"/>
                  </a:cubicBezTo>
                  <a:cubicBezTo>
                    <a:pt x="3295" y="473"/>
                    <a:pt x="3295" y="476"/>
                    <a:pt x="3302" y="480"/>
                  </a:cubicBezTo>
                  <a:cubicBezTo>
                    <a:pt x="3305" y="480"/>
                    <a:pt x="3309" y="480"/>
                    <a:pt x="3312" y="483"/>
                  </a:cubicBezTo>
                  <a:cubicBezTo>
                    <a:pt x="3322" y="486"/>
                    <a:pt x="3332" y="483"/>
                    <a:pt x="3342" y="490"/>
                  </a:cubicBezTo>
                  <a:cubicBezTo>
                    <a:pt x="3339" y="490"/>
                    <a:pt x="3339" y="490"/>
                    <a:pt x="3339" y="490"/>
                  </a:cubicBezTo>
                  <a:cubicBezTo>
                    <a:pt x="3346" y="490"/>
                    <a:pt x="3349" y="490"/>
                    <a:pt x="3352" y="486"/>
                  </a:cubicBezTo>
                  <a:cubicBezTo>
                    <a:pt x="3396" y="490"/>
                    <a:pt x="3440" y="490"/>
                    <a:pt x="3483" y="493"/>
                  </a:cubicBezTo>
                  <a:cubicBezTo>
                    <a:pt x="3493" y="500"/>
                    <a:pt x="3510" y="500"/>
                    <a:pt x="3524" y="496"/>
                  </a:cubicBezTo>
                  <a:cubicBezTo>
                    <a:pt x="3534" y="493"/>
                    <a:pt x="3547" y="493"/>
                    <a:pt x="3557" y="493"/>
                  </a:cubicBezTo>
                  <a:cubicBezTo>
                    <a:pt x="3611" y="500"/>
                    <a:pt x="3661" y="503"/>
                    <a:pt x="3715" y="490"/>
                  </a:cubicBezTo>
                  <a:lnTo>
                    <a:pt x="3715" y="490"/>
                  </a:lnTo>
                  <a:cubicBezTo>
                    <a:pt x="3718" y="490"/>
                    <a:pt x="3722" y="490"/>
                    <a:pt x="3725" y="490"/>
                  </a:cubicBezTo>
                  <a:lnTo>
                    <a:pt x="3725" y="490"/>
                  </a:lnTo>
                  <a:lnTo>
                    <a:pt x="3725" y="490"/>
                  </a:lnTo>
                  <a:cubicBezTo>
                    <a:pt x="3742" y="503"/>
                    <a:pt x="3745" y="517"/>
                    <a:pt x="3711" y="517"/>
                  </a:cubicBezTo>
                  <a:cubicBezTo>
                    <a:pt x="3698" y="517"/>
                    <a:pt x="3681" y="517"/>
                    <a:pt x="3665" y="513"/>
                  </a:cubicBezTo>
                  <a:cubicBezTo>
                    <a:pt x="3651" y="513"/>
                    <a:pt x="3638" y="510"/>
                    <a:pt x="3624" y="517"/>
                  </a:cubicBezTo>
                  <a:lnTo>
                    <a:pt x="3624" y="517"/>
                  </a:lnTo>
                  <a:cubicBezTo>
                    <a:pt x="3621" y="517"/>
                    <a:pt x="3618" y="517"/>
                    <a:pt x="3611" y="517"/>
                  </a:cubicBezTo>
                  <a:cubicBezTo>
                    <a:pt x="3604" y="513"/>
                    <a:pt x="3594" y="513"/>
                    <a:pt x="3584" y="517"/>
                  </a:cubicBezTo>
                  <a:lnTo>
                    <a:pt x="3584" y="517"/>
                  </a:lnTo>
                  <a:cubicBezTo>
                    <a:pt x="3581" y="520"/>
                    <a:pt x="3577" y="524"/>
                    <a:pt x="3584" y="527"/>
                  </a:cubicBezTo>
                  <a:cubicBezTo>
                    <a:pt x="3594" y="537"/>
                    <a:pt x="3611" y="534"/>
                    <a:pt x="3624" y="534"/>
                  </a:cubicBezTo>
                  <a:cubicBezTo>
                    <a:pt x="3644" y="537"/>
                    <a:pt x="3668" y="537"/>
                    <a:pt x="3688" y="537"/>
                  </a:cubicBezTo>
                  <a:lnTo>
                    <a:pt x="3688" y="537"/>
                  </a:lnTo>
                  <a:cubicBezTo>
                    <a:pt x="3705" y="547"/>
                    <a:pt x="3722" y="540"/>
                    <a:pt x="3738" y="537"/>
                  </a:cubicBezTo>
                  <a:cubicBezTo>
                    <a:pt x="3748" y="540"/>
                    <a:pt x="3755" y="544"/>
                    <a:pt x="3765" y="547"/>
                  </a:cubicBezTo>
                  <a:cubicBezTo>
                    <a:pt x="3765" y="544"/>
                    <a:pt x="3765" y="544"/>
                    <a:pt x="3765" y="540"/>
                  </a:cubicBezTo>
                  <a:lnTo>
                    <a:pt x="3765" y="540"/>
                  </a:lnTo>
                  <a:cubicBezTo>
                    <a:pt x="3768" y="544"/>
                    <a:pt x="3768" y="544"/>
                    <a:pt x="3768" y="544"/>
                  </a:cubicBezTo>
                  <a:cubicBezTo>
                    <a:pt x="3768" y="544"/>
                    <a:pt x="3765" y="544"/>
                    <a:pt x="3765" y="547"/>
                  </a:cubicBezTo>
                  <a:cubicBezTo>
                    <a:pt x="3765" y="554"/>
                    <a:pt x="3765" y="557"/>
                    <a:pt x="3765" y="564"/>
                  </a:cubicBezTo>
                  <a:cubicBezTo>
                    <a:pt x="3742" y="577"/>
                    <a:pt x="3711" y="560"/>
                    <a:pt x="3688" y="571"/>
                  </a:cubicBezTo>
                  <a:cubicBezTo>
                    <a:pt x="3691" y="574"/>
                    <a:pt x="3698" y="577"/>
                    <a:pt x="3701" y="584"/>
                  </a:cubicBezTo>
                  <a:cubicBezTo>
                    <a:pt x="3732" y="594"/>
                    <a:pt x="3758" y="577"/>
                    <a:pt x="3789" y="584"/>
                  </a:cubicBezTo>
                  <a:cubicBezTo>
                    <a:pt x="3789" y="581"/>
                    <a:pt x="3792" y="581"/>
                    <a:pt x="3796" y="581"/>
                  </a:cubicBezTo>
                  <a:lnTo>
                    <a:pt x="3796" y="581"/>
                  </a:lnTo>
                  <a:lnTo>
                    <a:pt x="3796" y="581"/>
                  </a:lnTo>
                  <a:cubicBezTo>
                    <a:pt x="3792" y="581"/>
                    <a:pt x="3792" y="581"/>
                    <a:pt x="3789" y="584"/>
                  </a:cubicBezTo>
                  <a:cubicBezTo>
                    <a:pt x="3792" y="587"/>
                    <a:pt x="3799" y="591"/>
                    <a:pt x="3802" y="594"/>
                  </a:cubicBezTo>
                  <a:cubicBezTo>
                    <a:pt x="3806" y="591"/>
                    <a:pt x="3806" y="591"/>
                    <a:pt x="3806" y="587"/>
                  </a:cubicBezTo>
                  <a:lnTo>
                    <a:pt x="3806" y="587"/>
                  </a:lnTo>
                  <a:cubicBezTo>
                    <a:pt x="3809" y="587"/>
                    <a:pt x="3812" y="591"/>
                    <a:pt x="3819" y="591"/>
                  </a:cubicBezTo>
                  <a:lnTo>
                    <a:pt x="3819" y="591"/>
                  </a:lnTo>
                  <a:cubicBezTo>
                    <a:pt x="3839" y="607"/>
                    <a:pt x="3812" y="628"/>
                    <a:pt x="3819" y="644"/>
                  </a:cubicBezTo>
                  <a:cubicBezTo>
                    <a:pt x="3822" y="648"/>
                    <a:pt x="3826" y="648"/>
                    <a:pt x="3829" y="648"/>
                  </a:cubicBezTo>
                  <a:lnTo>
                    <a:pt x="3829" y="648"/>
                  </a:lnTo>
                  <a:cubicBezTo>
                    <a:pt x="3853" y="708"/>
                    <a:pt x="3863" y="768"/>
                    <a:pt x="3859" y="829"/>
                  </a:cubicBezTo>
                  <a:cubicBezTo>
                    <a:pt x="3876" y="876"/>
                    <a:pt x="3879" y="926"/>
                    <a:pt x="3883" y="977"/>
                  </a:cubicBezTo>
                  <a:cubicBezTo>
                    <a:pt x="3889" y="983"/>
                    <a:pt x="3889" y="993"/>
                    <a:pt x="3889" y="1003"/>
                  </a:cubicBezTo>
                  <a:cubicBezTo>
                    <a:pt x="3889" y="1010"/>
                    <a:pt x="3886" y="1024"/>
                    <a:pt x="3903" y="1020"/>
                  </a:cubicBezTo>
                  <a:cubicBezTo>
                    <a:pt x="3920" y="1020"/>
                    <a:pt x="3920" y="1010"/>
                    <a:pt x="3923" y="1000"/>
                  </a:cubicBezTo>
                  <a:cubicBezTo>
                    <a:pt x="3923" y="997"/>
                    <a:pt x="3923" y="997"/>
                    <a:pt x="3923" y="993"/>
                  </a:cubicBezTo>
                  <a:cubicBezTo>
                    <a:pt x="3926" y="993"/>
                    <a:pt x="3926" y="997"/>
                    <a:pt x="3926" y="1000"/>
                  </a:cubicBezTo>
                  <a:cubicBezTo>
                    <a:pt x="3923" y="1007"/>
                    <a:pt x="3950" y="997"/>
                    <a:pt x="3943" y="1010"/>
                  </a:cubicBezTo>
                  <a:cubicBezTo>
                    <a:pt x="3943" y="1010"/>
                    <a:pt x="3943" y="1014"/>
                    <a:pt x="3943" y="1017"/>
                  </a:cubicBezTo>
                  <a:cubicBezTo>
                    <a:pt x="3940" y="1017"/>
                    <a:pt x="3940" y="1020"/>
                    <a:pt x="3943" y="1024"/>
                  </a:cubicBezTo>
                  <a:cubicBezTo>
                    <a:pt x="3943" y="1027"/>
                    <a:pt x="3943" y="1027"/>
                    <a:pt x="3943" y="1030"/>
                  </a:cubicBezTo>
                  <a:cubicBezTo>
                    <a:pt x="3936" y="1037"/>
                    <a:pt x="3936" y="1044"/>
                    <a:pt x="3936" y="1050"/>
                  </a:cubicBezTo>
                  <a:cubicBezTo>
                    <a:pt x="3936" y="1054"/>
                    <a:pt x="3933" y="1057"/>
                    <a:pt x="3933" y="1060"/>
                  </a:cubicBezTo>
                  <a:lnTo>
                    <a:pt x="3933" y="1060"/>
                  </a:lnTo>
                  <a:lnTo>
                    <a:pt x="3933" y="1060"/>
                  </a:lnTo>
                  <a:cubicBezTo>
                    <a:pt x="3910" y="1057"/>
                    <a:pt x="3900" y="1040"/>
                    <a:pt x="3896" y="1027"/>
                  </a:cubicBezTo>
                  <a:cubicBezTo>
                    <a:pt x="3886" y="1020"/>
                    <a:pt x="3886" y="1010"/>
                    <a:pt x="3873" y="1014"/>
                  </a:cubicBezTo>
                  <a:cubicBezTo>
                    <a:pt x="3856" y="1020"/>
                    <a:pt x="3859" y="1030"/>
                    <a:pt x="3869" y="1040"/>
                  </a:cubicBezTo>
                  <a:cubicBezTo>
                    <a:pt x="3869" y="1067"/>
                    <a:pt x="3843" y="1071"/>
                    <a:pt x="3816" y="1067"/>
                  </a:cubicBezTo>
                  <a:cubicBezTo>
                    <a:pt x="3772" y="1067"/>
                    <a:pt x="3732" y="1057"/>
                    <a:pt x="3688" y="1060"/>
                  </a:cubicBezTo>
                  <a:lnTo>
                    <a:pt x="3688" y="1060"/>
                  </a:lnTo>
                  <a:cubicBezTo>
                    <a:pt x="3685" y="1060"/>
                    <a:pt x="3681" y="1060"/>
                    <a:pt x="3675" y="1060"/>
                  </a:cubicBezTo>
                  <a:lnTo>
                    <a:pt x="3675" y="1060"/>
                  </a:lnTo>
                  <a:cubicBezTo>
                    <a:pt x="3644" y="1060"/>
                    <a:pt x="3614" y="1060"/>
                    <a:pt x="3584" y="1060"/>
                  </a:cubicBezTo>
                  <a:lnTo>
                    <a:pt x="3584" y="1060"/>
                  </a:lnTo>
                  <a:cubicBezTo>
                    <a:pt x="3581" y="1060"/>
                    <a:pt x="3577" y="1060"/>
                    <a:pt x="3574" y="1060"/>
                  </a:cubicBezTo>
                  <a:cubicBezTo>
                    <a:pt x="3550" y="1057"/>
                    <a:pt x="3527" y="1054"/>
                    <a:pt x="3504" y="1054"/>
                  </a:cubicBezTo>
                  <a:cubicBezTo>
                    <a:pt x="3490" y="1050"/>
                    <a:pt x="3477" y="1050"/>
                    <a:pt x="3470" y="1060"/>
                  </a:cubicBezTo>
                  <a:cubicBezTo>
                    <a:pt x="3467" y="1060"/>
                    <a:pt x="3460" y="1060"/>
                    <a:pt x="3457" y="1060"/>
                  </a:cubicBezTo>
                  <a:lnTo>
                    <a:pt x="3457" y="1060"/>
                  </a:lnTo>
                  <a:lnTo>
                    <a:pt x="3453" y="1064"/>
                  </a:lnTo>
                  <a:lnTo>
                    <a:pt x="3457" y="1067"/>
                  </a:lnTo>
                  <a:cubicBezTo>
                    <a:pt x="3460" y="1067"/>
                    <a:pt x="3467" y="1067"/>
                    <a:pt x="3470" y="1071"/>
                  </a:cubicBezTo>
                  <a:cubicBezTo>
                    <a:pt x="3470" y="1067"/>
                    <a:pt x="3470" y="1067"/>
                    <a:pt x="3470" y="1067"/>
                  </a:cubicBezTo>
                  <a:cubicBezTo>
                    <a:pt x="3467" y="1071"/>
                    <a:pt x="3463" y="1074"/>
                    <a:pt x="3470" y="1077"/>
                  </a:cubicBezTo>
                  <a:cubicBezTo>
                    <a:pt x="3490" y="1087"/>
                    <a:pt x="3514" y="1081"/>
                    <a:pt x="3534" y="1087"/>
                  </a:cubicBezTo>
                  <a:cubicBezTo>
                    <a:pt x="3574" y="1087"/>
                    <a:pt x="3611" y="1087"/>
                    <a:pt x="3651" y="1087"/>
                  </a:cubicBezTo>
                  <a:cubicBezTo>
                    <a:pt x="3654" y="1084"/>
                    <a:pt x="3658" y="1081"/>
                    <a:pt x="3661" y="1081"/>
                  </a:cubicBezTo>
                  <a:lnTo>
                    <a:pt x="3661" y="1081"/>
                  </a:lnTo>
                  <a:cubicBezTo>
                    <a:pt x="3665" y="1081"/>
                    <a:pt x="3668" y="1081"/>
                    <a:pt x="3671" y="1081"/>
                  </a:cubicBezTo>
                  <a:lnTo>
                    <a:pt x="3671" y="1084"/>
                  </a:lnTo>
                  <a:cubicBezTo>
                    <a:pt x="3691" y="1097"/>
                    <a:pt x="3715" y="1091"/>
                    <a:pt x="3735" y="1091"/>
                  </a:cubicBezTo>
                  <a:cubicBezTo>
                    <a:pt x="3748" y="1094"/>
                    <a:pt x="3725" y="1074"/>
                    <a:pt x="3745" y="1084"/>
                  </a:cubicBezTo>
                  <a:cubicBezTo>
                    <a:pt x="3758" y="1087"/>
                    <a:pt x="3768" y="1091"/>
                    <a:pt x="3782" y="1094"/>
                  </a:cubicBezTo>
                  <a:cubicBezTo>
                    <a:pt x="3809" y="1084"/>
                    <a:pt x="3839" y="1094"/>
                    <a:pt x="3869" y="1087"/>
                  </a:cubicBezTo>
                  <a:cubicBezTo>
                    <a:pt x="3883" y="1094"/>
                    <a:pt x="3896" y="1094"/>
                    <a:pt x="3910" y="1087"/>
                  </a:cubicBezTo>
                  <a:lnTo>
                    <a:pt x="3910" y="1087"/>
                  </a:lnTo>
                  <a:cubicBezTo>
                    <a:pt x="3916" y="1084"/>
                    <a:pt x="3926" y="1084"/>
                    <a:pt x="3933" y="1081"/>
                  </a:cubicBezTo>
                  <a:lnTo>
                    <a:pt x="3933" y="1084"/>
                  </a:lnTo>
                  <a:lnTo>
                    <a:pt x="3930" y="1087"/>
                  </a:lnTo>
                  <a:cubicBezTo>
                    <a:pt x="3926" y="1091"/>
                    <a:pt x="3930" y="1094"/>
                    <a:pt x="3933" y="1097"/>
                  </a:cubicBezTo>
                  <a:cubicBezTo>
                    <a:pt x="3953" y="1117"/>
                    <a:pt x="3916" y="1131"/>
                    <a:pt x="3920" y="1151"/>
                  </a:cubicBezTo>
                  <a:lnTo>
                    <a:pt x="3920" y="1151"/>
                  </a:lnTo>
                  <a:cubicBezTo>
                    <a:pt x="3883" y="1154"/>
                    <a:pt x="3869" y="1185"/>
                    <a:pt x="3839" y="1195"/>
                  </a:cubicBezTo>
                  <a:cubicBezTo>
                    <a:pt x="3816" y="1198"/>
                    <a:pt x="3796" y="1202"/>
                    <a:pt x="3779" y="1212"/>
                  </a:cubicBezTo>
                  <a:cubicBezTo>
                    <a:pt x="3748" y="1218"/>
                    <a:pt x="3715" y="1215"/>
                    <a:pt x="3688" y="1225"/>
                  </a:cubicBezTo>
                  <a:cubicBezTo>
                    <a:pt x="3614" y="1235"/>
                    <a:pt x="3534" y="1228"/>
                    <a:pt x="3460" y="1242"/>
                  </a:cubicBezTo>
                  <a:cubicBezTo>
                    <a:pt x="3457" y="1242"/>
                    <a:pt x="3453" y="1242"/>
                    <a:pt x="3450" y="1242"/>
                  </a:cubicBezTo>
                  <a:cubicBezTo>
                    <a:pt x="3366" y="1245"/>
                    <a:pt x="3282" y="1238"/>
                    <a:pt x="3198" y="1255"/>
                  </a:cubicBezTo>
                  <a:lnTo>
                    <a:pt x="3198" y="1255"/>
                  </a:lnTo>
                  <a:cubicBezTo>
                    <a:pt x="3195" y="1252"/>
                    <a:pt x="3191" y="1252"/>
                    <a:pt x="3185" y="1252"/>
                  </a:cubicBezTo>
                  <a:cubicBezTo>
                    <a:pt x="3188" y="1255"/>
                    <a:pt x="3188" y="1255"/>
                    <a:pt x="3191" y="1255"/>
                  </a:cubicBezTo>
                  <a:lnTo>
                    <a:pt x="3188" y="1255"/>
                  </a:lnTo>
                  <a:cubicBezTo>
                    <a:pt x="3188" y="1255"/>
                    <a:pt x="3185" y="1255"/>
                    <a:pt x="3185" y="1252"/>
                  </a:cubicBezTo>
                  <a:cubicBezTo>
                    <a:pt x="3154" y="1249"/>
                    <a:pt x="3124" y="1252"/>
                    <a:pt x="3094" y="1252"/>
                  </a:cubicBezTo>
                  <a:cubicBezTo>
                    <a:pt x="3040" y="1252"/>
                    <a:pt x="2983" y="1252"/>
                    <a:pt x="2929" y="1252"/>
                  </a:cubicBezTo>
                  <a:cubicBezTo>
                    <a:pt x="2923" y="1249"/>
                    <a:pt x="2919" y="1249"/>
                    <a:pt x="2913" y="1245"/>
                  </a:cubicBezTo>
                  <a:cubicBezTo>
                    <a:pt x="2919" y="1245"/>
                    <a:pt x="2923" y="1245"/>
                    <a:pt x="2929" y="1245"/>
                  </a:cubicBezTo>
                  <a:cubicBezTo>
                    <a:pt x="2923" y="1225"/>
                    <a:pt x="2903" y="1232"/>
                    <a:pt x="2889" y="1232"/>
                  </a:cubicBezTo>
                  <a:cubicBezTo>
                    <a:pt x="2859" y="1232"/>
                    <a:pt x="2829" y="1232"/>
                    <a:pt x="2802" y="1232"/>
                  </a:cubicBezTo>
                  <a:cubicBezTo>
                    <a:pt x="2758" y="1222"/>
                    <a:pt x="2715" y="1225"/>
                    <a:pt x="2671" y="1225"/>
                  </a:cubicBezTo>
                  <a:cubicBezTo>
                    <a:pt x="2614" y="1225"/>
                    <a:pt x="2557" y="1225"/>
                    <a:pt x="2500" y="1225"/>
                  </a:cubicBezTo>
                  <a:cubicBezTo>
                    <a:pt x="2480" y="1225"/>
                    <a:pt x="2463" y="1225"/>
                    <a:pt x="2443" y="1225"/>
                  </a:cubicBezTo>
                  <a:lnTo>
                    <a:pt x="2443" y="1225"/>
                  </a:lnTo>
                  <a:cubicBezTo>
                    <a:pt x="2409" y="1212"/>
                    <a:pt x="2376" y="1215"/>
                    <a:pt x="2346" y="1225"/>
                  </a:cubicBezTo>
                  <a:cubicBezTo>
                    <a:pt x="2342" y="1222"/>
                    <a:pt x="2339" y="1222"/>
                    <a:pt x="2336" y="1225"/>
                  </a:cubicBezTo>
                  <a:lnTo>
                    <a:pt x="2336" y="1225"/>
                  </a:lnTo>
                  <a:cubicBezTo>
                    <a:pt x="2308" y="1215"/>
                    <a:pt x="2275" y="1218"/>
                    <a:pt x="2245" y="1218"/>
                  </a:cubicBezTo>
                  <a:cubicBezTo>
                    <a:pt x="2245" y="1218"/>
                    <a:pt x="2245" y="1222"/>
                    <a:pt x="2241" y="1225"/>
                  </a:cubicBezTo>
                  <a:lnTo>
                    <a:pt x="2241" y="1225"/>
                  </a:lnTo>
                  <a:cubicBezTo>
                    <a:pt x="2208" y="1228"/>
                    <a:pt x="2171" y="1218"/>
                    <a:pt x="2141" y="1235"/>
                  </a:cubicBezTo>
                  <a:cubicBezTo>
                    <a:pt x="2174" y="1235"/>
                    <a:pt x="2208" y="1235"/>
                    <a:pt x="2245" y="1235"/>
                  </a:cubicBezTo>
                  <a:lnTo>
                    <a:pt x="2245" y="1235"/>
                  </a:lnTo>
                  <a:cubicBezTo>
                    <a:pt x="2285" y="1235"/>
                    <a:pt x="2329" y="1235"/>
                    <a:pt x="2369" y="1235"/>
                  </a:cubicBezTo>
                  <a:cubicBezTo>
                    <a:pt x="2416" y="1249"/>
                    <a:pt x="2466" y="1238"/>
                    <a:pt x="2513" y="1245"/>
                  </a:cubicBezTo>
                  <a:cubicBezTo>
                    <a:pt x="2517" y="1242"/>
                    <a:pt x="2517" y="1242"/>
                    <a:pt x="2517" y="1242"/>
                  </a:cubicBezTo>
                  <a:cubicBezTo>
                    <a:pt x="2523" y="1242"/>
                    <a:pt x="2530" y="1242"/>
                    <a:pt x="2540" y="1242"/>
                  </a:cubicBezTo>
                  <a:lnTo>
                    <a:pt x="2540" y="1238"/>
                  </a:lnTo>
                  <a:lnTo>
                    <a:pt x="2540" y="1238"/>
                  </a:lnTo>
                  <a:cubicBezTo>
                    <a:pt x="2540" y="1242"/>
                    <a:pt x="2540" y="1242"/>
                    <a:pt x="2540" y="1242"/>
                  </a:cubicBezTo>
                  <a:cubicBezTo>
                    <a:pt x="2543" y="1242"/>
                    <a:pt x="2550" y="1242"/>
                    <a:pt x="2554" y="1242"/>
                  </a:cubicBezTo>
                  <a:lnTo>
                    <a:pt x="2554" y="1242"/>
                  </a:lnTo>
                  <a:cubicBezTo>
                    <a:pt x="2584" y="1245"/>
                    <a:pt x="2614" y="1245"/>
                    <a:pt x="2644" y="1242"/>
                  </a:cubicBezTo>
                  <a:lnTo>
                    <a:pt x="2644" y="1242"/>
                  </a:lnTo>
                  <a:cubicBezTo>
                    <a:pt x="2678" y="1242"/>
                    <a:pt x="2715" y="1242"/>
                    <a:pt x="2748" y="1242"/>
                  </a:cubicBezTo>
                  <a:lnTo>
                    <a:pt x="2748" y="1242"/>
                  </a:lnTo>
                  <a:lnTo>
                    <a:pt x="2748" y="1242"/>
                  </a:lnTo>
                  <a:cubicBezTo>
                    <a:pt x="2761" y="1242"/>
                    <a:pt x="2772" y="1242"/>
                    <a:pt x="2785" y="1245"/>
                  </a:cubicBezTo>
                  <a:lnTo>
                    <a:pt x="2785" y="1245"/>
                  </a:lnTo>
                  <a:cubicBezTo>
                    <a:pt x="2785" y="1255"/>
                    <a:pt x="2775" y="1259"/>
                    <a:pt x="2761" y="1259"/>
                  </a:cubicBezTo>
                  <a:cubicBezTo>
                    <a:pt x="2748" y="1262"/>
                    <a:pt x="2735" y="1262"/>
                    <a:pt x="2721" y="1262"/>
                  </a:cubicBezTo>
                  <a:cubicBezTo>
                    <a:pt x="2674" y="1255"/>
                    <a:pt x="2627" y="1255"/>
                    <a:pt x="2580" y="1262"/>
                  </a:cubicBezTo>
                  <a:cubicBezTo>
                    <a:pt x="2577" y="1259"/>
                    <a:pt x="2574" y="1255"/>
                    <a:pt x="2570" y="1255"/>
                  </a:cubicBezTo>
                  <a:cubicBezTo>
                    <a:pt x="2527" y="1249"/>
                    <a:pt x="2480" y="1259"/>
                    <a:pt x="2436" y="1259"/>
                  </a:cubicBezTo>
                  <a:cubicBezTo>
                    <a:pt x="2355" y="1262"/>
                    <a:pt x="2275" y="1262"/>
                    <a:pt x="2191" y="1262"/>
                  </a:cubicBezTo>
                  <a:lnTo>
                    <a:pt x="2191" y="1262"/>
                  </a:lnTo>
                  <a:cubicBezTo>
                    <a:pt x="2161" y="1259"/>
                    <a:pt x="2131" y="1262"/>
                    <a:pt x="2100" y="1262"/>
                  </a:cubicBezTo>
                  <a:cubicBezTo>
                    <a:pt x="1990" y="1262"/>
                    <a:pt x="1876" y="1262"/>
                    <a:pt x="1762" y="1262"/>
                  </a:cubicBezTo>
                  <a:cubicBezTo>
                    <a:pt x="1749" y="1262"/>
                    <a:pt x="1739" y="1262"/>
                    <a:pt x="1726" y="1269"/>
                  </a:cubicBezTo>
                  <a:lnTo>
                    <a:pt x="1726" y="1269"/>
                  </a:lnTo>
                  <a:lnTo>
                    <a:pt x="1726" y="1269"/>
                  </a:lnTo>
                  <a:cubicBezTo>
                    <a:pt x="1726" y="1269"/>
                    <a:pt x="1722" y="1269"/>
                    <a:pt x="1719" y="1269"/>
                  </a:cubicBezTo>
                  <a:lnTo>
                    <a:pt x="1719" y="1269"/>
                  </a:lnTo>
                  <a:cubicBezTo>
                    <a:pt x="1695" y="1255"/>
                    <a:pt x="1665" y="1265"/>
                    <a:pt x="1638" y="1262"/>
                  </a:cubicBezTo>
                  <a:cubicBezTo>
                    <a:pt x="1440" y="1262"/>
                    <a:pt x="1242" y="1262"/>
                    <a:pt x="1044" y="1262"/>
                  </a:cubicBezTo>
                  <a:lnTo>
                    <a:pt x="1044" y="1262"/>
                  </a:lnTo>
                  <a:lnTo>
                    <a:pt x="1044" y="1262"/>
                  </a:lnTo>
                  <a:cubicBezTo>
                    <a:pt x="1037" y="1262"/>
                    <a:pt x="1027" y="1262"/>
                    <a:pt x="1021" y="1265"/>
                  </a:cubicBezTo>
                  <a:cubicBezTo>
                    <a:pt x="1007" y="1262"/>
                    <a:pt x="994" y="1262"/>
                    <a:pt x="980" y="1262"/>
                  </a:cubicBezTo>
                  <a:cubicBezTo>
                    <a:pt x="977" y="1262"/>
                    <a:pt x="970" y="1262"/>
                    <a:pt x="967" y="1262"/>
                  </a:cubicBezTo>
                  <a:cubicBezTo>
                    <a:pt x="937" y="1275"/>
                    <a:pt x="913" y="1252"/>
                    <a:pt x="883" y="1252"/>
                  </a:cubicBezTo>
                  <a:cubicBezTo>
                    <a:pt x="812" y="1255"/>
                    <a:pt x="742" y="1252"/>
                    <a:pt x="668" y="1255"/>
                  </a:cubicBezTo>
                  <a:cubicBezTo>
                    <a:pt x="662" y="1259"/>
                    <a:pt x="651" y="1255"/>
                    <a:pt x="645" y="1255"/>
                  </a:cubicBezTo>
                  <a:lnTo>
                    <a:pt x="645" y="1255"/>
                  </a:lnTo>
                  <a:lnTo>
                    <a:pt x="645" y="1255"/>
                  </a:lnTo>
                  <a:cubicBezTo>
                    <a:pt x="635" y="1252"/>
                    <a:pt x="628" y="1252"/>
                    <a:pt x="618" y="1255"/>
                  </a:cubicBezTo>
                  <a:cubicBezTo>
                    <a:pt x="621" y="1259"/>
                    <a:pt x="621" y="1265"/>
                    <a:pt x="621" y="1269"/>
                  </a:cubicBezTo>
                  <a:cubicBezTo>
                    <a:pt x="625" y="1272"/>
                    <a:pt x="628" y="1272"/>
                    <a:pt x="631" y="1269"/>
                  </a:cubicBezTo>
                  <a:lnTo>
                    <a:pt x="631" y="1269"/>
                  </a:lnTo>
                  <a:cubicBezTo>
                    <a:pt x="675" y="1275"/>
                    <a:pt x="719" y="1269"/>
                    <a:pt x="762" y="1279"/>
                  </a:cubicBezTo>
                  <a:cubicBezTo>
                    <a:pt x="792" y="1269"/>
                    <a:pt x="823" y="1272"/>
                    <a:pt x="853" y="1279"/>
                  </a:cubicBezTo>
                  <a:cubicBezTo>
                    <a:pt x="903" y="1282"/>
                    <a:pt x="954" y="1285"/>
                    <a:pt x="1007" y="1279"/>
                  </a:cubicBezTo>
                  <a:cubicBezTo>
                    <a:pt x="1014" y="1282"/>
                    <a:pt x="1021" y="1282"/>
                    <a:pt x="1031" y="1282"/>
                  </a:cubicBezTo>
                  <a:lnTo>
                    <a:pt x="1031" y="1282"/>
                  </a:lnTo>
                  <a:cubicBezTo>
                    <a:pt x="1048" y="1299"/>
                    <a:pt x="1064" y="1275"/>
                    <a:pt x="1084" y="1282"/>
                  </a:cubicBezTo>
                  <a:lnTo>
                    <a:pt x="1084" y="1282"/>
                  </a:lnTo>
                  <a:cubicBezTo>
                    <a:pt x="1105" y="1292"/>
                    <a:pt x="1128" y="1289"/>
                    <a:pt x="1148" y="1282"/>
                  </a:cubicBezTo>
                  <a:cubicBezTo>
                    <a:pt x="1235" y="1292"/>
                    <a:pt x="1323" y="1279"/>
                    <a:pt x="1410" y="1282"/>
                  </a:cubicBezTo>
                  <a:cubicBezTo>
                    <a:pt x="1491" y="1282"/>
                    <a:pt x="1574" y="1285"/>
                    <a:pt x="1655" y="1289"/>
                  </a:cubicBezTo>
                  <a:cubicBezTo>
                    <a:pt x="1665" y="1289"/>
                    <a:pt x="1675" y="1289"/>
                    <a:pt x="1679" y="1282"/>
                  </a:cubicBezTo>
                  <a:lnTo>
                    <a:pt x="1679" y="1282"/>
                  </a:lnTo>
                  <a:lnTo>
                    <a:pt x="1679" y="1282"/>
                  </a:lnTo>
                  <a:lnTo>
                    <a:pt x="1679" y="1282"/>
                  </a:lnTo>
                  <a:cubicBezTo>
                    <a:pt x="1682" y="1282"/>
                    <a:pt x="1685" y="1282"/>
                    <a:pt x="1685" y="1282"/>
                  </a:cubicBezTo>
                  <a:lnTo>
                    <a:pt x="1685" y="1282"/>
                  </a:lnTo>
                  <a:cubicBezTo>
                    <a:pt x="1712" y="1292"/>
                    <a:pt x="1739" y="1289"/>
                    <a:pt x="1766" y="1289"/>
                  </a:cubicBezTo>
                  <a:cubicBezTo>
                    <a:pt x="1850" y="1289"/>
                    <a:pt x="1937" y="1289"/>
                    <a:pt x="2020" y="1289"/>
                  </a:cubicBezTo>
                  <a:cubicBezTo>
                    <a:pt x="2036" y="1289"/>
                    <a:pt x="2057" y="1292"/>
                    <a:pt x="2074" y="1282"/>
                  </a:cubicBezTo>
                  <a:lnTo>
                    <a:pt x="2074" y="1282"/>
                  </a:lnTo>
                  <a:lnTo>
                    <a:pt x="2074" y="1282"/>
                  </a:lnTo>
                  <a:lnTo>
                    <a:pt x="2074" y="1282"/>
                  </a:lnTo>
                  <a:cubicBezTo>
                    <a:pt x="2100" y="1296"/>
                    <a:pt x="2127" y="1289"/>
                    <a:pt x="2157" y="1282"/>
                  </a:cubicBezTo>
                  <a:cubicBezTo>
                    <a:pt x="2168" y="1282"/>
                    <a:pt x="2181" y="1279"/>
                    <a:pt x="2191" y="1289"/>
                  </a:cubicBezTo>
                  <a:cubicBezTo>
                    <a:pt x="2204" y="1296"/>
                    <a:pt x="2211" y="1296"/>
                    <a:pt x="2218" y="1289"/>
                  </a:cubicBezTo>
                  <a:lnTo>
                    <a:pt x="2218" y="1289"/>
                  </a:lnTo>
                  <a:cubicBezTo>
                    <a:pt x="2238" y="1292"/>
                    <a:pt x="2261" y="1299"/>
                    <a:pt x="2282" y="1289"/>
                  </a:cubicBezTo>
                  <a:lnTo>
                    <a:pt x="2282" y="1289"/>
                  </a:lnTo>
                  <a:cubicBezTo>
                    <a:pt x="2285" y="1289"/>
                    <a:pt x="2288" y="1285"/>
                    <a:pt x="2292" y="1285"/>
                  </a:cubicBezTo>
                  <a:cubicBezTo>
                    <a:pt x="2295" y="1289"/>
                    <a:pt x="2295" y="1289"/>
                    <a:pt x="2295" y="1289"/>
                  </a:cubicBezTo>
                  <a:cubicBezTo>
                    <a:pt x="2379" y="1309"/>
                    <a:pt x="2463" y="1292"/>
                    <a:pt x="2543" y="1289"/>
                  </a:cubicBezTo>
                  <a:cubicBezTo>
                    <a:pt x="2557" y="1289"/>
                    <a:pt x="2570" y="1285"/>
                    <a:pt x="2577" y="1279"/>
                  </a:cubicBezTo>
                  <a:lnTo>
                    <a:pt x="2580" y="1279"/>
                  </a:lnTo>
                  <a:cubicBezTo>
                    <a:pt x="2617" y="1282"/>
                    <a:pt x="2658" y="1285"/>
                    <a:pt x="2694" y="1279"/>
                  </a:cubicBezTo>
                  <a:cubicBezTo>
                    <a:pt x="2728" y="1282"/>
                    <a:pt x="2761" y="1285"/>
                    <a:pt x="2792" y="1272"/>
                  </a:cubicBezTo>
                  <a:lnTo>
                    <a:pt x="2792" y="1272"/>
                  </a:lnTo>
                  <a:cubicBezTo>
                    <a:pt x="2809" y="1282"/>
                    <a:pt x="2825" y="1279"/>
                    <a:pt x="2842" y="1272"/>
                  </a:cubicBezTo>
                  <a:lnTo>
                    <a:pt x="2846" y="1272"/>
                  </a:lnTo>
                  <a:lnTo>
                    <a:pt x="2846" y="1272"/>
                  </a:lnTo>
                  <a:cubicBezTo>
                    <a:pt x="2879" y="1289"/>
                    <a:pt x="2923" y="1279"/>
                    <a:pt x="2956" y="1275"/>
                  </a:cubicBezTo>
                  <a:cubicBezTo>
                    <a:pt x="3007" y="1272"/>
                    <a:pt x="3057" y="1272"/>
                    <a:pt x="3107" y="1272"/>
                  </a:cubicBezTo>
                  <a:cubicBezTo>
                    <a:pt x="3107" y="1275"/>
                    <a:pt x="3107" y="1275"/>
                    <a:pt x="3111" y="1279"/>
                  </a:cubicBezTo>
                  <a:cubicBezTo>
                    <a:pt x="3114" y="1282"/>
                    <a:pt x="3118" y="1285"/>
                    <a:pt x="3124" y="1285"/>
                  </a:cubicBezTo>
                  <a:cubicBezTo>
                    <a:pt x="3118" y="1285"/>
                    <a:pt x="3114" y="1289"/>
                    <a:pt x="3107" y="1289"/>
                  </a:cubicBezTo>
                  <a:cubicBezTo>
                    <a:pt x="3050" y="1302"/>
                    <a:pt x="2986" y="1289"/>
                    <a:pt x="2926" y="1306"/>
                  </a:cubicBezTo>
                  <a:cubicBezTo>
                    <a:pt x="2862" y="1309"/>
                    <a:pt x="2795" y="1306"/>
                    <a:pt x="2732" y="1316"/>
                  </a:cubicBezTo>
                  <a:cubicBezTo>
                    <a:pt x="2718" y="1316"/>
                    <a:pt x="2708" y="1316"/>
                    <a:pt x="2694" y="1316"/>
                  </a:cubicBezTo>
                  <a:cubicBezTo>
                    <a:pt x="2688" y="1319"/>
                    <a:pt x="2678" y="1319"/>
                    <a:pt x="2668" y="1319"/>
                  </a:cubicBezTo>
                  <a:cubicBezTo>
                    <a:pt x="2590" y="1319"/>
                    <a:pt x="2513" y="1316"/>
                    <a:pt x="2436" y="1316"/>
                  </a:cubicBezTo>
                  <a:cubicBezTo>
                    <a:pt x="2433" y="1316"/>
                    <a:pt x="2429" y="1316"/>
                    <a:pt x="2423" y="1316"/>
                  </a:cubicBezTo>
                  <a:cubicBezTo>
                    <a:pt x="2416" y="1316"/>
                    <a:pt x="2406" y="1316"/>
                    <a:pt x="2399" y="1316"/>
                  </a:cubicBezTo>
                  <a:cubicBezTo>
                    <a:pt x="2389" y="1312"/>
                    <a:pt x="2382" y="1316"/>
                    <a:pt x="2372" y="1316"/>
                  </a:cubicBezTo>
                  <a:cubicBezTo>
                    <a:pt x="2365" y="1316"/>
                    <a:pt x="2355" y="1306"/>
                    <a:pt x="2346" y="1316"/>
                  </a:cubicBezTo>
                  <a:cubicBezTo>
                    <a:pt x="2342" y="1316"/>
                    <a:pt x="2339" y="1316"/>
                    <a:pt x="2336" y="1316"/>
                  </a:cubicBezTo>
                  <a:cubicBezTo>
                    <a:pt x="2329" y="1316"/>
                    <a:pt x="2325" y="1316"/>
                    <a:pt x="2322" y="1316"/>
                  </a:cubicBezTo>
                  <a:cubicBezTo>
                    <a:pt x="2312" y="1316"/>
                    <a:pt x="2305" y="1316"/>
                    <a:pt x="2295" y="1316"/>
                  </a:cubicBezTo>
                  <a:cubicBezTo>
                    <a:pt x="2288" y="1316"/>
                    <a:pt x="2285" y="1312"/>
                    <a:pt x="2278" y="1309"/>
                  </a:cubicBezTo>
                  <a:cubicBezTo>
                    <a:pt x="2275" y="1312"/>
                    <a:pt x="2275" y="1312"/>
                    <a:pt x="2275" y="1312"/>
                  </a:cubicBezTo>
                  <a:cubicBezTo>
                    <a:pt x="2272" y="1309"/>
                    <a:pt x="2272" y="1309"/>
                    <a:pt x="2272" y="1309"/>
                  </a:cubicBezTo>
                  <a:cubicBezTo>
                    <a:pt x="2265" y="1312"/>
                    <a:pt x="2255" y="1316"/>
                    <a:pt x="2245" y="1319"/>
                  </a:cubicBezTo>
                  <a:lnTo>
                    <a:pt x="2245" y="1319"/>
                  </a:lnTo>
                  <a:cubicBezTo>
                    <a:pt x="2241" y="1316"/>
                    <a:pt x="2238" y="1316"/>
                    <a:pt x="2235" y="1316"/>
                  </a:cubicBezTo>
                  <a:lnTo>
                    <a:pt x="2231" y="1316"/>
                  </a:lnTo>
                  <a:cubicBezTo>
                    <a:pt x="2228" y="1319"/>
                    <a:pt x="2228" y="1319"/>
                    <a:pt x="2225" y="1319"/>
                  </a:cubicBezTo>
                  <a:cubicBezTo>
                    <a:pt x="2225" y="1319"/>
                    <a:pt x="2221" y="1316"/>
                    <a:pt x="2221" y="1312"/>
                  </a:cubicBezTo>
                  <a:cubicBezTo>
                    <a:pt x="2157" y="1316"/>
                    <a:pt x="2097" y="1306"/>
                    <a:pt x="2036" y="1316"/>
                  </a:cubicBezTo>
                  <a:cubicBezTo>
                    <a:pt x="2000" y="1326"/>
                    <a:pt x="1960" y="1312"/>
                    <a:pt x="1923" y="1326"/>
                  </a:cubicBezTo>
                  <a:cubicBezTo>
                    <a:pt x="1850" y="1326"/>
                    <a:pt x="1776" y="1326"/>
                    <a:pt x="1702" y="1336"/>
                  </a:cubicBezTo>
                  <a:cubicBezTo>
                    <a:pt x="1695" y="1332"/>
                    <a:pt x="1685" y="1332"/>
                    <a:pt x="1679" y="1336"/>
                  </a:cubicBezTo>
                  <a:cubicBezTo>
                    <a:pt x="1672" y="1336"/>
                    <a:pt x="1669" y="1336"/>
                    <a:pt x="1665" y="1336"/>
                  </a:cubicBezTo>
                  <a:cubicBezTo>
                    <a:pt x="1474" y="1336"/>
                    <a:pt x="1279" y="1332"/>
                    <a:pt x="1088" y="1342"/>
                  </a:cubicBezTo>
                  <a:cubicBezTo>
                    <a:pt x="1071" y="1342"/>
                    <a:pt x="1051" y="1342"/>
                    <a:pt x="1031" y="1346"/>
                  </a:cubicBezTo>
                  <a:cubicBezTo>
                    <a:pt x="1017" y="1342"/>
                    <a:pt x="1007" y="1342"/>
                    <a:pt x="994" y="1346"/>
                  </a:cubicBezTo>
                  <a:cubicBezTo>
                    <a:pt x="920" y="1346"/>
                    <a:pt x="846" y="1346"/>
                    <a:pt x="772" y="1346"/>
                  </a:cubicBezTo>
                  <a:cubicBezTo>
                    <a:pt x="772" y="1346"/>
                    <a:pt x="769" y="1346"/>
                    <a:pt x="766" y="1346"/>
                  </a:cubicBezTo>
                  <a:cubicBezTo>
                    <a:pt x="762" y="1349"/>
                    <a:pt x="762" y="1349"/>
                    <a:pt x="759" y="1353"/>
                  </a:cubicBezTo>
                  <a:cubicBezTo>
                    <a:pt x="719" y="1353"/>
                    <a:pt x="678" y="1353"/>
                    <a:pt x="638" y="1359"/>
                  </a:cubicBezTo>
                  <a:cubicBezTo>
                    <a:pt x="631" y="1359"/>
                    <a:pt x="625" y="1359"/>
                    <a:pt x="618" y="1363"/>
                  </a:cubicBezTo>
                  <a:lnTo>
                    <a:pt x="618" y="1363"/>
                  </a:lnTo>
                  <a:cubicBezTo>
                    <a:pt x="615" y="1363"/>
                    <a:pt x="611" y="1363"/>
                    <a:pt x="605" y="1363"/>
                  </a:cubicBezTo>
                  <a:cubicBezTo>
                    <a:pt x="574" y="1363"/>
                    <a:pt x="544" y="1359"/>
                    <a:pt x="514" y="1373"/>
                  </a:cubicBezTo>
                  <a:cubicBezTo>
                    <a:pt x="507" y="1373"/>
                    <a:pt x="497" y="1373"/>
                    <a:pt x="490" y="1373"/>
                  </a:cubicBezTo>
                  <a:cubicBezTo>
                    <a:pt x="467" y="1366"/>
                    <a:pt x="447" y="1373"/>
                    <a:pt x="426" y="1373"/>
                  </a:cubicBezTo>
                  <a:cubicBezTo>
                    <a:pt x="390" y="1373"/>
                    <a:pt x="349" y="1363"/>
                    <a:pt x="329" y="1396"/>
                  </a:cubicBezTo>
                  <a:cubicBezTo>
                    <a:pt x="326" y="1403"/>
                    <a:pt x="302" y="1399"/>
                    <a:pt x="286" y="1403"/>
                  </a:cubicBezTo>
                  <a:cubicBezTo>
                    <a:pt x="289" y="1430"/>
                    <a:pt x="323" y="1426"/>
                    <a:pt x="343" y="1430"/>
                  </a:cubicBezTo>
                  <a:cubicBezTo>
                    <a:pt x="443" y="1433"/>
                    <a:pt x="544" y="1426"/>
                    <a:pt x="641" y="1420"/>
                  </a:cubicBezTo>
                  <a:cubicBezTo>
                    <a:pt x="662" y="1420"/>
                    <a:pt x="685" y="1416"/>
                    <a:pt x="705" y="1416"/>
                  </a:cubicBezTo>
                  <a:cubicBezTo>
                    <a:pt x="766" y="1413"/>
                    <a:pt x="829" y="1413"/>
                    <a:pt x="890" y="1410"/>
                  </a:cubicBezTo>
                  <a:cubicBezTo>
                    <a:pt x="893" y="1413"/>
                    <a:pt x="896" y="1416"/>
                    <a:pt x="900" y="1416"/>
                  </a:cubicBezTo>
                  <a:cubicBezTo>
                    <a:pt x="960" y="1403"/>
                    <a:pt x="1021" y="1399"/>
                    <a:pt x="1084" y="1399"/>
                  </a:cubicBezTo>
                  <a:cubicBezTo>
                    <a:pt x="1158" y="1399"/>
                    <a:pt x="1229" y="1399"/>
                    <a:pt x="1302" y="1399"/>
                  </a:cubicBezTo>
                  <a:lnTo>
                    <a:pt x="1302" y="1399"/>
                  </a:lnTo>
                  <a:lnTo>
                    <a:pt x="1302" y="1399"/>
                  </a:lnTo>
                  <a:cubicBezTo>
                    <a:pt x="1370" y="1396"/>
                    <a:pt x="1437" y="1420"/>
                    <a:pt x="1504" y="1396"/>
                  </a:cubicBezTo>
                  <a:cubicBezTo>
                    <a:pt x="1605" y="1396"/>
                    <a:pt x="1705" y="1379"/>
                    <a:pt x="1806" y="1389"/>
                  </a:cubicBezTo>
                  <a:cubicBezTo>
                    <a:pt x="1846" y="1393"/>
                    <a:pt x="1890" y="1396"/>
                    <a:pt x="1930" y="1399"/>
                  </a:cubicBezTo>
                  <a:cubicBezTo>
                    <a:pt x="1920" y="1399"/>
                    <a:pt x="1907" y="1403"/>
                    <a:pt x="1897" y="1410"/>
                  </a:cubicBezTo>
                  <a:cubicBezTo>
                    <a:pt x="1880" y="1410"/>
                    <a:pt x="1866" y="1413"/>
                    <a:pt x="1850" y="1416"/>
                  </a:cubicBezTo>
                  <a:lnTo>
                    <a:pt x="1850" y="1416"/>
                  </a:lnTo>
                  <a:lnTo>
                    <a:pt x="1850" y="1416"/>
                  </a:lnTo>
                  <a:cubicBezTo>
                    <a:pt x="1816" y="1403"/>
                    <a:pt x="1776" y="1410"/>
                    <a:pt x="1739" y="1413"/>
                  </a:cubicBezTo>
                  <a:cubicBezTo>
                    <a:pt x="1662" y="1420"/>
                    <a:pt x="1588" y="1426"/>
                    <a:pt x="1511" y="1430"/>
                  </a:cubicBezTo>
                  <a:cubicBezTo>
                    <a:pt x="1501" y="1430"/>
                    <a:pt x="1491" y="1430"/>
                    <a:pt x="1484" y="1436"/>
                  </a:cubicBezTo>
                  <a:cubicBezTo>
                    <a:pt x="1477" y="1433"/>
                    <a:pt x="1474" y="1433"/>
                    <a:pt x="1470" y="1436"/>
                  </a:cubicBezTo>
                  <a:cubicBezTo>
                    <a:pt x="1390" y="1436"/>
                    <a:pt x="1309" y="1433"/>
                    <a:pt x="1229" y="1443"/>
                  </a:cubicBezTo>
                  <a:cubicBezTo>
                    <a:pt x="1222" y="1440"/>
                    <a:pt x="1209" y="1443"/>
                    <a:pt x="1198" y="1446"/>
                  </a:cubicBezTo>
                  <a:cubicBezTo>
                    <a:pt x="1091" y="1450"/>
                    <a:pt x="980" y="1453"/>
                    <a:pt x="873" y="1460"/>
                  </a:cubicBezTo>
                  <a:cubicBezTo>
                    <a:pt x="836" y="1463"/>
                    <a:pt x="799" y="1453"/>
                    <a:pt x="759" y="1463"/>
                  </a:cubicBezTo>
                  <a:lnTo>
                    <a:pt x="759" y="1463"/>
                  </a:lnTo>
                  <a:cubicBezTo>
                    <a:pt x="755" y="1460"/>
                    <a:pt x="752" y="1463"/>
                    <a:pt x="749" y="1463"/>
                  </a:cubicBezTo>
                  <a:cubicBezTo>
                    <a:pt x="722" y="1463"/>
                    <a:pt x="695" y="1463"/>
                    <a:pt x="672" y="1463"/>
                  </a:cubicBezTo>
                  <a:lnTo>
                    <a:pt x="672" y="1463"/>
                  </a:lnTo>
                  <a:lnTo>
                    <a:pt x="672" y="1463"/>
                  </a:lnTo>
                  <a:cubicBezTo>
                    <a:pt x="665" y="1463"/>
                    <a:pt x="662" y="1463"/>
                    <a:pt x="658" y="1467"/>
                  </a:cubicBezTo>
                  <a:cubicBezTo>
                    <a:pt x="645" y="1467"/>
                    <a:pt x="635" y="1467"/>
                    <a:pt x="621" y="1467"/>
                  </a:cubicBezTo>
                  <a:cubicBezTo>
                    <a:pt x="618" y="1463"/>
                    <a:pt x="615" y="1460"/>
                    <a:pt x="611" y="1457"/>
                  </a:cubicBezTo>
                  <a:cubicBezTo>
                    <a:pt x="547" y="1453"/>
                    <a:pt x="483" y="1446"/>
                    <a:pt x="423" y="1470"/>
                  </a:cubicBezTo>
                  <a:cubicBezTo>
                    <a:pt x="420" y="1470"/>
                    <a:pt x="420" y="1474"/>
                    <a:pt x="416" y="1474"/>
                  </a:cubicBezTo>
                  <a:cubicBezTo>
                    <a:pt x="400" y="1474"/>
                    <a:pt x="380" y="1474"/>
                    <a:pt x="359" y="1474"/>
                  </a:cubicBezTo>
                  <a:lnTo>
                    <a:pt x="359" y="1474"/>
                  </a:lnTo>
                  <a:lnTo>
                    <a:pt x="359" y="1474"/>
                  </a:lnTo>
                  <a:cubicBezTo>
                    <a:pt x="326" y="1477"/>
                    <a:pt x="292" y="1480"/>
                    <a:pt x="259" y="1484"/>
                  </a:cubicBezTo>
                  <a:cubicBezTo>
                    <a:pt x="242" y="1500"/>
                    <a:pt x="212" y="1484"/>
                    <a:pt x="195" y="1500"/>
                  </a:cubicBezTo>
                  <a:cubicBezTo>
                    <a:pt x="202" y="1503"/>
                    <a:pt x="212" y="1507"/>
                    <a:pt x="219" y="1510"/>
                  </a:cubicBezTo>
                  <a:lnTo>
                    <a:pt x="219" y="1510"/>
                  </a:lnTo>
                  <a:cubicBezTo>
                    <a:pt x="229" y="1503"/>
                    <a:pt x="235" y="1503"/>
                    <a:pt x="245" y="1510"/>
                  </a:cubicBezTo>
                  <a:lnTo>
                    <a:pt x="245" y="1510"/>
                  </a:lnTo>
                  <a:cubicBezTo>
                    <a:pt x="276" y="1507"/>
                    <a:pt x="302" y="1503"/>
                    <a:pt x="333" y="1500"/>
                  </a:cubicBezTo>
                  <a:cubicBezTo>
                    <a:pt x="336" y="1503"/>
                    <a:pt x="339" y="1503"/>
                    <a:pt x="346" y="1503"/>
                  </a:cubicBezTo>
                  <a:cubicBezTo>
                    <a:pt x="349" y="1503"/>
                    <a:pt x="349" y="1500"/>
                    <a:pt x="353" y="1500"/>
                  </a:cubicBezTo>
                  <a:cubicBezTo>
                    <a:pt x="356" y="1500"/>
                    <a:pt x="359" y="1500"/>
                    <a:pt x="359" y="1500"/>
                  </a:cubicBezTo>
                  <a:cubicBezTo>
                    <a:pt x="363" y="1497"/>
                    <a:pt x="363" y="1497"/>
                    <a:pt x="366" y="1493"/>
                  </a:cubicBezTo>
                  <a:lnTo>
                    <a:pt x="366" y="1493"/>
                  </a:lnTo>
                  <a:cubicBezTo>
                    <a:pt x="386" y="1497"/>
                    <a:pt x="406" y="1497"/>
                    <a:pt x="426" y="1500"/>
                  </a:cubicBezTo>
                  <a:cubicBezTo>
                    <a:pt x="426" y="1500"/>
                    <a:pt x="430" y="1500"/>
                    <a:pt x="430" y="1497"/>
                  </a:cubicBezTo>
                  <a:cubicBezTo>
                    <a:pt x="433" y="1500"/>
                    <a:pt x="437" y="1500"/>
                    <a:pt x="440" y="1500"/>
                  </a:cubicBezTo>
                  <a:cubicBezTo>
                    <a:pt x="490" y="1493"/>
                    <a:pt x="544" y="1503"/>
                    <a:pt x="591" y="1490"/>
                  </a:cubicBezTo>
                  <a:cubicBezTo>
                    <a:pt x="598" y="1487"/>
                    <a:pt x="601" y="1487"/>
                    <a:pt x="605" y="1484"/>
                  </a:cubicBezTo>
                  <a:lnTo>
                    <a:pt x="605" y="1484"/>
                  </a:lnTo>
                  <a:cubicBezTo>
                    <a:pt x="608" y="1487"/>
                    <a:pt x="615" y="1490"/>
                    <a:pt x="618" y="1490"/>
                  </a:cubicBezTo>
                  <a:cubicBezTo>
                    <a:pt x="638" y="1487"/>
                    <a:pt x="658" y="1493"/>
                    <a:pt x="675" y="1484"/>
                  </a:cubicBezTo>
                  <a:lnTo>
                    <a:pt x="675" y="1484"/>
                  </a:lnTo>
                  <a:cubicBezTo>
                    <a:pt x="678" y="1484"/>
                    <a:pt x="678" y="1484"/>
                    <a:pt x="678" y="1484"/>
                  </a:cubicBezTo>
                  <a:lnTo>
                    <a:pt x="678" y="1484"/>
                  </a:lnTo>
                  <a:cubicBezTo>
                    <a:pt x="685" y="1487"/>
                    <a:pt x="692" y="1490"/>
                    <a:pt x="698" y="1484"/>
                  </a:cubicBezTo>
                  <a:cubicBezTo>
                    <a:pt x="705" y="1484"/>
                    <a:pt x="712" y="1484"/>
                    <a:pt x="722" y="1484"/>
                  </a:cubicBezTo>
                  <a:cubicBezTo>
                    <a:pt x="722" y="1487"/>
                    <a:pt x="722" y="1490"/>
                    <a:pt x="725" y="1490"/>
                  </a:cubicBezTo>
                  <a:cubicBezTo>
                    <a:pt x="725" y="1490"/>
                    <a:pt x="729" y="1490"/>
                    <a:pt x="732" y="1490"/>
                  </a:cubicBezTo>
                  <a:cubicBezTo>
                    <a:pt x="732" y="1487"/>
                    <a:pt x="735" y="1487"/>
                    <a:pt x="735" y="1484"/>
                  </a:cubicBezTo>
                  <a:lnTo>
                    <a:pt x="732" y="1480"/>
                  </a:lnTo>
                  <a:lnTo>
                    <a:pt x="732" y="1480"/>
                  </a:lnTo>
                  <a:cubicBezTo>
                    <a:pt x="735" y="1484"/>
                    <a:pt x="735" y="1484"/>
                    <a:pt x="735" y="1484"/>
                  </a:cubicBezTo>
                  <a:cubicBezTo>
                    <a:pt x="759" y="1484"/>
                    <a:pt x="779" y="1484"/>
                    <a:pt x="799" y="1484"/>
                  </a:cubicBezTo>
                  <a:lnTo>
                    <a:pt x="799" y="1480"/>
                  </a:lnTo>
                  <a:cubicBezTo>
                    <a:pt x="799" y="1484"/>
                    <a:pt x="799" y="1484"/>
                    <a:pt x="799" y="1484"/>
                  </a:cubicBezTo>
                  <a:cubicBezTo>
                    <a:pt x="933" y="1484"/>
                    <a:pt x="1068" y="1484"/>
                    <a:pt x="1198" y="1467"/>
                  </a:cubicBezTo>
                  <a:cubicBezTo>
                    <a:pt x="1289" y="1467"/>
                    <a:pt x="1380" y="1467"/>
                    <a:pt x="1470" y="1453"/>
                  </a:cubicBezTo>
                  <a:cubicBezTo>
                    <a:pt x="1537" y="1457"/>
                    <a:pt x="1605" y="1450"/>
                    <a:pt x="1672" y="1443"/>
                  </a:cubicBezTo>
                  <a:cubicBezTo>
                    <a:pt x="1719" y="1440"/>
                    <a:pt x="1762" y="1440"/>
                    <a:pt x="1806" y="1436"/>
                  </a:cubicBezTo>
                  <a:cubicBezTo>
                    <a:pt x="1873" y="1436"/>
                    <a:pt x="1944" y="1436"/>
                    <a:pt x="2010" y="1436"/>
                  </a:cubicBezTo>
                  <a:cubicBezTo>
                    <a:pt x="2064" y="1426"/>
                    <a:pt x="2114" y="1433"/>
                    <a:pt x="2168" y="1426"/>
                  </a:cubicBezTo>
                  <a:lnTo>
                    <a:pt x="2168" y="1426"/>
                  </a:lnTo>
                  <a:lnTo>
                    <a:pt x="2168" y="1426"/>
                  </a:lnTo>
                  <a:cubicBezTo>
                    <a:pt x="2191" y="1430"/>
                    <a:pt x="2218" y="1430"/>
                    <a:pt x="2245" y="1426"/>
                  </a:cubicBezTo>
                  <a:cubicBezTo>
                    <a:pt x="2332" y="1426"/>
                    <a:pt x="2419" y="1430"/>
                    <a:pt x="2507" y="1420"/>
                  </a:cubicBezTo>
                  <a:cubicBezTo>
                    <a:pt x="2510" y="1420"/>
                    <a:pt x="2510" y="1420"/>
                    <a:pt x="2510" y="1420"/>
                  </a:cubicBezTo>
                  <a:lnTo>
                    <a:pt x="2510" y="1420"/>
                  </a:lnTo>
                  <a:cubicBezTo>
                    <a:pt x="2533" y="1426"/>
                    <a:pt x="2557" y="1430"/>
                    <a:pt x="2580" y="1420"/>
                  </a:cubicBezTo>
                  <a:lnTo>
                    <a:pt x="2580" y="1420"/>
                  </a:lnTo>
                  <a:lnTo>
                    <a:pt x="2580" y="1420"/>
                  </a:lnTo>
                  <a:lnTo>
                    <a:pt x="2580" y="1420"/>
                  </a:lnTo>
                  <a:lnTo>
                    <a:pt x="2580" y="1420"/>
                  </a:lnTo>
                  <a:cubicBezTo>
                    <a:pt x="2584" y="1420"/>
                    <a:pt x="2587" y="1420"/>
                    <a:pt x="2590" y="1420"/>
                  </a:cubicBezTo>
                  <a:cubicBezTo>
                    <a:pt x="2600" y="1426"/>
                    <a:pt x="2611" y="1426"/>
                    <a:pt x="2621" y="1420"/>
                  </a:cubicBezTo>
                  <a:cubicBezTo>
                    <a:pt x="2631" y="1420"/>
                    <a:pt x="2637" y="1420"/>
                    <a:pt x="2644" y="1416"/>
                  </a:cubicBezTo>
                  <a:cubicBezTo>
                    <a:pt x="2647" y="1416"/>
                    <a:pt x="2651" y="1416"/>
                    <a:pt x="2658" y="1416"/>
                  </a:cubicBezTo>
                  <a:cubicBezTo>
                    <a:pt x="2661" y="1416"/>
                    <a:pt x="2664" y="1416"/>
                    <a:pt x="2671" y="1416"/>
                  </a:cubicBezTo>
                  <a:cubicBezTo>
                    <a:pt x="2735" y="1416"/>
                    <a:pt x="2799" y="1416"/>
                    <a:pt x="2862" y="1416"/>
                  </a:cubicBezTo>
                  <a:cubicBezTo>
                    <a:pt x="2909" y="1423"/>
                    <a:pt x="2956" y="1413"/>
                    <a:pt x="3000" y="1416"/>
                  </a:cubicBezTo>
                  <a:cubicBezTo>
                    <a:pt x="3003" y="1413"/>
                    <a:pt x="3007" y="1413"/>
                    <a:pt x="3010" y="1410"/>
                  </a:cubicBezTo>
                  <a:lnTo>
                    <a:pt x="3010" y="1410"/>
                  </a:lnTo>
                  <a:cubicBezTo>
                    <a:pt x="3013" y="1413"/>
                    <a:pt x="3017" y="1413"/>
                    <a:pt x="3017" y="1410"/>
                  </a:cubicBezTo>
                  <a:lnTo>
                    <a:pt x="3017" y="1410"/>
                  </a:lnTo>
                  <a:cubicBezTo>
                    <a:pt x="3027" y="1410"/>
                    <a:pt x="3033" y="1410"/>
                    <a:pt x="3043" y="1410"/>
                  </a:cubicBezTo>
                  <a:lnTo>
                    <a:pt x="3043" y="1410"/>
                  </a:lnTo>
                  <a:cubicBezTo>
                    <a:pt x="3121" y="1416"/>
                    <a:pt x="3198" y="1410"/>
                    <a:pt x="3275" y="1410"/>
                  </a:cubicBezTo>
                  <a:cubicBezTo>
                    <a:pt x="3342" y="1406"/>
                    <a:pt x="3409" y="1413"/>
                    <a:pt x="3477" y="1399"/>
                  </a:cubicBezTo>
                  <a:cubicBezTo>
                    <a:pt x="3483" y="1403"/>
                    <a:pt x="3493" y="1403"/>
                    <a:pt x="3500" y="1403"/>
                  </a:cubicBezTo>
                  <a:lnTo>
                    <a:pt x="3500" y="1403"/>
                  </a:lnTo>
                  <a:cubicBezTo>
                    <a:pt x="3504" y="1403"/>
                    <a:pt x="3507" y="1406"/>
                    <a:pt x="3510" y="1406"/>
                  </a:cubicBezTo>
                  <a:cubicBezTo>
                    <a:pt x="3527" y="1403"/>
                    <a:pt x="3547" y="1410"/>
                    <a:pt x="3564" y="1399"/>
                  </a:cubicBezTo>
                  <a:cubicBezTo>
                    <a:pt x="3567" y="1399"/>
                    <a:pt x="3567" y="1399"/>
                    <a:pt x="3567" y="1399"/>
                  </a:cubicBezTo>
                  <a:lnTo>
                    <a:pt x="3567" y="1399"/>
                  </a:lnTo>
                  <a:cubicBezTo>
                    <a:pt x="3574" y="1406"/>
                    <a:pt x="3584" y="1406"/>
                    <a:pt x="3591" y="1399"/>
                  </a:cubicBezTo>
                  <a:cubicBezTo>
                    <a:pt x="3624" y="1399"/>
                    <a:pt x="3658" y="1399"/>
                    <a:pt x="3688" y="1399"/>
                  </a:cubicBezTo>
                  <a:cubicBezTo>
                    <a:pt x="3765" y="1399"/>
                    <a:pt x="3843" y="1403"/>
                    <a:pt x="3923" y="1399"/>
                  </a:cubicBezTo>
                  <a:lnTo>
                    <a:pt x="3923" y="1399"/>
                  </a:lnTo>
                  <a:lnTo>
                    <a:pt x="3923" y="1399"/>
                  </a:lnTo>
                  <a:cubicBezTo>
                    <a:pt x="3967" y="1396"/>
                    <a:pt x="4010" y="1403"/>
                    <a:pt x="4054" y="1393"/>
                  </a:cubicBezTo>
                  <a:cubicBezTo>
                    <a:pt x="4061" y="1393"/>
                    <a:pt x="4064" y="1393"/>
                    <a:pt x="4071" y="1393"/>
                  </a:cubicBezTo>
                  <a:lnTo>
                    <a:pt x="4071" y="1393"/>
                  </a:lnTo>
                  <a:cubicBezTo>
                    <a:pt x="4084" y="1396"/>
                    <a:pt x="4101" y="1399"/>
                    <a:pt x="4114" y="1403"/>
                  </a:cubicBezTo>
                  <a:cubicBezTo>
                    <a:pt x="4118" y="1399"/>
                    <a:pt x="4125" y="1399"/>
                    <a:pt x="4128" y="1399"/>
                  </a:cubicBezTo>
                  <a:cubicBezTo>
                    <a:pt x="4138" y="1399"/>
                    <a:pt x="4144" y="1403"/>
                    <a:pt x="4154" y="1403"/>
                  </a:cubicBezTo>
                  <a:cubicBezTo>
                    <a:pt x="4165" y="1403"/>
                    <a:pt x="4178" y="1403"/>
                    <a:pt x="4188" y="1399"/>
                  </a:cubicBezTo>
                  <a:cubicBezTo>
                    <a:pt x="4185" y="1403"/>
                    <a:pt x="4185" y="1403"/>
                    <a:pt x="4182" y="1406"/>
                  </a:cubicBezTo>
                  <a:cubicBezTo>
                    <a:pt x="4178" y="1406"/>
                    <a:pt x="4178" y="1410"/>
                    <a:pt x="4175" y="1413"/>
                  </a:cubicBezTo>
                  <a:cubicBezTo>
                    <a:pt x="4171" y="1413"/>
                    <a:pt x="4168" y="1416"/>
                    <a:pt x="4168" y="1420"/>
                  </a:cubicBezTo>
                  <a:cubicBezTo>
                    <a:pt x="4161" y="1426"/>
                    <a:pt x="4158" y="1433"/>
                    <a:pt x="4151" y="1436"/>
                  </a:cubicBezTo>
                  <a:cubicBezTo>
                    <a:pt x="4131" y="1453"/>
                    <a:pt x="4118" y="1477"/>
                    <a:pt x="4114" y="1500"/>
                  </a:cubicBezTo>
                  <a:cubicBezTo>
                    <a:pt x="4111" y="1480"/>
                    <a:pt x="4118" y="1463"/>
                    <a:pt x="4125" y="1446"/>
                  </a:cubicBezTo>
                  <a:cubicBezTo>
                    <a:pt x="4128" y="1433"/>
                    <a:pt x="4141" y="1416"/>
                    <a:pt x="4114" y="1406"/>
                  </a:cubicBezTo>
                  <a:cubicBezTo>
                    <a:pt x="4111" y="1426"/>
                    <a:pt x="4087" y="1426"/>
                    <a:pt x="4074" y="1433"/>
                  </a:cubicBezTo>
                  <a:lnTo>
                    <a:pt x="4074" y="1433"/>
                  </a:lnTo>
                  <a:cubicBezTo>
                    <a:pt x="4024" y="1436"/>
                    <a:pt x="3973" y="1433"/>
                    <a:pt x="3920" y="1436"/>
                  </a:cubicBezTo>
                  <a:cubicBezTo>
                    <a:pt x="3869" y="1436"/>
                    <a:pt x="3819" y="1433"/>
                    <a:pt x="3768" y="1440"/>
                  </a:cubicBezTo>
                  <a:lnTo>
                    <a:pt x="3768" y="1440"/>
                  </a:lnTo>
                  <a:lnTo>
                    <a:pt x="3768" y="1440"/>
                  </a:lnTo>
                  <a:cubicBezTo>
                    <a:pt x="3745" y="1436"/>
                    <a:pt x="3725" y="1436"/>
                    <a:pt x="3701" y="1436"/>
                  </a:cubicBezTo>
                  <a:lnTo>
                    <a:pt x="3701" y="1436"/>
                  </a:lnTo>
                  <a:lnTo>
                    <a:pt x="3701" y="1436"/>
                  </a:lnTo>
                  <a:cubicBezTo>
                    <a:pt x="3685" y="1436"/>
                    <a:pt x="3668" y="1436"/>
                    <a:pt x="3651" y="1436"/>
                  </a:cubicBezTo>
                  <a:cubicBezTo>
                    <a:pt x="3654" y="1443"/>
                    <a:pt x="3658" y="1450"/>
                    <a:pt x="3665" y="1453"/>
                  </a:cubicBezTo>
                  <a:cubicBezTo>
                    <a:pt x="3675" y="1460"/>
                    <a:pt x="3688" y="1463"/>
                    <a:pt x="3698" y="1457"/>
                  </a:cubicBezTo>
                  <a:cubicBezTo>
                    <a:pt x="3705" y="1460"/>
                    <a:pt x="3708" y="1460"/>
                    <a:pt x="3715" y="1460"/>
                  </a:cubicBezTo>
                  <a:cubicBezTo>
                    <a:pt x="3725" y="1457"/>
                    <a:pt x="3732" y="1453"/>
                    <a:pt x="3742" y="1460"/>
                  </a:cubicBezTo>
                  <a:cubicBezTo>
                    <a:pt x="3745" y="1460"/>
                    <a:pt x="3752" y="1460"/>
                    <a:pt x="3755" y="1457"/>
                  </a:cubicBezTo>
                  <a:cubicBezTo>
                    <a:pt x="3762" y="1453"/>
                    <a:pt x="3765" y="1450"/>
                    <a:pt x="3765" y="1446"/>
                  </a:cubicBezTo>
                  <a:cubicBezTo>
                    <a:pt x="3768" y="1450"/>
                    <a:pt x="3768" y="1450"/>
                    <a:pt x="3772" y="1450"/>
                  </a:cubicBezTo>
                  <a:cubicBezTo>
                    <a:pt x="3819" y="1460"/>
                    <a:pt x="3869" y="1463"/>
                    <a:pt x="3916" y="1450"/>
                  </a:cubicBezTo>
                  <a:cubicBezTo>
                    <a:pt x="3920" y="1450"/>
                    <a:pt x="3920" y="1446"/>
                    <a:pt x="3923" y="1446"/>
                  </a:cubicBezTo>
                  <a:cubicBezTo>
                    <a:pt x="3973" y="1463"/>
                    <a:pt x="4020" y="1467"/>
                    <a:pt x="4071" y="1446"/>
                  </a:cubicBezTo>
                  <a:cubicBezTo>
                    <a:pt x="4071" y="1450"/>
                    <a:pt x="4071" y="1450"/>
                    <a:pt x="4071" y="1453"/>
                  </a:cubicBezTo>
                  <a:cubicBezTo>
                    <a:pt x="4067" y="1457"/>
                    <a:pt x="4064" y="1460"/>
                    <a:pt x="4057" y="1463"/>
                  </a:cubicBezTo>
                  <a:cubicBezTo>
                    <a:pt x="4054" y="1463"/>
                    <a:pt x="4050" y="1467"/>
                    <a:pt x="4047" y="1470"/>
                  </a:cubicBezTo>
                  <a:cubicBezTo>
                    <a:pt x="4027" y="1460"/>
                    <a:pt x="4004" y="1460"/>
                    <a:pt x="3977" y="1460"/>
                  </a:cubicBezTo>
                  <a:cubicBezTo>
                    <a:pt x="3893" y="1460"/>
                    <a:pt x="3809" y="1460"/>
                    <a:pt x="3725" y="1463"/>
                  </a:cubicBezTo>
                  <a:cubicBezTo>
                    <a:pt x="3711" y="1460"/>
                    <a:pt x="3701" y="1457"/>
                    <a:pt x="3691" y="1467"/>
                  </a:cubicBezTo>
                  <a:lnTo>
                    <a:pt x="3688" y="1470"/>
                  </a:lnTo>
                  <a:lnTo>
                    <a:pt x="3688" y="1470"/>
                  </a:lnTo>
                  <a:cubicBezTo>
                    <a:pt x="3654" y="1474"/>
                    <a:pt x="3624" y="1474"/>
                    <a:pt x="3591" y="1474"/>
                  </a:cubicBezTo>
                  <a:cubicBezTo>
                    <a:pt x="3577" y="1470"/>
                    <a:pt x="3564" y="1470"/>
                    <a:pt x="3550" y="1467"/>
                  </a:cubicBezTo>
                  <a:cubicBezTo>
                    <a:pt x="3544" y="1467"/>
                    <a:pt x="3537" y="1463"/>
                    <a:pt x="3530" y="1463"/>
                  </a:cubicBezTo>
                  <a:cubicBezTo>
                    <a:pt x="3517" y="1463"/>
                    <a:pt x="3507" y="1463"/>
                    <a:pt x="3493" y="1463"/>
                  </a:cubicBezTo>
                  <a:cubicBezTo>
                    <a:pt x="3487" y="1460"/>
                    <a:pt x="3480" y="1460"/>
                    <a:pt x="3473" y="1460"/>
                  </a:cubicBezTo>
                  <a:cubicBezTo>
                    <a:pt x="3450" y="1460"/>
                    <a:pt x="3426" y="1463"/>
                    <a:pt x="3406" y="1474"/>
                  </a:cubicBezTo>
                  <a:cubicBezTo>
                    <a:pt x="3403" y="1474"/>
                    <a:pt x="3396" y="1474"/>
                    <a:pt x="3393" y="1474"/>
                  </a:cubicBezTo>
                  <a:cubicBezTo>
                    <a:pt x="3383" y="1480"/>
                    <a:pt x="3376" y="1474"/>
                    <a:pt x="3366" y="1474"/>
                  </a:cubicBezTo>
                  <a:cubicBezTo>
                    <a:pt x="3362" y="1474"/>
                    <a:pt x="3359" y="1474"/>
                    <a:pt x="3352" y="1474"/>
                  </a:cubicBezTo>
                  <a:cubicBezTo>
                    <a:pt x="3346" y="1477"/>
                    <a:pt x="3336" y="1477"/>
                    <a:pt x="3325" y="1480"/>
                  </a:cubicBezTo>
                  <a:cubicBezTo>
                    <a:pt x="3329" y="1484"/>
                    <a:pt x="3329" y="1484"/>
                    <a:pt x="3329" y="1484"/>
                  </a:cubicBezTo>
                  <a:cubicBezTo>
                    <a:pt x="3329" y="1487"/>
                    <a:pt x="3329" y="1487"/>
                    <a:pt x="3329" y="1490"/>
                  </a:cubicBezTo>
                  <a:cubicBezTo>
                    <a:pt x="3379" y="1490"/>
                    <a:pt x="3429" y="1490"/>
                    <a:pt x="3480" y="1490"/>
                  </a:cubicBezTo>
                  <a:cubicBezTo>
                    <a:pt x="3487" y="1487"/>
                    <a:pt x="3493" y="1487"/>
                    <a:pt x="3497" y="1490"/>
                  </a:cubicBezTo>
                  <a:cubicBezTo>
                    <a:pt x="3534" y="1490"/>
                    <a:pt x="3574" y="1490"/>
                    <a:pt x="3611" y="1490"/>
                  </a:cubicBezTo>
                  <a:cubicBezTo>
                    <a:pt x="3614" y="1490"/>
                    <a:pt x="3614" y="1487"/>
                    <a:pt x="3614" y="1484"/>
                  </a:cubicBezTo>
                  <a:cubicBezTo>
                    <a:pt x="3638" y="1484"/>
                    <a:pt x="3665" y="1484"/>
                    <a:pt x="3688" y="1484"/>
                  </a:cubicBezTo>
                  <a:cubicBezTo>
                    <a:pt x="3688" y="1484"/>
                    <a:pt x="3691" y="1484"/>
                    <a:pt x="3691" y="1487"/>
                  </a:cubicBezTo>
                  <a:cubicBezTo>
                    <a:pt x="3748" y="1490"/>
                    <a:pt x="3806" y="1480"/>
                    <a:pt x="3863" y="1490"/>
                  </a:cubicBezTo>
                  <a:lnTo>
                    <a:pt x="3863" y="1490"/>
                  </a:lnTo>
                  <a:cubicBezTo>
                    <a:pt x="3873" y="1490"/>
                    <a:pt x="3879" y="1487"/>
                    <a:pt x="3889" y="1490"/>
                  </a:cubicBezTo>
                  <a:cubicBezTo>
                    <a:pt x="3920" y="1490"/>
                    <a:pt x="3950" y="1490"/>
                    <a:pt x="3980" y="1490"/>
                  </a:cubicBezTo>
                  <a:cubicBezTo>
                    <a:pt x="4000" y="1480"/>
                    <a:pt x="4027" y="1487"/>
                    <a:pt x="4047" y="1484"/>
                  </a:cubicBezTo>
                  <a:lnTo>
                    <a:pt x="4047" y="1484"/>
                  </a:lnTo>
                  <a:cubicBezTo>
                    <a:pt x="4054" y="1487"/>
                    <a:pt x="4061" y="1487"/>
                    <a:pt x="4067" y="1487"/>
                  </a:cubicBezTo>
                  <a:cubicBezTo>
                    <a:pt x="4074" y="1487"/>
                    <a:pt x="4077" y="1487"/>
                    <a:pt x="4081" y="1487"/>
                  </a:cubicBezTo>
                  <a:cubicBezTo>
                    <a:pt x="4071" y="1510"/>
                    <a:pt x="4091" y="1534"/>
                    <a:pt x="4074" y="1554"/>
                  </a:cubicBezTo>
                  <a:lnTo>
                    <a:pt x="4074" y="1554"/>
                  </a:lnTo>
                  <a:lnTo>
                    <a:pt x="4074" y="1554"/>
                  </a:lnTo>
                  <a:cubicBezTo>
                    <a:pt x="4054" y="1557"/>
                    <a:pt x="4030" y="1554"/>
                    <a:pt x="4014" y="1564"/>
                  </a:cubicBezTo>
                  <a:lnTo>
                    <a:pt x="4014" y="1564"/>
                  </a:lnTo>
                  <a:lnTo>
                    <a:pt x="4014" y="1564"/>
                  </a:lnTo>
                  <a:cubicBezTo>
                    <a:pt x="3997" y="1554"/>
                    <a:pt x="3983" y="1554"/>
                    <a:pt x="3970" y="1564"/>
                  </a:cubicBezTo>
                  <a:cubicBezTo>
                    <a:pt x="3950" y="1557"/>
                    <a:pt x="3930" y="1554"/>
                    <a:pt x="3910" y="1561"/>
                  </a:cubicBezTo>
                  <a:cubicBezTo>
                    <a:pt x="3879" y="1557"/>
                    <a:pt x="3849" y="1557"/>
                    <a:pt x="3819" y="1557"/>
                  </a:cubicBezTo>
                  <a:lnTo>
                    <a:pt x="3819" y="1557"/>
                  </a:lnTo>
                  <a:lnTo>
                    <a:pt x="3819" y="1557"/>
                  </a:lnTo>
                  <a:cubicBezTo>
                    <a:pt x="3792" y="1557"/>
                    <a:pt x="3765" y="1557"/>
                    <a:pt x="3742" y="1557"/>
                  </a:cubicBezTo>
                  <a:cubicBezTo>
                    <a:pt x="3725" y="1554"/>
                    <a:pt x="3705" y="1554"/>
                    <a:pt x="3691" y="1557"/>
                  </a:cubicBezTo>
                  <a:cubicBezTo>
                    <a:pt x="3638" y="1551"/>
                    <a:pt x="3587" y="1554"/>
                    <a:pt x="3534" y="1557"/>
                  </a:cubicBezTo>
                  <a:cubicBezTo>
                    <a:pt x="3527" y="1557"/>
                    <a:pt x="3517" y="1557"/>
                    <a:pt x="3510" y="1557"/>
                  </a:cubicBezTo>
                  <a:cubicBezTo>
                    <a:pt x="3497" y="1557"/>
                    <a:pt x="3483" y="1557"/>
                    <a:pt x="3470" y="1557"/>
                  </a:cubicBezTo>
                  <a:lnTo>
                    <a:pt x="3470" y="1557"/>
                  </a:lnTo>
                  <a:cubicBezTo>
                    <a:pt x="3453" y="1557"/>
                    <a:pt x="3436" y="1557"/>
                    <a:pt x="3416" y="1554"/>
                  </a:cubicBezTo>
                  <a:cubicBezTo>
                    <a:pt x="3413" y="1557"/>
                    <a:pt x="3409" y="1557"/>
                    <a:pt x="3406" y="1557"/>
                  </a:cubicBezTo>
                  <a:cubicBezTo>
                    <a:pt x="3419" y="1581"/>
                    <a:pt x="3419" y="1581"/>
                    <a:pt x="3467" y="1567"/>
                  </a:cubicBezTo>
                  <a:lnTo>
                    <a:pt x="3467" y="1567"/>
                  </a:lnTo>
                  <a:lnTo>
                    <a:pt x="3467" y="1567"/>
                  </a:lnTo>
                  <a:lnTo>
                    <a:pt x="3467" y="1567"/>
                  </a:lnTo>
                  <a:lnTo>
                    <a:pt x="3470" y="1567"/>
                  </a:lnTo>
                  <a:cubicBezTo>
                    <a:pt x="3470" y="1571"/>
                    <a:pt x="3477" y="1574"/>
                    <a:pt x="3483" y="1574"/>
                  </a:cubicBezTo>
                  <a:cubicBezTo>
                    <a:pt x="3477" y="1571"/>
                    <a:pt x="3473" y="1567"/>
                    <a:pt x="3470" y="1567"/>
                  </a:cubicBezTo>
                  <a:lnTo>
                    <a:pt x="3470" y="1567"/>
                  </a:lnTo>
                  <a:cubicBezTo>
                    <a:pt x="3473" y="1567"/>
                    <a:pt x="3477" y="1571"/>
                    <a:pt x="3483" y="1574"/>
                  </a:cubicBezTo>
                  <a:cubicBezTo>
                    <a:pt x="3507" y="1574"/>
                    <a:pt x="3534" y="1574"/>
                    <a:pt x="3561" y="1574"/>
                  </a:cubicBezTo>
                  <a:cubicBezTo>
                    <a:pt x="3611" y="1598"/>
                    <a:pt x="3661" y="1588"/>
                    <a:pt x="3715" y="1574"/>
                  </a:cubicBezTo>
                  <a:cubicBezTo>
                    <a:pt x="3728" y="1578"/>
                    <a:pt x="3742" y="1578"/>
                    <a:pt x="3755" y="1578"/>
                  </a:cubicBezTo>
                  <a:cubicBezTo>
                    <a:pt x="3758" y="1578"/>
                    <a:pt x="3762" y="1578"/>
                    <a:pt x="3765" y="1578"/>
                  </a:cubicBezTo>
                  <a:cubicBezTo>
                    <a:pt x="3782" y="1574"/>
                    <a:pt x="3799" y="1571"/>
                    <a:pt x="3816" y="1567"/>
                  </a:cubicBezTo>
                  <a:cubicBezTo>
                    <a:pt x="3832" y="1581"/>
                    <a:pt x="3853" y="1574"/>
                    <a:pt x="3869" y="1578"/>
                  </a:cubicBezTo>
                  <a:cubicBezTo>
                    <a:pt x="3883" y="1574"/>
                    <a:pt x="3896" y="1574"/>
                    <a:pt x="3910" y="1574"/>
                  </a:cubicBezTo>
                  <a:lnTo>
                    <a:pt x="3910" y="1574"/>
                  </a:lnTo>
                  <a:cubicBezTo>
                    <a:pt x="3943" y="1578"/>
                    <a:pt x="3977" y="1578"/>
                    <a:pt x="4010" y="1574"/>
                  </a:cubicBezTo>
                  <a:lnTo>
                    <a:pt x="4010" y="1574"/>
                  </a:lnTo>
                  <a:lnTo>
                    <a:pt x="4010" y="1574"/>
                  </a:lnTo>
                  <a:cubicBezTo>
                    <a:pt x="4024" y="1574"/>
                    <a:pt x="4037" y="1574"/>
                    <a:pt x="4050" y="1574"/>
                  </a:cubicBezTo>
                  <a:lnTo>
                    <a:pt x="4050" y="1574"/>
                  </a:lnTo>
                  <a:cubicBezTo>
                    <a:pt x="4057" y="1574"/>
                    <a:pt x="4067" y="1574"/>
                    <a:pt x="4074" y="1574"/>
                  </a:cubicBezTo>
                  <a:lnTo>
                    <a:pt x="4074" y="1574"/>
                  </a:lnTo>
                  <a:cubicBezTo>
                    <a:pt x="4077" y="1578"/>
                    <a:pt x="4084" y="1581"/>
                    <a:pt x="4087" y="1584"/>
                  </a:cubicBezTo>
                  <a:cubicBezTo>
                    <a:pt x="4094" y="1598"/>
                    <a:pt x="4104" y="1611"/>
                    <a:pt x="4111" y="1624"/>
                  </a:cubicBezTo>
                  <a:lnTo>
                    <a:pt x="4111" y="1624"/>
                  </a:lnTo>
                  <a:cubicBezTo>
                    <a:pt x="4111" y="1635"/>
                    <a:pt x="4128" y="1645"/>
                    <a:pt x="4111" y="1658"/>
                  </a:cubicBezTo>
                  <a:cubicBezTo>
                    <a:pt x="4107" y="1655"/>
                    <a:pt x="4104" y="1655"/>
                    <a:pt x="4101" y="1658"/>
                  </a:cubicBezTo>
                  <a:cubicBezTo>
                    <a:pt x="4097" y="1658"/>
                    <a:pt x="4094" y="1658"/>
                    <a:pt x="4087" y="1658"/>
                  </a:cubicBezTo>
                  <a:lnTo>
                    <a:pt x="4087" y="1658"/>
                  </a:lnTo>
                  <a:lnTo>
                    <a:pt x="4087" y="1658"/>
                  </a:lnTo>
                  <a:cubicBezTo>
                    <a:pt x="4061" y="1661"/>
                    <a:pt x="4034" y="1655"/>
                    <a:pt x="4007" y="1665"/>
                  </a:cubicBezTo>
                  <a:cubicBezTo>
                    <a:pt x="4004" y="1665"/>
                    <a:pt x="4000" y="1665"/>
                    <a:pt x="3997" y="1665"/>
                  </a:cubicBezTo>
                  <a:cubicBezTo>
                    <a:pt x="3993" y="1665"/>
                    <a:pt x="3990" y="1665"/>
                    <a:pt x="3987" y="1668"/>
                  </a:cubicBezTo>
                  <a:lnTo>
                    <a:pt x="3987" y="1668"/>
                  </a:lnTo>
                  <a:cubicBezTo>
                    <a:pt x="3960" y="1668"/>
                    <a:pt x="3933" y="1665"/>
                    <a:pt x="3906" y="1665"/>
                  </a:cubicBezTo>
                  <a:cubicBezTo>
                    <a:pt x="3896" y="1665"/>
                    <a:pt x="3883" y="1668"/>
                    <a:pt x="3873" y="1668"/>
                  </a:cubicBezTo>
                  <a:cubicBezTo>
                    <a:pt x="3843" y="1678"/>
                    <a:pt x="3809" y="1665"/>
                    <a:pt x="3779" y="1675"/>
                  </a:cubicBezTo>
                  <a:cubicBezTo>
                    <a:pt x="3765" y="1695"/>
                    <a:pt x="3768" y="1695"/>
                    <a:pt x="3806" y="1695"/>
                  </a:cubicBezTo>
                  <a:cubicBezTo>
                    <a:pt x="3809" y="1692"/>
                    <a:pt x="3812" y="1692"/>
                    <a:pt x="3816" y="1692"/>
                  </a:cubicBezTo>
                  <a:cubicBezTo>
                    <a:pt x="3816" y="1692"/>
                    <a:pt x="3819" y="1692"/>
                    <a:pt x="3819" y="1695"/>
                  </a:cubicBezTo>
                  <a:lnTo>
                    <a:pt x="3819" y="1695"/>
                  </a:lnTo>
                  <a:cubicBezTo>
                    <a:pt x="3822" y="1695"/>
                    <a:pt x="3826" y="1698"/>
                    <a:pt x="3829" y="1698"/>
                  </a:cubicBezTo>
                  <a:cubicBezTo>
                    <a:pt x="3826" y="1698"/>
                    <a:pt x="3822" y="1702"/>
                    <a:pt x="3819" y="1705"/>
                  </a:cubicBezTo>
                  <a:cubicBezTo>
                    <a:pt x="3758" y="1712"/>
                    <a:pt x="3698" y="1722"/>
                    <a:pt x="3638" y="1728"/>
                  </a:cubicBezTo>
                  <a:cubicBezTo>
                    <a:pt x="3524" y="1739"/>
                    <a:pt x="3406" y="1745"/>
                    <a:pt x="3292" y="1752"/>
                  </a:cubicBezTo>
                  <a:cubicBezTo>
                    <a:pt x="3222" y="1759"/>
                    <a:pt x="3151" y="1755"/>
                    <a:pt x="3084" y="1769"/>
                  </a:cubicBezTo>
                  <a:cubicBezTo>
                    <a:pt x="3077" y="1769"/>
                    <a:pt x="3074" y="1769"/>
                    <a:pt x="3071" y="1769"/>
                  </a:cubicBezTo>
                  <a:cubicBezTo>
                    <a:pt x="3060" y="1765"/>
                    <a:pt x="3050" y="1765"/>
                    <a:pt x="3043" y="1769"/>
                  </a:cubicBezTo>
                  <a:cubicBezTo>
                    <a:pt x="3027" y="1769"/>
                    <a:pt x="3013" y="1769"/>
                    <a:pt x="2997" y="1775"/>
                  </a:cubicBezTo>
                  <a:cubicBezTo>
                    <a:pt x="2983" y="1775"/>
                    <a:pt x="2966" y="1772"/>
                    <a:pt x="2953" y="1779"/>
                  </a:cubicBezTo>
                  <a:cubicBezTo>
                    <a:pt x="2926" y="1775"/>
                    <a:pt x="2899" y="1775"/>
                    <a:pt x="2876" y="1785"/>
                  </a:cubicBezTo>
                  <a:cubicBezTo>
                    <a:pt x="2866" y="1785"/>
                    <a:pt x="2859" y="1785"/>
                    <a:pt x="2849" y="1785"/>
                  </a:cubicBezTo>
                  <a:cubicBezTo>
                    <a:pt x="2812" y="1782"/>
                    <a:pt x="2775" y="1792"/>
                    <a:pt x="2735" y="1792"/>
                  </a:cubicBezTo>
                  <a:cubicBezTo>
                    <a:pt x="2661" y="1799"/>
                    <a:pt x="2587" y="1802"/>
                    <a:pt x="2513" y="1806"/>
                  </a:cubicBezTo>
                  <a:cubicBezTo>
                    <a:pt x="2490" y="1806"/>
                    <a:pt x="2466" y="1802"/>
                    <a:pt x="2446" y="1813"/>
                  </a:cubicBezTo>
                  <a:cubicBezTo>
                    <a:pt x="2453" y="1813"/>
                    <a:pt x="2456" y="1813"/>
                    <a:pt x="2460" y="1813"/>
                  </a:cubicBezTo>
                  <a:cubicBezTo>
                    <a:pt x="2453" y="1813"/>
                    <a:pt x="2450" y="1813"/>
                    <a:pt x="2446" y="1813"/>
                  </a:cubicBezTo>
                  <a:cubicBezTo>
                    <a:pt x="2433" y="1813"/>
                    <a:pt x="2423" y="1813"/>
                    <a:pt x="2413" y="1816"/>
                  </a:cubicBezTo>
                  <a:cubicBezTo>
                    <a:pt x="2322" y="1809"/>
                    <a:pt x="2231" y="1826"/>
                    <a:pt x="2144" y="1823"/>
                  </a:cubicBezTo>
                  <a:cubicBezTo>
                    <a:pt x="2137" y="1826"/>
                    <a:pt x="2134" y="1829"/>
                    <a:pt x="2127" y="1832"/>
                  </a:cubicBezTo>
                  <a:lnTo>
                    <a:pt x="2127" y="1832"/>
                  </a:lnTo>
                  <a:cubicBezTo>
                    <a:pt x="2100" y="1832"/>
                    <a:pt x="2077" y="1832"/>
                    <a:pt x="2050" y="1832"/>
                  </a:cubicBezTo>
                  <a:cubicBezTo>
                    <a:pt x="2047" y="1832"/>
                    <a:pt x="2040" y="1832"/>
                    <a:pt x="2036" y="1832"/>
                  </a:cubicBezTo>
                  <a:cubicBezTo>
                    <a:pt x="2017" y="1832"/>
                    <a:pt x="1996" y="1832"/>
                    <a:pt x="1980" y="1839"/>
                  </a:cubicBezTo>
                  <a:cubicBezTo>
                    <a:pt x="1900" y="1839"/>
                    <a:pt x="1819" y="1842"/>
                    <a:pt x="1742" y="1853"/>
                  </a:cubicBezTo>
                  <a:cubicBezTo>
                    <a:pt x="1675" y="1846"/>
                    <a:pt x="1608" y="1856"/>
                    <a:pt x="1544" y="1860"/>
                  </a:cubicBezTo>
                  <a:cubicBezTo>
                    <a:pt x="1433" y="1870"/>
                    <a:pt x="1323" y="1866"/>
                    <a:pt x="1212" y="1880"/>
                  </a:cubicBezTo>
                  <a:cubicBezTo>
                    <a:pt x="1195" y="1876"/>
                    <a:pt x="1178" y="1876"/>
                    <a:pt x="1162" y="1880"/>
                  </a:cubicBezTo>
                  <a:cubicBezTo>
                    <a:pt x="1128" y="1880"/>
                    <a:pt x="1094" y="1873"/>
                    <a:pt x="1064" y="1886"/>
                  </a:cubicBezTo>
                  <a:cubicBezTo>
                    <a:pt x="1044" y="1883"/>
                    <a:pt x="1024" y="1883"/>
                    <a:pt x="1007" y="1886"/>
                  </a:cubicBezTo>
                  <a:cubicBezTo>
                    <a:pt x="1001" y="1886"/>
                    <a:pt x="997" y="1886"/>
                    <a:pt x="994" y="1886"/>
                  </a:cubicBezTo>
                  <a:cubicBezTo>
                    <a:pt x="984" y="1890"/>
                    <a:pt x="977" y="1890"/>
                    <a:pt x="967" y="1890"/>
                  </a:cubicBezTo>
                  <a:cubicBezTo>
                    <a:pt x="964" y="1890"/>
                    <a:pt x="960" y="1890"/>
                    <a:pt x="954" y="1890"/>
                  </a:cubicBezTo>
                  <a:cubicBezTo>
                    <a:pt x="957" y="1890"/>
                    <a:pt x="957" y="1890"/>
                    <a:pt x="960" y="1890"/>
                  </a:cubicBezTo>
                  <a:lnTo>
                    <a:pt x="960" y="1890"/>
                  </a:lnTo>
                  <a:cubicBezTo>
                    <a:pt x="957" y="1890"/>
                    <a:pt x="954" y="1890"/>
                    <a:pt x="954" y="1890"/>
                  </a:cubicBezTo>
                  <a:cubicBezTo>
                    <a:pt x="950" y="1890"/>
                    <a:pt x="947" y="1890"/>
                    <a:pt x="940" y="1890"/>
                  </a:cubicBezTo>
                  <a:cubicBezTo>
                    <a:pt x="910" y="1890"/>
                    <a:pt x="876" y="1883"/>
                    <a:pt x="846" y="1896"/>
                  </a:cubicBezTo>
                  <a:cubicBezTo>
                    <a:pt x="796" y="1896"/>
                    <a:pt x="745" y="1896"/>
                    <a:pt x="695" y="1896"/>
                  </a:cubicBezTo>
                  <a:cubicBezTo>
                    <a:pt x="692" y="1900"/>
                    <a:pt x="688" y="1900"/>
                    <a:pt x="685" y="1896"/>
                  </a:cubicBezTo>
                  <a:cubicBezTo>
                    <a:pt x="665" y="1900"/>
                    <a:pt x="641" y="1906"/>
                    <a:pt x="618" y="1896"/>
                  </a:cubicBezTo>
                  <a:cubicBezTo>
                    <a:pt x="605" y="1890"/>
                    <a:pt x="587" y="1893"/>
                    <a:pt x="571" y="1893"/>
                  </a:cubicBezTo>
                  <a:cubicBezTo>
                    <a:pt x="567" y="1893"/>
                    <a:pt x="564" y="1896"/>
                    <a:pt x="561" y="1896"/>
                  </a:cubicBezTo>
                  <a:cubicBezTo>
                    <a:pt x="534" y="1896"/>
                    <a:pt x="507" y="1893"/>
                    <a:pt x="477" y="1896"/>
                  </a:cubicBezTo>
                  <a:cubicBezTo>
                    <a:pt x="450" y="1903"/>
                    <a:pt x="426" y="1893"/>
                    <a:pt x="400" y="1896"/>
                  </a:cubicBezTo>
                  <a:cubicBezTo>
                    <a:pt x="393" y="1906"/>
                    <a:pt x="373" y="1903"/>
                    <a:pt x="363" y="1913"/>
                  </a:cubicBezTo>
                  <a:cubicBezTo>
                    <a:pt x="406" y="1913"/>
                    <a:pt x="447" y="1913"/>
                    <a:pt x="490" y="1913"/>
                  </a:cubicBezTo>
                  <a:lnTo>
                    <a:pt x="490" y="1913"/>
                  </a:lnTo>
                  <a:cubicBezTo>
                    <a:pt x="520" y="1913"/>
                    <a:pt x="551" y="1927"/>
                    <a:pt x="581" y="1923"/>
                  </a:cubicBezTo>
                  <a:lnTo>
                    <a:pt x="581" y="1923"/>
                  </a:lnTo>
                  <a:lnTo>
                    <a:pt x="581" y="1923"/>
                  </a:lnTo>
                  <a:cubicBezTo>
                    <a:pt x="651" y="1933"/>
                    <a:pt x="719" y="1920"/>
                    <a:pt x="786" y="1913"/>
                  </a:cubicBezTo>
                  <a:cubicBezTo>
                    <a:pt x="853" y="1913"/>
                    <a:pt x="920" y="1917"/>
                    <a:pt x="987" y="1906"/>
                  </a:cubicBezTo>
                  <a:lnTo>
                    <a:pt x="987" y="1906"/>
                  </a:lnTo>
                  <a:cubicBezTo>
                    <a:pt x="997" y="1906"/>
                    <a:pt x="1007" y="1906"/>
                    <a:pt x="1017" y="1906"/>
                  </a:cubicBezTo>
                  <a:lnTo>
                    <a:pt x="1017" y="1906"/>
                  </a:lnTo>
                  <a:lnTo>
                    <a:pt x="1017" y="1906"/>
                  </a:lnTo>
                  <a:cubicBezTo>
                    <a:pt x="1024" y="1906"/>
                    <a:pt x="1027" y="1906"/>
                    <a:pt x="1031" y="1906"/>
                  </a:cubicBezTo>
                  <a:cubicBezTo>
                    <a:pt x="1031" y="1903"/>
                    <a:pt x="1031" y="1903"/>
                    <a:pt x="1031" y="1903"/>
                  </a:cubicBezTo>
                  <a:lnTo>
                    <a:pt x="1031" y="1906"/>
                  </a:lnTo>
                  <a:cubicBezTo>
                    <a:pt x="1041" y="1906"/>
                    <a:pt x="1051" y="1903"/>
                    <a:pt x="1058" y="1903"/>
                  </a:cubicBezTo>
                  <a:lnTo>
                    <a:pt x="1058" y="1903"/>
                  </a:lnTo>
                  <a:lnTo>
                    <a:pt x="1058" y="1903"/>
                  </a:lnTo>
                  <a:cubicBezTo>
                    <a:pt x="1088" y="1903"/>
                    <a:pt x="1118" y="1906"/>
                    <a:pt x="1148" y="1896"/>
                  </a:cubicBezTo>
                  <a:lnTo>
                    <a:pt x="1148" y="1896"/>
                  </a:lnTo>
                  <a:lnTo>
                    <a:pt x="1148" y="1896"/>
                  </a:lnTo>
                  <a:cubicBezTo>
                    <a:pt x="1158" y="1896"/>
                    <a:pt x="1165" y="1896"/>
                    <a:pt x="1175" y="1896"/>
                  </a:cubicBezTo>
                  <a:cubicBezTo>
                    <a:pt x="1188" y="1900"/>
                    <a:pt x="1198" y="1896"/>
                    <a:pt x="1212" y="1896"/>
                  </a:cubicBezTo>
                  <a:cubicBezTo>
                    <a:pt x="1222" y="1896"/>
                    <a:pt x="1229" y="1896"/>
                    <a:pt x="1239" y="1896"/>
                  </a:cubicBezTo>
                  <a:cubicBezTo>
                    <a:pt x="1272" y="1896"/>
                    <a:pt x="1306" y="1896"/>
                    <a:pt x="1340" y="1896"/>
                  </a:cubicBezTo>
                  <a:cubicBezTo>
                    <a:pt x="1340" y="1893"/>
                    <a:pt x="1343" y="1893"/>
                    <a:pt x="1343" y="1893"/>
                  </a:cubicBezTo>
                  <a:lnTo>
                    <a:pt x="1346" y="1893"/>
                  </a:lnTo>
                  <a:cubicBezTo>
                    <a:pt x="1474" y="1913"/>
                    <a:pt x="1594" y="1890"/>
                    <a:pt x="1719" y="1876"/>
                  </a:cubicBezTo>
                  <a:cubicBezTo>
                    <a:pt x="1726" y="1876"/>
                    <a:pt x="1729" y="1873"/>
                    <a:pt x="1732" y="1870"/>
                  </a:cubicBezTo>
                  <a:cubicBezTo>
                    <a:pt x="1739" y="1873"/>
                    <a:pt x="1746" y="1876"/>
                    <a:pt x="1752" y="1876"/>
                  </a:cubicBezTo>
                  <a:cubicBezTo>
                    <a:pt x="1769" y="1876"/>
                    <a:pt x="1783" y="1876"/>
                    <a:pt x="1799" y="1880"/>
                  </a:cubicBezTo>
                  <a:cubicBezTo>
                    <a:pt x="1887" y="1880"/>
                    <a:pt x="1974" y="1880"/>
                    <a:pt x="2057" y="1856"/>
                  </a:cubicBezTo>
                  <a:cubicBezTo>
                    <a:pt x="2060" y="1856"/>
                    <a:pt x="2064" y="1853"/>
                    <a:pt x="2064" y="1849"/>
                  </a:cubicBezTo>
                  <a:cubicBezTo>
                    <a:pt x="2080" y="1860"/>
                    <a:pt x="2097" y="1860"/>
                    <a:pt x="2114" y="1849"/>
                  </a:cubicBezTo>
                  <a:cubicBezTo>
                    <a:pt x="2114" y="1853"/>
                    <a:pt x="2117" y="1853"/>
                    <a:pt x="2121" y="1856"/>
                  </a:cubicBezTo>
                  <a:cubicBezTo>
                    <a:pt x="2221" y="1860"/>
                    <a:pt x="2318" y="1856"/>
                    <a:pt x="2416" y="1839"/>
                  </a:cubicBezTo>
                  <a:cubicBezTo>
                    <a:pt x="2419" y="1836"/>
                    <a:pt x="2423" y="1836"/>
                    <a:pt x="2426" y="1832"/>
                  </a:cubicBezTo>
                  <a:cubicBezTo>
                    <a:pt x="2433" y="1832"/>
                    <a:pt x="2443" y="1832"/>
                    <a:pt x="2450" y="1832"/>
                  </a:cubicBezTo>
                  <a:cubicBezTo>
                    <a:pt x="2560" y="1826"/>
                    <a:pt x="2671" y="1819"/>
                    <a:pt x="2782" y="1813"/>
                  </a:cubicBezTo>
                  <a:cubicBezTo>
                    <a:pt x="2799" y="1813"/>
                    <a:pt x="2819" y="1809"/>
                    <a:pt x="2836" y="1806"/>
                  </a:cubicBezTo>
                  <a:cubicBezTo>
                    <a:pt x="2846" y="1806"/>
                    <a:pt x="2856" y="1802"/>
                    <a:pt x="2862" y="1802"/>
                  </a:cubicBezTo>
                  <a:cubicBezTo>
                    <a:pt x="2882" y="1806"/>
                    <a:pt x="2899" y="1806"/>
                    <a:pt x="2916" y="1796"/>
                  </a:cubicBezTo>
                  <a:cubicBezTo>
                    <a:pt x="2919" y="1796"/>
                    <a:pt x="2923" y="1796"/>
                    <a:pt x="2926" y="1796"/>
                  </a:cubicBezTo>
                  <a:cubicBezTo>
                    <a:pt x="2936" y="1796"/>
                    <a:pt x="2946" y="1796"/>
                    <a:pt x="2953" y="1792"/>
                  </a:cubicBezTo>
                  <a:cubicBezTo>
                    <a:pt x="2963" y="1792"/>
                    <a:pt x="2970" y="1792"/>
                    <a:pt x="2980" y="1796"/>
                  </a:cubicBezTo>
                  <a:lnTo>
                    <a:pt x="2980" y="1796"/>
                  </a:lnTo>
                  <a:lnTo>
                    <a:pt x="2980" y="1796"/>
                  </a:lnTo>
                  <a:cubicBezTo>
                    <a:pt x="3003" y="1796"/>
                    <a:pt x="3027" y="1796"/>
                    <a:pt x="3050" y="1785"/>
                  </a:cubicBezTo>
                  <a:cubicBezTo>
                    <a:pt x="3057" y="1785"/>
                    <a:pt x="3064" y="1785"/>
                    <a:pt x="3071" y="1785"/>
                  </a:cubicBezTo>
                  <a:cubicBezTo>
                    <a:pt x="3111" y="1785"/>
                    <a:pt x="3154" y="1785"/>
                    <a:pt x="3195" y="1785"/>
                  </a:cubicBezTo>
                  <a:cubicBezTo>
                    <a:pt x="3198" y="1785"/>
                    <a:pt x="3201" y="1782"/>
                    <a:pt x="3201" y="1782"/>
                  </a:cubicBezTo>
                  <a:cubicBezTo>
                    <a:pt x="3235" y="1779"/>
                    <a:pt x="3268" y="1785"/>
                    <a:pt x="3302" y="1775"/>
                  </a:cubicBezTo>
                  <a:cubicBezTo>
                    <a:pt x="3305" y="1775"/>
                    <a:pt x="3309" y="1775"/>
                    <a:pt x="3312" y="1775"/>
                  </a:cubicBezTo>
                  <a:cubicBezTo>
                    <a:pt x="3336" y="1769"/>
                    <a:pt x="3366" y="1775"/>
                    <a:pt x="3393" y="1769"/>
                  </a:cubicBezTo>
                  <a:cubicBezTo>
                    <a:pt x="3396" y="1769"/>
                    <a:pt x="3400" y="1769"/>
                    <a:pt x="3406" y="1769"/>
                  </a:cubicBezTo>
                  <a:cubicBezTo>
                    <a:pt x="3457" y="1765"/>
                    <a:pt x="3507" y="1755"/>
                    <a:pt x="3557" y="1759"/>
                  </a:cubicBezTo>
                  <a:cubicBezTo>
                    <a:pt x="3561" y="1755"/>
                    <a:pt x="3567" y="1752"/>
                    <a:pt x="3571" y="1752"/>
                  </a:cubicBezTo>
                  <a:cubicBezTo>
                    <a:pt x="3581" y="1749"/>
                    <a:pt x="3591" y="1752"/>
                    <a:pt x="3601" y="1752"/>
                  </a:cubicBezTo>
                  <a:cubicBezTo>
                    <a:pt x="3611" y="1755"/>
                    <a:pt x="3618" y="1755"/>
                    <a:pt x="3624" y="1749"/>
                  </a:cubicBezTo>
                  <a:cubicBezTo>
                    <a:pt x="3638" y="1749"/>
                    <a:pt x="3648" y="1749"/>
                    <a:pt x="3661" y="1749"/>
                  </a:cubicBezTo>
                  <a:cubicBezTo>
                    <a:pt x="3661" y="1745"/>
                    <a:pt x="3665" y="1745"/>
                    <a:pt x="3668" y="1742"/>
                  </a:cubicBezTo>
                  <a:lnTo>
                    <a:pt x="3668" y="1742"/>
                  </a:lnTo>
                  <a:cubicBezTo>
                    <a:pt x="3742" y="1735"/>
                    <a:pt x="3816" y="1739"/>
                    <a:pt x="3886" y="1715"/>
                  </a:cubicBezTo>
                  <a:lnTo>
                    <a:pt x="3886" y="1715"/>
                  </a:lnTo>
                  <a:cubicBezTo>
                    <a:pt x="3910" y="1712"/>
                    <a:pt x="3936" y="1715"/>
                    <a:pt x="3960" y="1702"/>
                  </a:cubicBezTo>
                  <a:lnTo>
                    <a:pt x="3960" y="1702"/>
                  </a:lnTo>
                  <a:lnTo>
                    <a:pt x="3960" y="1702"/>
                  </a:lnTo>
                  <a:cubicBezTo>
                    <a:pt x="3963" y="1702"/>
                    <a:pt x="3967" y="1702"/>
                    <a:pt x="3973" y="1702"/>
                  </a:cubicBezTo>
                  <a:cubicBezTo>
                    <a:pt x="3973" y="1698"/>
                    <a:pt x="3973" y="1698"/>
                    <a:pt x="3973" y="1695"/>
                  </a:cubicBezTo>
                  <a:lnTo>
                    <a:pt x="3973" y="1695"/>
                  </a:lnTo>
                  <a:cubicBezTo>
                    <a:pt x="3973" y="1698"/>
                    <a:pt x="3973" y="1698"/>
                    <a:pt x="3973" y="1702"/>
                  </a:cubicBezTo>
                  <a:cubicBezTo>
                    <a:pt x="3977" y="1698"/>
                    <a:pt x="3983" y="1698"/>
                    <a:pt x="3990" y="1695"/>
                  </a:cubicBezTo>
                  <a:cubicBezTo>
                    <a:pt x="3997" y="1695"/>
                    <a:pt x="4004" y="1692"/>
                    <a:pt x="4010" y="1692"/>
                  </a:cubicBezTo>
                  <a:cubicBezTo>
                    <a:pt x="4017" y="1688"/>
                    <a:pt x="4020" y="1688"/>
                    <a:pt x="4027" y="1685"/>
                  </a:cubicBezTo>
                  <a:cubicBezTo>
                    <a:pt x="4030" y="1685"/>
                    <a:pt x="4034" y="1685"/>
                    <a:pt x="4037" y="1685"/>
                  </a:cubicBezTo>
                  <a:lnTo>
                    <a:pt x="4037" y="1685"/>
                  </a:lnTo>
                  <a:lnTo>
                    <a:pt x="4037" y="1685"/>
                  </a:lnTo>
                  <a:cubicBezTo>
                    <a:pt x="4047" y="1681"/>
                    <a:pt x="4057" y="1681"/>
                    <a:pt x="4067" y="1678"/>
                  </a:cubicBezTo>
                  <a:cubicBezTo>
                    <a:pt x="4084" y="1675"/>
                    <a:pt x="4101" y="1678"/>
                    <a:pt x="4118" y="1668"/>
                  </a:cubicBezTo>
                  <a:lnTo>
                    <a:pt x="4118" y="1668"/>
                  </a:lnTo>
                  <a:cubicBezTo>
                    <a:pt x="4128" y="1668"/>
                    <a:pt x="4141" y="1668"/>
                    <a:pt x="4151" y="1668"/>
                  </a:cubicBezTo>
                  <a:lnTo>
                    <a:pt x="4151" y="1668"/>
                  </a:lnTo>
                  <a:lnTo>
                    <a:pt x="4151" y="1668"/>
                  </a:lnTo>
                  <a:cubicBezTo>
                    <a:pt x="4161" y="1671"/>
                    <a:pt x="4168" y="1678"/>
                    <a:pt x="4178" y="1681"/>
                  </a:cubicBezTo>
                  <a:lnTo>
                    <a:pt x="4178" y="1681"/>
                  </a:lnTo>
                  <a:cubicBezTo>
                    <a:pt x="4135" y="1695"/>
                    <a:pt x="4094" y="1708"/>
                    <a:pt x="4050" y="1722"/>
                  </a:cubicBezTo>
                  <a:cubicBezTo>
                    <a:pt x="4050" y="1718"/>
                    <a:pt x="4050" y="1718"/>
                    <a:pt x="4050" y="1718"/>
                  </a:cubicBezTo>
                  <a:cubicBezTo>
                    <a:pt x="4044" y="1715"/>
                    <a:pt x="4040" y="1715"/>
                    <a:pt x="4034" y="1715"/>
                  </a:cubicBezTo>
                  <a:cubicBezTo>
                    <a:pt x="3973" y="1725"/>
                    <a:pt x="3910" y="1725"/>
                    <a:pt x="3849" y="1739"/>
                  </a:cubicBezTo>
                  <a:cubicBezTo>
                    <a:pt x="3832" y="1745"/>
                    <a:pt x="3816" y="1749"/>
                    <a:pt x="3799" y="1749"/>
                  </a:cubicBezTo>
                  <a:cubicBezTo>
                    <a:pt x="3792" y="1749"/>
                    <a:pt x="3782" y="1749"/>
                    <a:pt x="3775" y="1752"/>
                  </a:cubicBezTo>
                  <a:cubicBezTo>
                    <a:pt x="3768" y="1755"/>
                    <a:pt x="3762" y="1759"/>
                    <a:pt x="3752" y="1755"/>
                  </a:cubicBezTo>
                  <a:cubicBezTo>
                    <a:pt x="3745" y="1755"/>
                    <a:pt x="3742" y="1755"/>
                    <a:pt x="3735" y="1755"/>
                  </a:cubicBezTo>
                  <a:cubicBezTo>
                    <a:pt x="3728" y="1755"/>
                    <a:pt x="3722" y="1755"/>
                    <a:pt x="3715" y="1755"/>
                  </a:cubicBezTo>
                  <a:cubicBezTo>
                    <a:pt x="3698" y="1759"/>
                    <a:pt x="3681" y="1755"/>
                    <a:pt x="3668" y="1759"/>
                  </a:cubicBezTo>
                  <a:cubicBezTo>
                    <a:pt x="3661" y="1759"/>
                    <a:pt x="3658" y="1762"/>
                    <a:pt x="3651" y="1762"/>
                  </a:cubicBezTo>
                  <a:cubicBezTo>
                    <a:pt x="3651" y="1762"/>
                    <a:pt x="3648" y="1765"/>
                    <a:pt x="3644" y="1765"/>
                  </a:cubicBezTo>
                  <a:lnTo>
                    <a:pt x="3641" y="1765"/>
                  </a:lnTo>
                  <a:cubicBezTo>
                    <a:pt x="3638" y="1765"/>
                    <a:pt x="3638" y="1765"/>
                    <a:pt x="3638" y="1765"/>
                  </a:cubicBezTo>
                  <a:cubicBezTo>
                    <a:pt x="3638" y="1769"/>
                    <a:pt x="3638" y="1769"/>
                    <a:pt x="3638" y="1769"/>
                  </a:cubicBezTo>
                  <a:lnTo>
                    <a:pt x="3634" y="1769"/>
                  </a:lnTo>
                  <a:cubicBezTo>
                    <a:pt x="3621" y="1769"/>
                    <a:pt x="3611" y="1769"/>
                    <a:pt x="3601" y="1772"/>
                  </a:cubicBezTo>
                  <a:cubicBezTo>
                    <a:pt x="3597" y="1772"/>
                    <a:pt x="3597" y="1775"/>
                    <a:pt x="3594" y="1775"/>
                  </a:cubicBezTo>
                  <a:cubicBezTo>
                    <a:pt x="3591" y="1775"/>
                    <a:pt x="3587" y="1775"/>
                    <a:pt x="3587" y="1775"/>
                  </a:cubicBezTo>
                  <a:cubicBezTo>
                    <a:pt x="3584" y="1775"/>
                    <a:pt x="3584" y="1772"/>
                    <a:pt x="3581" y="1772"/>
                  </a:cubicBezTo>
                  <a:cubicBezTo>
                    <a:pt x="3574" y="1772"/>
                    <a:pt x="3567" y="1772"/>
                    <a:pt x="3564" y="1775"/>
                  </a:cubicBezTo>
                  <a:cubicBezTo>
                    <a:pt x="3547" y="1779"/>
                    <a:pt x="3530" y="1779"/>
                    <a:pt x="3517" y="1782"/>
                  </a:cubicBezTo>
                  <a:cubicBezTo>
                    <a:pt x="3514" y="1782"/>
                    <a:pt x="3510" y="1782"/>
                    <a:pt x="3507" y="1785"/>
                  </a:cubicBezTo>
                  <a:cubicBezTo>
                    <a:pt x="3504" y="1785"/>
                    <a:pt x="3500" y="1785"/>
                    <a:pt x="3493" y="1785"/>
                  </a:cubicBezTo>
                  <a:cubicBezTo>
                    <a:pt x="3477" y="1785"/>
                    <a:pt x="3460" y="1785"/>
                    <a:pt x="3443" y="1785"/>
                  </a:cubicBezTo>
                  <a:cubicBezTo>
                    <a:pt x="3440" y="1785"/>
                    <a:pt x="3436" y="1785"/>
                    <a:pt x="3433" y="1785"/>
                  </a:cubicBezTo>
                  <a:cubicBezTo>
                    <a:pt x="3426" y="1785"/>
                    <a:pt x="3419" y="1785"/>
                    <a:pt x="3413" y="1785"/>
                  </a:cubicBezTo>
                  <a:cubicBezTo>
                    <a:pt x="3396" y="1785"/>
                    <a:pt x="3376" y="1785"/>
                    <a:pt x="3359" y="1785"/>
                  </a:cubicBezTo>
                  <a:cubicBezTo>
                    <a:pt x="3352" y="1789"/>
                    <a:pt x="3346" y="1789"/>
                    <a:pt x="3342" y="1792"/>
                  </a:cubicBezTo>
                  <a:cubicBezTo>
                    <a:pt x="3339" y="1796"/>
                    <a:pt x="3339" y="1796"/>
                    <a:pt x="3339" y="1799"/>
                  </a:cubicBezTo>
                  <a:cubicBezTo>
                    <a:pt x="3329" y="1799"/>
                    <a:pt x="3322" y="1799"/>
                    <a:pt x="3312" y="1799"/>
                  </a:cubicBezTo>
                  <a:cubicBezTo>
                    <a:pt x="3305" y="1799"/>
                    <a:pt x="3302" y="1799"/>
                    <a:pt x="3295" y="1799"/>
                  </a:cubicBezTo>
                  <a:cubicBezTo>
                    <a:pt x="3279" y="1802"/>
                    <a:pt x="3265" y="1802"/>
                    <a:pt x="3248" y="1806"/>
                  </a:cubicBezTo>
                  <a:cubicBezTo>
                    <a:pt x="3242" y="1806"/>
                    <a:pt x="3238" y="1806"/>
                    <a:pt x="3232" y="1809"/>
                  </a:cubicBezTo>
                  <a:cubicBezTo>
                    <a:pt x="3218" y="1813"/>
                    <a:pt x="3205" y="1813"/>
                    <a:pt x="3191" y="1816"/>
                  </a:cubicBezTo>
                  <a:cubicBezTo>
                    <a:pt x="3185" y="1816"/>
                    <a:pt x="3181" y="1816"/>
                    <a:pt x="3175" y="1816"/>
                  </a:cubicBezTo>
                  <a:cubicBezTo>
                    <a:pt x="3144" y="1823"/>
                    <a:pt x="3114" y="1819"/>
                    <a:pt x="3084" y="1823"/>
                  </a:cubicBezTo>
                  <a:cubicBezTo>
                    <a:pt x="3077" y="1823"/>
                    <a:pt x="3071" y="1823"/>
                    <a:pt x="3064" y="1826"/>
                  </a:cubicBezTo>
                  <a:cubicBezTo>
                    <a:pt x="3037" y="1829"/>
                    <a:pt x="3010" y="1829"/>
                    <a:pt x="2983" y="1829"/>
                  </a:cubicBezTo>
                  <a:cubicBezTo>
                    <a:pt x="2923" y="1829"/>
                    <a:pt x="2859" y="1823"/>
                    <a:pt x="2799" y="1832"/>
                  </a:cubicBezTo>
                  <a:cubicBezTo>
                    <a:pt x="2795" y="1839"/>
                    <a:pt x="2789" y="1846"/>
                    <a:pt x="2782" y="1849"/>
                  </a:cubicBezTo>
                  <a:cubicBezTo>
                    <a:pt x="2779" y="1849"/>
                    <a:pt x="2775" y="1849"/>
                    <a:pt x="2772" y="1849"/>
                  </a:cubicBezTo>
                  <a:cubicBezTo>
                    <a:pt x="2772" y="1849"/>
                    <a:pt x="2768" y="1846"/>
                    <a:pt x="2761" y="1842"/>
                  </a:cubicBezTo>
                  <a:cubicBezTo>
                    <a:pt x="2728" y="1839"/>
                    <a:pt x="2691" y="1826"/>
                    <a:pt x="2671" y="1856"/>
                  </a:cubicBezTo>
                  <a:cubicBezTo>
                    <a:pt x="2668" y="1856"/>
                    <a:pt x="2664" y="1853"/>
                    <a:pt x="2658" y="1853"/>
                  </a:cubicBezTo>
                  <a:cubicBezTo>
                    <a:pt x="2584" y="1846"/>
                    <a:pt x="2507" y="1832"/>
                    <a:pt x="2439" y="1870"/>
                  </a:cubicBezTo>
                  <a:cubicBezTo>
                    <a:pt x="2439" y="1866"/>
                    <a:pt x="2439" y="1866"/>
                    <a:pt x="2439" y="1866"/>
                  </a:cubicBezTo>
                  <a:cubicBezTo>
                    <a:pt x="2436" y="1863"/>
                    <a:pt x="2429" y="1863"/>
                    <a:pt x="2423" y="1860"/>
                  </a:cubicBezTo>
                  <a:cubicBezTo>
                    <a:pt x="2372" y="1856"/>
                    <a:pt x="2322" y="1849"/>
                    <a:pt x="2272" y="1866"/>
                  </a:cubicBezTo>
                  <a:cubicBezTo>
                    <a:pt x="2268" y="1870"/>
                    <a:pt x="2268" y="1876"/>
                    <a:pt x="2268" y="1876"/>
                  </a:cubicBezTo>
                  <a:lnTo>
                    <a:pt x="2268" y="1876"/>
                  </a:lnTo>
                  <a:cubicBezTo>
                    <a:pt x="2184" y="1873"/>
                    <a:pt x="2104" y="1886"/>
                    <a:pt x="2023" y="1886"/>
                  </a:cubicBezTo>
                  <a:cubicBezTo>
                    <a:pt x="1974" y="1886"/>
                    <a:pt x="1923" y="1886"/>
                    <a:pt x="1873" y="1886"/>
                  </a:cubicBezTo>
                  <a:cubicBezTo>
                    <a:pt x="1830" y="1903"/>
                    <a:pt x="1786" y="1896"/>
                    <a:pt x="1746" y="1896"/>
                  </a:cubicBezTo>
                  <a:cubicBezTo>
                    <a:pt x="1742" y="1900"/>
                    <a:pt x="1742" y="1903"/>
                    <a:pt x="1742" y="1903"/>
                  </a:cubicBezTo>
                  <a:cubicBezTo>
                    <a:pt x="1699" y="1906"/>
                    <a:pt x="1655" y="1906"/>
                    <a:pt x="1615" y="1906"/>
                  </a:cubicBezTo>
                  <a:cubicBezTo>
                    <a:pt x="1581" y="1917"/>
                    <a:pt x="1548" y="1913"/>
                    <a:pt x="1514" y="1913"/>
                  </a:cubicBezTo>
                  <a:cubicBezTo>
                    <a:pt x="1457" y="1917"/>
                    <a:pt x="1400" y="1917"/>
                    <a:pt x="1343" y="1917"/>
                  </a:cubicBezTo>
                  <a:cubicBezTo>
                    <a:pt x="1323" y="1927"/>
                    <a:pt x="1299" y="1920"/>
                    <a:pt x="1276" y="1923"/>
                  </a:cubicBezTo>
                  <a:cubicBezTo>
                    <a:pt x="1249" y="1920"/>
                    <a:pt x="1222" y="1923"/>
                    <a:pt x="1198" y="1930"/>
                  </a:cubicBezTo>
                  <a:lnTo>
                    <a:pt x="1198" y="1930"/>
                  </a:lnTo>
                  <a:lnTo>
                    <a:pt x="1198" y="1930"/>
                  </a:lnTo>
                  <a:cubicBezTo>
                    <a:pt x="1128" y="1937"/>
                    <a:pt x="1058" y="1923"/>
                    <a:pt x="990" y="1940"/>
                  </a:cubicBezTo>
                  <a:cubicBezTo>
                    <a:pt x="866" y="1950"/>
                    <a:pt x="739" y="1960"/>
                    <a:pt x="615" y="1963"/>
                  </a:cubicBezTo>
                  <a:cubicBezTo>
                    <a:pt x="605" y="1963"/>
                    <a:pt x="598" y="1967"/>
                    <a:pt x="591" y="1970"/>
                  </a:cubicBezTo>
                  <a:cubicBezTo>
                    <a:pt x="577" y="1967"/>
                    <a:pt x="567" y="1967"/>
                    <a:pt x="554" y="1970"/>
                  </a:cubicBezTo>
                  <a:cubicBezTo>
                    <a:pt x="494" y="1970"/>
                    <a:pt x="433" y="1970"/>
                    <a:pt x="376" y="1970"/>
                  </a:cubicBezTo>
                  <a:cubicBezTo>
                    <a:pt x="369" y="1974"/>
                    <a:pt x="366" y="1977"/>
                    <a:pt x="359" y="1980"/>
                  </a:cubicBezTo>
                  <a:cubicBezTo>
                    <a:pt x="349" y="1980"/>
                    <a:pt x="336" y="1980"/>
                    <a:pt x="323" y="1980"/>
                  </a:cubicBezTo>
                  <a:cubicBezTo>
                    <a:pt x="309" y="1977"/>
                    <a:pt x="296" y="1977"/>
                    <a:pt x="282" y="1980"/>
                  </a:cubicBezTo>
                  <a:cubicBezTo>
                    <a:pt x="276" y="1980"/>
                    <a:pt x="272" y="1984"/>
                    <a:pt x="269" y="1987"/>
                  </a:cubicBezTo>
                  <a:cubicBezTo>
                    <a:pt x="259" y="1987"/>
                    <a:pt x="248" y="1990"/>
                    <a:pt x="248" y="2000"/>
                  </a:cubicBezTo>
                  <a:cubicBezTo>
                    <a:pt x="252" y="2010"/>
                    <a:pt x="262" y="2017"/>
                    <a:pt x="276" y="2017"/>
                  </a:cubicBezTo>
                  <a:cubicBezTo>
                    <a:pt x="302" y="2017"/>
                    <a:pt x="329" y="2017"/>
                    <a:pt x="356" y="2007"/>
                  </a:cubicBezTo>
                  <a:cubicBezTo>
                    <a:pt x="356" y="2010"/>
                    <a:pt x="356" y="2010"/>
                    <a:pt x="356" y="2010"/>
                  </a:cubicBezTo>
                  <a:cubicBezTo>
                    <a:pt x="359" y="2007"/>
                    <a:pt x="359" y="2007"/>
                    <a:pt x="359" y="2007"/>
                  </a:cubicBezTo>
                  <a:cubicBezTo>
                    <a:pt x="359" y="2007"/>
                    <a:pt x="363" y="2007"/>
                    <a:pt x="363" y="2004"/>
                  </a:cubicBezTo>
                  <a:cubicBezTo>
                    <a:pt x="363" y="2007"/>
                    <a:pt x="363" y="2007"/>
                    <a:pt x="359" y="2007"/>
                  </a:cubicBezTo>
                  <a:cubicBezTo>
                    <a:pt x="366" y="2010"/>
                    <a:pt x="369" y="2010"/>
                    <a:pt x="373" y="2007"/>
                  </a:cubicBezTo>
                  <a:cubicBezTo>
                    <a:pt x="376" y="2014"/>
                    <a:pt x="383" y="2014"/>
                    <a:pt x="386" y="2007"/>
                  </a:cubicBezTo>
                  <a:cubicBezTo>
                    <a:pt x="396" y="2007"/>
                    <a:pt x="403" y="2007"/>
                    <a:pt x="413" y="2007"/>
                  </a:cubicBezTo>
                  <a:cubicBezTo>
                    <a:pt x="426" y="2017"/>
                    <a:pt x="437" y="2007"/>
                    <a:pt x="450" y="2007"/>
                  </a:cubicBezTo>
                  <a:cubicBezTo>
                    <a:pt x="460" y="2017"/>
                    <a:pt x="463" y="2024"/>
                    <a:pt x="487" y="2024"/>
                  </a:cubicBezTo>
                  <a:cubicBezTo>
                    <a:pt x="564" y="2024"/>
                    <a:pt x="645" y="2024"/>
                    <a:pt x="722" y="2024"/>
                  </a:cubicBezTo>
                  <a:cubicBezTo>
                    <a:pt x="732" y="2010"/>
                    <a:pt x="725" y="2004"/>
                    <a:pt x="712" y="2000"/>
                  </a:cubicBezTo>
                  <a:cubicBezTo>
                    <a:pt x="732" y="2000"/>
                    <a:pt x="749" y="2000"/>
                    <a:pt x="769" y="2000"/>
                  </a:cubicBezTo>
                  <a:lnTo>
                    <a:pt x="769" y="2000"/>
                  </a:lnTo>
                  <a:cubicBezTo>
                    <a:pt x="755" y="2004"/>
                    <a:pt x="732" y="2007"/>
                    <a:pt x="749" y="2024"/>
                  </a:cubicBezTo>
                  <a:cubicBezTo>
                    <a:pt x="796" y="2024"/>
                    <a:pt x="843" y="2024"/>
                    <a:pt x="890" y="2024"/>
                  </a:cubicBezTo>
                  <a:lnTo>
                    <a:pt x="890" y="2024"/>
                  </a:lnTo>
                  <a:lnTo>
                    <a:pt x="890" y="2024"/>
                  </a:lnTo>
                  <a:cubicBezTo>
                    <a:pt x="906" y="2024"/>
                    <a:pt x="923" y="2024"/>
                    <a:pt x="940" y="2027"/>
                  </a:cubicBezTo>
                  <a:cubicBezTo>
                    <a:pt x="980" y="2024"/>
                    <a:pt x="1017" y="2021"/>
                    <a:pt x="1058" y="2017"/>
                  </a:cubicBezTo>
                  <a:cubicBezTo>
                    <a:pt x="1198" y="2017"/>
                    <a:pt x="1343" y="2014"/>
                    <a:pt x="1484" y="2014"/>
                  </a:cubicBezTo>
                  <a:cubicBezTo>
                    <a:pt x="1497" y="2014"/>
                    <a:pt x="1514" y="2017"/>
                    <a:pt x="1527" y="2007"/>
                  </a:cubicBezTo>
                  <a:lnTo>
                    <a:pt x="1527" y="2007"/>
                  </a:lnTo>
                  <a:cubicBezTo>
                    <a:pt x="1601" y="2010"/>
                    <a:pt x="1679" y="2004"/>
                    <a:pt x="1756" y="1997"/>
                  </a:cubicBezTo>
                  <a:cubicBezTo>
                    <a:pt x="1856" y="1997"/>
                    <a:pt x="1960" y="1997"/>
                    <a:pt x="2060" y="1994"/>
                  </a:cubicBezTo>
                  <a:cubicBezTo>
                    <a:pt x="2067" y="1994"/>
                    <a:pt x="2070" y="1990"/>
                    <a:pt x="2077" y="1990"/>
                  </a:cubicBezTo>
                  <a:lnTo>
                    <a:pt x="2077" y="1990"/>
                  </a:lnTo>
                  <a:cubicBezTo>
                    <a:pt x="2121" y="1994"/>
                    <a:pt x="2161" y="1990"/>
                    <a:pt x="2204" y="1987"/>
                  </a:cubicBezTo>
                  <a:cubicBezTo>
                    <a:pt x="2305" y="1987"/>
                    <a:pt x="2406" y="1987"/>
                    <a:pt x="2507" y="1987"/>
                  </a:cubicBezTo>
                  <a:cubicBezTo>
                    <a:pt x="2520" y="1987"/>
                    <a:pt x="2530" y="1987"/>
                    <a:pt x="2543" y="1980"/>
                  </a:cubicBezTo>
                  <a:lnTo>
                    <a:pt x="2543" y="1980"/>
                  </a:lnTo>
                  <a:lnTo>
                    <a:pt x="2543" y="1980"/>
                  </a:lnTo>
                  <a:cubicBezTo>
                    <a:pt x="2547" y="1980"/>
                    <a:pt x="2550" y="1980"/>
                    <a:pt x="2554" y="1980"/>
                  </a:cubicBezTo>
                  <a:cubicBezTo>
                    <a:pt x="2584" y="1980"/>
                    <a:pt x="2614" y="1980"/>
                    <a:pt x="2644" y="1977"/>
                  </a:cubicBezTo>
                  <a:lnTo>
                    <a:pt x="2644" y="1977"/>
                  </a:lnTo>
                  <a:cubicBezTo>
                    <a:pt x="2758" y="1977"/>
                    <a:pt x="2876" y="1984"/>
                    <a:pt x="2993" y="1977"/>
                  </a:cubicBezTo>
                  <a:lnTo>
                    <a:pt x="2993" y="1977"/>
                  </a:lnTo>
                  <a:lnTo>
                    <a:pt x="2993" y="1977"/>
                  </a:lnTo>
                  <a:cubicBezTo>
                    <a:pt x="3087" y="1977"/>
                    <a:pt x="3185" y="1984"/>
                    <a:pt x="3282" y="1970"/>
                  </a:cubicBezTo>
                  <a:lnTo>
                    <a:pt x="3282" y="1970"/>
                  </a:lnTo>
                  <a:lnTo>
                    <a:pt x="3285" y="1970"/>
                  </a:lnTo>
                  <a:cubicBezTo>
                    <a:pt x="3315" y="1980"/>
                    <a:pt x="3349" y="1984"/>
                    <a:pt x="3379" y="1970"/>
                  </a:cubicBezTo>
                  <a:cubicBezTo>
                    <a:pt x="3383" y="1970"/>
                    <a:pt x="3383" y="1970"/>
                    <a:pt x="3383" y="1970"/>
                  </a:cubicBezTo>
                  <a:lnTo>
                    <a:pt x="3383" y="1970"/>
                  </a:lnTo>
                  <a:cubicBezTo>
                    <a:pt x="3386" y="1974"/>
                    <a:pt x="3389" y="1970"/>
                    <a:pt x="3393" y="1970"/>
                  </a:cubicBezTo>
                  <a:cubicBezTo>
                    <a:pt x="3440" y="1970"/>
                    <a:pt x="3490" y="1974"/>
                    <a:pt x="3537" y="1963"/>
                  </a:cubicBezTo>
                  <a:lnTo>
                    <a:pt x="3537" y="1963"/>
                  </a:lnTo>
                  <a:cubicBezTo>
                    <a:pt x="3584" y="1970"/>
                    <a:pt x="3631" y="1960"/>
                    <a:pt x="3675" y="1960"/>
                  </a:cubicBezTo>
                  <a:cubicBezTo>
                    <a:pt x="3698" y="1960"/>
                    <a:pt x="3718" y="1967"/>
                    <a:pt x="3742" y="1957"/>
                  </a:cubicBezTo>
                  <a:cubicBezTo>
                    <a:pt x="3711" y="1937"/>
                    <a:pt x="3678" y="1940"/>
                    <a:pt x="3648" y="1950"/>
                  </a:cubicBezTo>
                  <a:cubicBezTo>
                    <a:pt x="3601" y="1950"/>
                    <a:pt x="3554" y="1940"/>
                    <a:pt x="3507" y="1950"/>
                  </a:cubicBezTo>
                  <a:cubicBezTo>
                    <a:pt x="3470" y="1953"/>
                    <a:pt x="3429" y="1947"/>
                    <a:pt x="3393" y="1953"/>
                  </a:cubicBezTo>
                  <a:cubicBezTo>
                    <a:pt x="3362" y="1950"/>
                    <a:pt x="3332" y="1950"/>
                    <a:pt x="3302" y="1953"/>
                  </a:cubicBezTo>
                  <a:lnTo>
                    <a:pt x="3302" y="1953"/>
                  </a:lnTo>
                  <a:lnTo>
                    <a:pt x="3302" y="1953"/>
                  </a:lnTo>
                  <a:cubicBezTo>
                    <a:pt x="3299" y="1953"/>
                    <a:pt x="3292" y="1953"/>
                    <a:pt x="3289" y="1953"/>
                  </a:cubicBezTo>
                  <a:lnTo>
                    <a:pt x="3289" y="1953"/>
                  </a:lnTo>
                  <a:lnTo>
                    <a:pt x="3289" y="1953"/>
                  </a:lnTo>
                  <a:cubicBezTo>
                    <a:pt x="3228" y="1953"/>
                    <a:pt x="3164" y="1953"/>
                    <a:pt x="3104" y="1953"/>
                  </a:cubicBezTo>
                  <a:cubicBezTo>
                    <a:pt x="3090" y="1953"/>
                    <a:pt x="3077" y="1953"/>
                    <a:pt x="3067" y="1960"/>
                  </a:cubicBezTo>
                  <a:cubicBezTo>
                    <a:pt x="3000" y="1953"/>
                    <a:pt x="2933" y="1960"/>
                    <a:pt x="2862" y="1960"/>
                  </a:cubicBezTo>
                  <a:cubicBezTo>
                    <a:pt x="2839" y="1953"/>
                    <a:pt x="2812" y="1953"/>
                    <a:pt x="2785" y="1960"/>
                  </a:cubicBezTo>
                  <a:cubicBezTo>
                    <a:pt x="2782" y="1960"/>
                    <a:pt x="2775" y="1960"/>
                    <a:pt x="2772" y="1960"/>
                  </a:cubicBezTo>
                  <a:cubicBezTo>
                    <a:pt x="2738" y="1953"/>
                    <a:pt x="2704" y="1947"/>
                    <a:pt x="2671" y="1960"/>
                  </a:cubicBezTo>
                  <a:cubicBezTo>
                    <a:pt x="2664" y="1960"/>
                    <a:pt x="2661" y="1960"/>
                    <a:pt x="2658" y="1960"/>
                  </a:cubicBezTo>
                  <a:cubicBezTo>
                    <a:pt x="2590" y="1960"/>
                    <a:pt x="2527" y="1960"/>
                    <a:pt x="2463" y="1960"/>
                  </a:cubicBezTo>
                  <a:cubicBezTo>
                    <a:pt x="2376" y="1963"/>
                    <a:pt x="2292" y="1957"/>
                    <a:pt x="2204" y="1970"/>
                  </a:cubicBezTo>
                  <a:cubicBezTo>
                    <a:pt x="2171" y="1963"/>
                    <a:pt x="2137" y="1967"/>
                    <a:pt x="2104" y="1970"/>
                  </a:cubicBezTo>
                  <a:cubicBezTo>
                    <a:pt x="2084" y="1957"/>
                    <a:pt x="2057" y="1960"/>
                    <a:pt x="2036" y="1967"/>
                  </a:cubicBezTo>
                  <a:cubicBezTo>
                    <a:pt x="2003" y="1974"/>
                    <a:pt x="1970" y="1974"/>
                    <a:pt x="1937" y="1970"/>
                  </a:cubicBezTo>
                  <a:cubicBezTo>
                    <a:pt x="1937" y="1967"/>
                    <a:pt x="1937" y="1963"/>
                    <a:pt x="1934" y="1963"/>
                  </a:cubicBezTo>
                  <a:lnTo>
                    <a:pt x="1934" y="1963"/>
                  </a:lnTo>
                  <a:lnTo>
                    <a:pt x="1934" y="1963"/>
                  </a:lnTo>
                  <a:cubicBezTo>
                    <a:pt x="1974" y="1950"/>
                    <a:pt x="2013" y="1953"/>
                    <a:pt x="2050" y="1950"/>
                  </a:cubicBezTo>
                  <a:cubicBezTo>
                    <a:pt x="2074" y="1950"/>
                    <a:pt x="2097" y="1957"/>
                    <a:pt x="2117" y="1943"/>
                  </a:cubicBezTo>
                  <a:lnTo>
                    <a:pt x="2117" y="1943"/>
                  </a:lnTo>
                  <a:lnTo>
                    <a:pt x="2117" y="1943"/>
                  </a:lnTo>
                  <a:cubicBezTo>
                    <a:pt x="2144" y="1940"/>
                    <a:pt x="2171" y="1947"/>
                    <a:pt x="2194" y="1937"/>
                  </a:cubicBezTo>
                  <a:cubicBezTo>
                    <a:pt x="2285" y="1933"/>
                    <a:pt x="2372" y="1920"/>
                    <a:pt x="2463" y="1913"/>
                  </a:cubicBezTo>
                  <a:lnTo>
                    <a:pt x="2463" y="1913"/>
                  </a:lnTo>
                  <a:lnTo>
                    <a:pt x="2463" y="1913"/>
                  </a:lnTo>
                  <a:cubicBezTo>
                    <a:pt x="2486" y="1917"/>
                    <a:pt x="2510" y="1917"/>
                    <a:pt x="2530" y="1906"/>
                  </a:cubicBezTo>
                  <a:cubicBezTo>
                    <a:pt x="2564" y="1906"/>
                    <a:pt x="2600" y="1910"/>
                    <a:pt x="2631" y="1900"/>
                  </a:cubicBezTo>
                  <a:lnTo>
                    <a:pt x="2631" y="1900"/>
                  </a:lnTo>
                  <a:cubicBezTo>
                    <a:pt x="2671" y="1893"/>
                    <a:pt x="2711" y="1903"/>
                    <a:pt x="2748" y="1886"/>
                  </a:cubicBezTo>
                  <a:cubicBezTo>
                    <a:pt x="2815" y="1886"/>
                    <a:pt x="2886" y="1880"/>
                    <a:pt x="2953" y="1870"/>
                  </a:cubicBezTo>
                  <a:cubicBezTo>
                    <a:pt x="3007" y="1866"/>
                    <a:pt x="3060" y="1873"/>
                    <a:pt x="3114" y="1863"/>
                  </a:cubicBezTo>
                  <a:cubicBezTo>
                    <a:pt x="3118" y="1863"/>
                    <a:pt x="3118" y="1863"/>
                    <a:pt x="3118" y="1863"/>
                  </a:cubicBezTo>
                  <a:cubicBezTo>
                    <a:pt x="3121" y="1860"/>
                    <a:pt x="3121" y="1860"/>
                    <a:pt x="3121" y="1860"/>
                  </a:cubicBezTo>
                  <a:cubicBezTo>
                    <a:pt x="3151" y="1860"/>
                    <a:pt x="3181" y="1860"/>
                    <a:pt x="3211" y="1860"/>
                  </a:cubicBezTo>
                  <a:cubicBezTo>
                    <a:pt x="3262" y="1863"/>
                    <a:pt x="3309" y="1860"/>
                    <a:pt x="3356" y="1842"/>
                  </a:cubicBezTo>
                  <a:cubicBezTo>
                    <a:pt x="3386" y="1842"/>
                    <a:pt x="3416" y="1842"/>
                    <a:pt x="3443" y="1832"/>
                  </a:cubicBezTo>
                  <a:cubicBezTo>
                    <a:pt x="3457" y="1832"/>
                    <a:pt x="3473" y="1832"/>
                    <a:pt x="3483" y="1826"/>
                  </a:cubicBezTo>
                  <a:lnTo>
                    <a:pt x="3483" y="1826"/>
                  </a:lnTo>
                  <a:lnTo>
                    <a:pt x="3483" y="1826"/>
                  </a:lnTo>
                  <a:lnTo>
                    <a:pt x="3483" y="1826"/>
                  </a:lnTo>
                  <a:lnTo>
                    <a:pt x="3483" y="1826"/>
                  </a:lnTo>
                  <a:cubicBezTo>
                    <a:pt x="3524" y="1823"/>
                    <a:pt x="3564" y="1826"/>
                    <a:pt x="3601" y="1816"/>
                  </a:cubicBezTo>
                  <a:cubicBezTo>
                    <a:pt x="3604" y="1816"/>
                    <a:pt x="3607" y="1816"/>
                    <a:pt x="3611" y="1813"/>
                  </a:cubicBezTo>
                  <a:cubicBezTo>
                    <a:pt x="3624" y="1813"/>
                    <a:pt x="3638" y="1813"/>
                    <a:pt x="3651" y="1813"/>
                  </a:cubicBezTo>
                  <a:cubicBezTo>
                    <a:pt x="3654" y="1813"/>
                    <a:pt x="3658" y="1813"/>
                    <a:pt x="3665" y="1813"/>
                  </a:cubicBezTo>
                  <a:cubicBezTo>
                    <a:pt x="3678" y="1813"/>
                    <a:pt x="3691" y="1813"/>
                    <a:pt x="3705" y="1806"/>
                  </a:cubicBezTo>
                  <a:cubicBezTo>
                    <a:pt x="3708" y="1806"/>
                    <a:pt x="3711" y="1806"/>
                    <a:pt x="3715" y="1802"/>
                  </a:cubicBezTo>
                  <a:cubicBezTo>
                    <a:pt x="3718" y="1806"/>
                    <a:pt x="3722" y="1806"/>
                    <a:pt x="3728" y="1802"/>
                  </a:cubicBezTo>
                  <a:cubicBezTo>
                    <a:pt x="3762" y="1829"/>
                    <a:pt x="3789" y="1863"/>
                    <a:pt x="3819" y="1893"/>
                  </a:cubicBezTo>
                  <a:cubicBezTo>
                    <a:pt x="3826" y="1900"/>
                    <a:pt x="3832" y="1906"/>
                    <a:pt x="3819" y="1913"/>
                  </a:cubicBezTo>
                  <a:cubicBezTo>
                    <a:pt x="3816" y="1933"/>
                    <a:pt x="3829" y="1930"/>
                    <a:pt x="3846" y="1927"/>
                  </a:cubicBezTo>
                  <a:cubicBezTo>
                    <a:pt x="3849" y="1923"/>
                    <a:pt x="3853" y="1923"/>
                    <a:pt x="3856" y="1923"/>
                  </a:cubicBezTo>
                  <a:cubicBezTo>
                    <a:pt x="3859" y="1923"/>
                    <a:pt x="3863" y="1920"/>
                    <a:pt x="3863" y="1917"/>
                  </a:cubicBezTo>
                  <a:cubicBezTo>
                    <a:pt x="3863" y="1917"/>
                    <a:pt x="3863" y="1913"/>
                    <a:pt x="3866" y="1913"/>
                  </a:cubicBezTo>
                  <a:lnTo>
                    <a:pt x="3866" y="1910"/>
                  </a:lnTo>
                  <a:cubicBezTo>
                    <a:pt x="3869" y="1910"/>
                    <a:pt x="3873" y="1906"/>
                    <a:pt x="3873" y="1906"/>
                  </a:cubicBezTo>
                  <a:cubicBezTo>
                    <a:pt x="3873" y="1903"/>
                    <a:pt x="3873" y="1900"/>
                    <a:pt x="3869" y="1896"/>
                  </a:cubicBezTo>
                  <a:lnTo>
                    <a:pt x="3869" y="1896"/>
                  </a:lnTo>
                  <a:cubicBezTo>
                    <a:pt x="3859" y="1893"/>
                    <a:pt x="3863" y="1883"/>
                    <a:pt x="3856" y="1880"/>
                  </a:cubicBezTo>
                  <a:cubicBezTo>
                    <a:pt x="3853" y="1876"/>
                    <a:pt x="3849" y="1873"/>
                    <a:pt x="3843" y="1870"/>
                  </a:cubicBezTo>
                  <a:lnTo>
                    <a:pt x="3843" y="1870"/>
                  </a:lnTo>
                  <a:cubicBezTo>
                    <a:pt x="3839" y="1866"/>
                    <a:pt x="3836" y="1863"/>
                    <a:pt x="3832" y="1860"/>
                  </a:cubicBezTo>
                  <a:lnTo>
                    <a:pt x="3832" y="1860"/>
                  </a:lnTo>
                  <a:cubicBezTo>
                    <a:pt x="3822" y="1836"/>
                    <a:pt x="3806" y="1819"/>
                    <a:pt x="3782" y="1802"/>
                  </a:cubicBezTo>
                  <a:cubicBezTo>
                    <a:pt x="3782" y="1799"/>
                    <a:pt x="3779" y="1799"/>
                    <a:pt x="3779" y="1799"/>
                  </a:cubicBezTo>
                  <a:cubicBezTo>
                    <a:pt x="3782" y="1799"/>
                    <a:pt x="3789" y="1799"/>
                    <a:pt x="3792" y="1802"/>
                  </a:cubicBezTo>
                  <a:cubicBezTo>
                    <a:pt x="3796" y="1806"/>
                    <a:pt x="3799" y="1806"/>
                    <a:pt x="3802" y="1809"/>
                  </a:cubicBezTo>
                  <a:cubicBezTo>
                    <a:pt x="3806" y="1813"/>
                    <a:pt x="3809" y="1813"/>
                    <a:pt x="3812" y="1816"/>
                  </a:cubicBezTo>
                  <a:cubicBezTo>
                    <a:pt x="3812" y="1819"/>
                    <a:pt x="3816" y="1819"/>
                    <a:pt x="3816" y="1819"/>
                  </a:cubicBezTo>
                  <a:cubicBezTo>
                    <a:pt x="3819" y="1823"/>
                    <a:pt x="3822" y="1826"/>
                    <a:pt x="3829" y="1826"/>
                  </a:cubicBezTo>
                  <a:cubicBezTo>
                    <a:pt x="3829" y="1829"/>
                    <a:pt x="3832" y="1829"/>
                    <a:pt x="3832" y="1829"/>
                  </a:cubicBezTo>
                  <a:cubicBezTo>
                    <a:pt x="3836" y="1832"/>
                    <a:pt x="3839" y="1836"/>
                    <a:pt x="3843" y="1842"/>
                  </a:cubicBezTo>
                  <a:cubicBezTo>
                    <a:pt x="3849" y="1842"/>
                    <a:pt x="3853" y="1846"/>
                    <a:pt x="3856" y="1849"/>
                  </a:cubicBezTo>
                  <a:cubicBezTo>
                    <a:pt x="3863" y="1853"/>
                    <a:pt x="3869" y="1856"/>
                    <a:pt x="3869" y="1860"/>
                  </a:cubicBezTo>
                  <a:cubicBezTo>
                    <a:pt x="3873" y="1860"/>
                    <a:pt x="3876" y="1860"/>
                    <a:pt x="3879" y="1860"/>
                  </a:cubicBezTo>
                  <a:cubicBezTo>
                    <a:pt x="3879" y="1863"/>
                    <a:pt x="3879" y="1863"/>
                    <a:pt x="3879" y="1863"/>
                  </a:cubicBezTo>
                  <a:cubicBezTo>
                    <a:pt x="3883" y="1866"/>
                    <a:pt x="3883" y="1866"/>
                    <a:pt x="3883" y="1870"/>
                  </a:cubicBezTo>
                  <a:cubicBezTo>
                    <a:pt x="3886" y="1870"/>
                    <a:pt x="3886" y="1870"/>
                    <a:pt x="3889" y="1870"/>
                  </a:cubicBezTo>
                  <a:cubicBezTo>
                    <a:pt x="3889" y="1870"/>
                    <a:pt x="3893" y="1870"/>
                    <a:pt x="3893" y="1873"/>
                  </a:cubicBezTo>
                  <a:lnTo>
                    <a:pt x="3896" y="1873"/>
                  </a:lnTo>
                  <a:cubicBezTo>
                    <a:pt x="3896" y="1876"/>
                    <a:pt x="3896" y="1876"/>
                    <a:pt x="3896" y="1876"/>
                  </a:cubicBezTo>
                  <a:cubicBezTo>
                    <a:pt x="3900" y="1880"/>
                    <a:pt x="3900" y="1880"/>
                    <a:pt x="3903" y="1880"/>
                  </a:cubicBezTo>
                  <a:lnTo>
                    <a:pt x="3903" y="1880"/>
                  </a:lnTo>
                  <a:lnTo>
                    <a:pt x="3906" y="1880"/>
                  </a:lnTo>
                  <a:cubicBezTo>
                    <a:pt x="3903" y="1883"/>
                    <a:pt x="3906" y="1886"/>
                    <a:pt x="3910" y="1886"/>
                  </a:cubicBezTo>
                  <a:cubicBezTo>
                    <a:pt x="3913" y="1886"/>
                    <a:pt x="3916" y="1886"/>
                    <a:pt x="3920" y="1886"/>
                  </a:cubicBezTo>
                  <a:cubicBezTo>
                    <a:pt x="3923" y="1893"/>
                    <a:pt x="3926" y="1896"/>
                    <a:pt x="3933" y="1896"/>
                  </a:cubicBezTo>
                  <a:lnTo>
                    <a:pt x="3933" y="1896"/>
                  </a:lnTo>
                  <a:cubicBezTo>
                    <a:pt x="3936" y="1900"/>
                    <a:pt x="3943" y="1903"/>
                    <a:pt x="3947" y="1906"/>
                  </a:cubicBezTo>
                  <a:cubicBezTo>
                    <a:pt x="3947" y="1913"/>
                    <a:pt x="3950" y="1913"/>
                    <a:pt x="3960" y="1917"/>
                  </a:cubicBezTo>
                  <a:cubicBezTo>
                    <a:pt x="3967" y="1930"/>
                    <a:pt x="3983" y="1937"/>
                    <a:pt x="3997" y="1947"/>
                  </a:cubicBezTo>
                  <a:lnTo>
                    <a:pt x="3997" y="1947"/>
                  </a:lnTo>
                  <a:cubicBezTo>
                    <a:pt x="4000" y="1953"/>
                    <a:pt x="4007" y="1960"/>
                    <a:pt x="4014" y="1967"/>
                  </a:cubicBezTo>
                  <a:cubicBezTo>
                    <a:pt x="4020" y="1970"/>
                    <a:pt x="4027" y="1970"/>
                    <a:pt x="4034" y="1974"/>
                  </a:cubicBezTo>
                  <a:cubicBezTo>
                    <a:pt x="4034" y="1977"/>
                    <a:pt x="4034" y="1977"/>
                    <a:pt x="4034" y="1977"/>
                  </a:cubicBezTo>
                  <a:cubicBezTo>
                    <a:pt x="4037" y="1980"/>
                    <a:pt x="4037" y="1980"/>
                    <a:pt x="4037" y="1980"/>
                  </a:cubicBezTo>
                  <a:cubicBezTo>
                    <a:pt x="4030" y="2010"/>
                    <a:pt x="4037" y="2041"/>
                    <a:pt x="4040" y="2071"/>
                  </a:cubicBezTo>
                  <a:lnTo>
                    <a:pt x="4040" y="2071"/>
                  </a:lnTo>
                  <a:lnTo>
                    <a:pt x="4040" y="2071"/>
                  </a:lnTo>
                  <a:cubicBezTo>
                    <a:pt x="4037" y="2074"/>
                    <a:pt x="4037" y="2078"/>
                    <a:pt x="4037" y="2081"/>
                  </a:cubicBezTo>
                  <a:lnTo>
                    <a:pt x="4040" y="2081"/>
                  </a:lnTo>
                  <a:cubicBezTo>
                    <a:pt x="4024" y="2084"/>
                    <a:pt x="4037" y="2101"/>
                    <a:pt x="4024" y="2111"/>
                  </a:cubicBezTo>
                  <a:cubicBezTo>
                    <a:pt x="4027" y="2114"/>
                    <a:pt x="4027" y="2114"/>
                    <a:pt x="4027" y="2114"/>
                  </a:cubicBezTo>
                  <a:cubicBezTo>
                    <a:pt x="4024" y="2118"/>
                    <a:pt x="4024" y="2118"/>
                    <a:pt x="4024" y="2118"/>
                  </a:cubicBezTo>
                  <a:cubicBezTo>
                    <a:pt x="4017" y="2121"/>
                    <a:pt x="4014" y="2128"/>
                    <a:pt x="4014" y="2135"/>
                  </a:cubicBezTo>
                  <a:cubicBezTo>
                    <a:pt x="4007" y="2121"/>
                    <a:pt x="4000" y="2108"/>
                    <a:pt x="3987" y="2098"/>
                  </a:cubicBezTo>
                  <a:cubicBezTo>
                    <a:pt x="3983" y="2098"/>
                    <a:pt x="3983" y="2094"/>
                    <a:pt x="3983" y="2091"/>
                  </a:cubicBezTo>
                  <a:cubicBezTo>
                    <a:pt x="3980" y="2088"/>
                    <a:pt x="3980" y="2081"/>
                    <a:pt x="3973" y="2081"/>
                  </a:cubicBezTo>
                  <a:cubicBezTo>
                    <a:pt x="3977" y="2078"/>
                    <a:pt x="3977" y="2074"/>
                    <a:pt x="3973" y="2071"/>
                  </a:cubicBezTo>
                  <a:cubicBezTo>
                    <a:pt x="3953" y="2044"/>
                    <a:pt x="3933" y="2017"/>
                    <a:pt x="3920" y="1987"/>
                  </a:cubicBezTo>
                  <a:cubicBezTo>
                    <a:pt x="3913" y="1980"/>
                    <a:pt x="3906" y="1974"/>
                    <a:pt x="3893" y="1970"/>
                  </a:cubicBezTo>
                  <a:lnTo>
                    <a:pt x="3893" y="1970"/>
                  </a:lnTo>
                  <a:cubicBezTo>
                    <a:pt x="3883" y="1977"/>
                    <a:pt x="3883" y="1987"/>
                    <a:pt x="3886" y="1994"/>
                  </a:cubicBezTo>
                  <a:cubicBezTo>
                    <a:pt x="3903" y="2027"/>
                    <a:pt x="3920" y="2061"/>
                    <a:pt x="3943" y="2091"/>
                  </a:cubicBezTo>
                  <a:cubicBezTo>
                    <a:pt x="3960" y="2142"/>
                    <a:pt x="3980" y="2192"/>
                    <a:pt x="3973" y="2245"/>
                  </a:cubicBezTo>
                  <a:cubicBezTo>
                    <a:pt x="3983" y="2256"/>
                    <a:pt x="3973" y="2272"/>
                    <a:pt x="3983" y="2286"/>
                  </a:cubicBezTo>
                  <a:lnTo>
                    <a:pt x="3987" y="2286"/>
                  </a:lnTo>
                  <a:cubicBezTo>
                    <a:pt x="3980" y="2296"/>
                    <a:pt x="3980" y="2309"/>
                    <a:pt x="3977" y="2319"/>
                  </a:cubicBezTo>
                  <a:cubicBezTo>
                    <a:pt x="3977" y="2316"/>
                    <a:pt x="3973" y="2313"/>
                    <a:pt x="3973" y="2309"/>
                  </a:cubicBezTo>
                  <a:cubicBezTo>
                    <a:pt x="3950" y="2303"/>
                    <a:pt x="3957" y="2289"/>
                    <a:pt x="3957" y="2279"/>
                  </a:cubicBezTo>
                  <a:cubicBezTo>
                    <a:pt x="3957" y="2249"/>
                    <a:pt x="3953" y="2225"/>
                    <a:pt x="3936" y="2199"/>
                  </a:cubicBezTo>
                  <a:lnTo>
                    <a:pt x="3936" y="2199"/>
                  </a:lnTo>
                  <a:cubicBezTo>
                    <a:pt x="3936" y="2195"/>
                    <a:pt x="3936" y="2192"/>
                    <a:pt x="3933" y="2192"/>
                  </a:cubicBezTo>
                  <a:cubicBezTo>
                    <a:pt x="3933" y="2192"/>
                    <a:pt x="3930" y="2192"/>
                    <a:pt x="3930" y="2195"/>
                  </a:cubicBezTo>
                  <a:cubicBezTo>
                    <a:pt x="3930" y="2192"/>
                    <a:pt x="3933" y="2192"/>
                    <a:pt x="3933" y="2192"/>
                  </a:cubicBezTo>
                  <a:cubicBezTo>
                    <a:pt x="3926" y="2152"/>
                    <a:pt x="3913" y="2114"/>
                    <a:pt x="3896" y="2078"/>
                  </a:cubicBezTo>
                  <a:lnTo>
                    <a:pt x="3896" y="2078"/>
                  </a:lnTo>
                  <a:cubicBezTo>
                    <a:pt x="3896" y="2074"/>
                    <a:pt x="3896" y="2074"/>
                    <a:pt x="3893" y="2071"/>
                  </a:cubicBezTo>
                  <a:lnTo>
                    <a:pt x="3893" y="2071"/>
                  </a:lnTo>
                  <a:cubicBezTo>
                    <a:pt x="3886" y="2047"/>
                    <a:pt x="3879" y="2024"/>
                    <a:pt x="3856" y="2007"/>
                  </a:cubicBezTo>
                  <a:cubicBezTo>
                    <a:pt x="3843" y="2004"/>
                    <a:pt x="3836" y="2007"/>
                    <a:pt x="3843" y="2017"/>
                  </a:cubicBezTo>
                  <a:cubicBezTo>
                    <a:pt x="3843" y="2037"/>
                    <a:pt x="3822" y="2034"/>
                    <a:pt x="3806" y="2034"/>
                  </a:cubicBezTo>
                  <a:cubicBezTo>
                    <a:pt x="3758" y="2034"/>
                    <a:pt x="3711" y="2034"/>
                    <a:pt x="3661" y="2034"/>
                  </a:cubicBezTo>
                  <a:cubicBezTo>
                    <a:pt x="3658" y="2037"/>
                    <a:pt x="3658" y="2041"/>
                    <a:pt x="3665" y="2044"/>
                  </a:cubicBezTo>
                  <a:cubicBezTo>
                    <a:pt x="3711" y="2044"/>
                    <a:pt x="3758" y="2047"/>
                    <a:pt x="3806" y="2051"/>
                  </a:cubicBezTo>
                  <a:lnTo>
                    <a:pt x="3806" y="2051"/>
                  </a:lnTo>
                  <a:cubicBezTo>
                    <a:pt x="3822" y="2054"/>
                    <a:pt x="3839" y="2054"/>
                    <a:pt x="3853" y="2054"/>
                  </a:cubicBezTo>
                  <a:cubicBezTo>
                    <a:pt x="3856" y="2061"/>
                    <a:pt x="3856" y="2064"/>
                    <a:pt x="3856" y="2071"/>
                  </a:cubicBezTo>
                  <a:cubicBezTo>
                    <a:pt x="3816" y="2081"/>
                    <a:pt x="3779" y="2067"/>
                    <a:pt x="3738" y="2071"/>
                  </a:cubicBezTo>
                  <a:cubicBezTo>
                    <a:pt x="3732" y="2071"/>
                    <a:pt x="3722" y="2071"/>
                    <a:pt x="3715" y="2071"/>
                  </a:cubicBezTo>
                  <a:cubicBezTo>
                    <a:pt x="3678" y="2061"/>
                    <a:pt x="3644" y="2074"/>
                    <a:pt x="3611" y="2074"/>
                  </a:cubicBezTo>
                  <a:cubicBezTo>
                    <a:pt x="3644" y="2081"/>
                    <a:pt x="3678" y="2081"/>
                    <a:pt x="3715" y="2081"/>
                  </a:cubicBezTo>
                  <a:lnTo>
                    <a:pt x="3715" y="2081"/>
                  </a:lnTo>
                  <a:cubicBezTo>
                    <a:pt x="3718" y="2084"/>
                    <a:pt x="3722" y="2084"/>
                    <a:pt x="3725" y="2081"/>
                  </a:cubicBezTo>
                  <a:lnTo>
                    <a:pt x="3725" y="2081"/>
                  </a:lnTo>
                  <a:cubicBezTo>
                    <a:pt x="3755" y="2091"/>
                    <a:pt x="3786" y="2088"/>
                    <a:pt x="3819" y="2088"/>
                  </a:cubicBezTo>
                  <a:lnTo>
                    <a:pt x="3819" y="2088"/>
                  </a:lnTo>
                  <a:cubicBezTo>
                    <a:pt x="3839" y="2094"/>
                    <a:pt x="3863" y="2088"/>
                    <a:pt x="3879" y="2101"/>
                  </a:cubicBezTo>
                  <a:lnTo>
                    <a:pt x="3879" y="2101"/>
                  </a:lnTo>
                  <a:cubicBezTo>
                    <a:pt x="3879" y="2104"/>
                    <a:pt x="3879" y="2104"/>
                    <a:pt x="3879" y="2104"/>
                  </a:cubicBezTo>
                  <a:cubicBezTo>
                    <a:pt x="3883" y="2104"/>
                    <a:pt x="3883" y="2104"/>
                    <a:pt x="3883" y="2104"/>
                  </a:cubicBezTo>
                  <a:cubicBezTo>
                    <a:pt x="3879" y="2104"/>
                    <a:pt x="3879" y="2104"/>
                    <a:pt x="3879" y="2104"/>
                  </a:cubicBezTo>
                  <a:cubicBezTo>
                    <a:pt x="3866" y="2121"/>
                    <a:pt x="3843" y="2118"/>
                    <a:pt x="3822" y="2118"/>
                  </a:cubicBezTo>
                  <a:cubicBezTo>
                    <a:pt x="3796" y="2118"/>
                    <a:pt x="3768" y="2111"/>
                    <a:pt x="3742" y="2118"/>
                  </a:cubicBezTo>
                  <a:cubicBezTo>
                    <a:pt x="3695" y="2104"/>
                    <a:pt x="3648" y="2104"/>
                    <a:pt x="3597" y="2108"/>
                  </a:cubicBezTo>
                  <a:lnTo>
                    <a:pt x="3597" y="2108"/>
                  </a:lnTo>
                  <a:lnTo>
                    <a:pt x="3597" y="2108"/>
                  </a:lnTo>
                  <a:cubicBezTo>
                    <a:pt x="3587" y="2108"/>
                    <a:pt x="3574" y="2108"/>
                    <a:pt x="3564" y="2108"/>
                  </a:cubicBezTo>
                  <a:lnTo>
                    <a:pt x="3564" y="2108"/>
                  </a:lnTo>
                  <a:cubicBezTo>
                    <a:pt x="3473" y="2091"/>
                    <a:pt x="3383" y="2094"/>
                    <a:pt x="3289" y="2101"/>
                  </a:cubicBezTo>
                  <a:cubicBezTo>
                    <a:pt x="3282" y="2104"/>
                    <a:pt x="3282" y="2111"/>
                    <a:pt x="3289" y="2114"/>
                  </a:cubicBezTo>
                  <a:cubicBezTo>
                    <a:pt x="3346" y="2114"/>
                    <a:pt x="3400" y="2118"/>
                    <a:pt x="3457" y="2118"/>
                  </a:cubicBezTo>
                  <a:cubicBezTo>
                    <a:pt x="3473" y="2118"/>
                    <a:pt x="3490" y="2118"/>
                    <a:pt x="3507" y="2118"/>
                  </a:cubicBezTo>
                  <a:cubicBezTo>
                    <a:pt x="3517" y="2128"/>
                    <a:pt x="3527" y="2124"/>
                    <a:pt x="3537" y="2118"/>
                  </a:cubicBezTo>
                  <a:lnTo>
                    <a:pt x="3537" y="2118"/>
                  </a:lnTo>
                  <a:cubicBezTo>
                    <a:pt x="3557" y="2124"/>
                    <a:pt x="3577" y="2128"/>
                    <a:pt x="3597" y="2124"/>
                  </a:cubicBezTo>
                  <a:cubicBezTo>
                    <a:pt x="3644" y="2128"/>
                    <a:pt x="3691" y="2131"/>
                    <a:pt x="3742" y="2124"/>
                  </a:cubicBezTo>
                  <a:lnTo>
                    <a:pt x="3742" y="2124"/>
                  </a:lnTo>
                  <a:cubicBezTo>
                    <a:pt x="3789" y="2131"/>
                    <a:pt x="3836" y="2131"/>
                    <a:pt x="3883" y="2128"/>
                  </a:cubicBezTo>
                  <a:lnTo>
                    <a:pt x="3883" y="2128"/>
                  </a:lnTo>
                  <a:cubicBezTo>
                    <a:pt x="3886" y="2135"/>
                    <a:pt x="3889" y="2145"/>
                    <a:pt x="3893" y="2152"/>
                  </a:cubicBezTo>
                  <a:lnTo>
                    <a:pt x="3893" y="2152"/>
                  </a:lnTo>
                  <a:cubicBezTo>
                    <a:pt x="3856" y="2155"/>
                    <a:pt x="3819" y="2155"/>
                    <a:pt x="3779" y="2155"/>
                  </a:cubicBezTo>
                  <a:cubicBezTo>
                    <a:pt x="3772" y="2162"/>
                    <a:pt x="3772" y="2165"/>
                    <a:pt x="3779" y="2171"/>
                  </a:cubicBezTo>
                  <a:cubicBezTo>
                    <a:pt x="3819" y="2171"/>
                    <a:pt x="3859" y="2178"/>
                    <a:pt x="3896" y="2162"/>
                  </a:cubicBezTo>
                  <a:cubicBezTo>
                    <a:pt x="3906" y="2178"/>
                    <a:pt x="3910" y="2192"/>
                    <a:pt x="3906" y="2209"/>
                  </a:cubicBezTo>
                  <a:cubicBezTo>
                    <a:pt x="3910" y="2209"/>
                    <a:pt x="3910" y="2209"/>
                    <a:pt x="3910" y="2212"/>
                  </a:cubicBezTo>
                  <a:lnTo>
                    <a:pt x="3910" y="2212"/>
                  </a:lnTo>
                  <a:cubicBezTo>
                    <a:pt x="3906" y="2209"/>
                    <a:pt x="3906" y="2209"/>
                    <a:pt x="3906" y="2209"/>
                  </a:cubicBezTo>
                  <a:cubicBezTo>
                    <a:pt x="3876" y="2225"/>
                    <a:pt x="3839" y="2215"/>
                    <a:pt x="3806" y="2219"/>
                  </a:cubicBezTo>
                  <a:cubicBezTo>
                    <a:pt x="3799" y="2229"/>
                    <a:pt x="3775" y="2225"/>
                    <a:pt x="3765" y="2235"/>
                  </a:cubicBezTo>
                  <a:cubicBezTo>
                    <a:pt x="3819" y="2239"/>
                    <a:pt x="3869" y="2232"/>
                    <a:pt x="3920" y="2229"/>
                  </a:cubicBezTo>
                  <a:cubicBezTo>
                    <a:pt x="3920" y="2242"/>
                    <a:pt x="3933" y="2252"/>
                    <a:pt x="3920" y="2266"/>
                  </a:cubicBezTo>
                  <a:cubicBezTo>
                    <a:pt x="3910" y="2266"/>
                    <a:pt x="3900" y="2266"/>
                    <a:pt x="3893" y="2272"/>
                  </a:cubicBezTo>
                  <a:cubicBezTo>
                    <a:pt x="3889" y="2272"/>
                    <a:pt x="3886" y="2272"/>
                    <a:pt x="3883" y="2272"/>
                  </a:cubicBezTo>
                  <a:lnTo>
                    <a:pt x="3883" y="2272"/>
                  </a:lnTo>
                  <a:cubicBezTo>
                    <a:pt x="3836" y="2262"/>
                    <a:pt x="3789" y="2269"/>
                    <a:pt x="3742" y="2272"/>
                  </a:cubicBezTo>
                  <a:cubicBezTo>
                    <a:pt x="3725" y="2262"/>
                    <a:pt x="3708" y="2266"/>
                    <a:pt x="3688" y="2266"/>
                  </a:cubicBezTo>
                  <a:cubicBezTo>
                    <a:pt x="3688" y="2266"/>
                    <a:pt x="3688" y="2269"/>
                    <a:pt x="3685" y="2272"/>
                  </a:cubicBezTo>
                  <a:cubicBezTo>
                    <a:pt x="3678" y="2272"/>
                    <a:pt x="3678" y="2272"/>
                    <a:pt x="3678" y="2272"/>
                  </a:cubicBezTo>
                  <a:lnTo>
                    <a:pt x="3678" y="2272"/>
                  </a:lnTo>
                  <a:cubicBezTo>
                    <a:pt x="3665" y="2262"/>
                    <a:pt x="3648" y="2266"/>
                    <a:pt x="3634" y="2272"/>
                  </a:cubicBezTo>
                  <a:cubicBezTo>
                    <a:pt x="3628" y="2272"/>
                    <a:pt x="3621" y="2272"/>
                    <a:pt x="3611" y="2272"/>
                  </a:cubicBezTo>
                  <a:cubicBezTo>
                    <a:pt x="3567" y="2256"/>
                    <a:pt x="3527" y="2272"/>
                    <a:pt x="3483" y="2272"/>
                  </a:cubicBezTo>
                  <a:lnTo>
                    <a:pt x="3483" y="2272"/>
                  </a:lnTo>
                  <a:lnTo>
                    <a:pt x="3483" y="2272"/>
                  </a:lnTo>
                  <a:cubicBezTo>
                    <a:pt x="3477" y="2272"/>
                    <a:pt x="3473" y="2272"/>
                    <a:pt x="3470" y="2276"/>
                  </a:cubicBezTo>
                  <a:cubicBezTo>
                    <a:pt x="3467" y="2276"/>
                    <a:pt x="3460" y="2272"/>
                    <a:pt x="3457" y="2272"/>
                  </a:cubicBezTo>
                  <a:cubicBezTo>
                    <a:pt x="3423" y="2276"/>
                    <a:pt x="3386" y="2266"/>
                    <a:pt x="3352" y="2282"/>
                  </a:cubicBezTo>
                  <a:cubicBezTo>
                    <a:pt x="3349" y="2286"/>
                    <a:pt x="3349" y="2289"/>
                    <a:pt x="3352" y="2292"/>
                  </a:cubicBezTo>
                  <a:cubicBezTo>
                    <a:pt x="3379" y="2296"/>
                    <a:pt x="3403" y="2299"/>
                    <a:pt x="3429" y="2299"/>
                  </a:cubicBezTo>
                  <a:cubicBezTo>
                    <a:pt x="3433" y="2299"/>
                    <a:pt x="3443" y="2296"/>
                    <a:pt x="3443" y="2292"/>
                  </a:cubicBezTo>
                  <a:lnTo>
                    <a:pt x="3443" y="2292"/>
                  </a:lnTo>
                  <a:cubicBezTo>
                    <a:pt x="3446" y="2292"/>
                    <a:pt x="3450" y="2296"/>
                    <a:pt x="3453" y="2296"/>
                  </a:cubicBezTo>
                  <a:cubicBezTo>
                    <a:pt x="3507" y="2296"/>
                    <a:pt x="3557" y="2299"/>
                    <a:pt x="3611" y="2292"/>
                  </a:cubicBezTo>
                  <a:cubicBezTo>
                    <a:pt x="3614" y="2292"/>
                    <a:pt x="3621" y="2292"/>
                    <a:pt x="3624" y="2289"/>
                  </a:cubicBezTo>
                  <a:cubicBezTo>
                    <a:pt x="3624" y="2292"/>
                    <a:pt x="3624" y="2292"/>
                    <a:pt x="3624" y="2292"/>
                  </a:cubicBezTo>
                  <a:cubicBezTo>
                    <a:pt x="3631" y="2296"/>
                    <a:pt x="3641" y="2296"/>
                    <a:pt x="3648" y="2296"/>
                  </a:cubicBezTo>
                  <a:cubicBezTo>
                    <a:pt x="3654" y="2292"/>
                    <a:pt x="3658" y="2292"/>
                    <a:pt x="3665" y="2292"/>
                  </a:cubicBezTo>
                  <a:cubicBezTo>
                    <a:pt x="3668" y="2292"/>
                    <a:pt x="3671" y="2292"/>
                    <a:pt x="3675" y="2292"/>
                  </a:cubicBezTo>
                  <a:cubicBezTo>
                    <a:pt x="3678" y="2292"/>
                    <a:pt x="3685" y="2292"/>
                    <a:pt x="3691" y="2296"/>
                  </a:cubicBezTo>
                  <a:cubicBezTo>
                    <a:pt x="3691" y="2296"/>
                    <a:pt x="3695" y="2296"/>
                    <a:pt x="3698" y="2296"/>
                  </a:cubicBezTo>
                  <a:cubicBezTo>
                    <a:pt x="3701" y="2296"/>
                    <a:pt x="3701" y="2292"/>
                    <a:pt x="3701" y="2292"/>
                  </a:cubicBezTo>
                  <a:cubicBezTo>
                    <a:pt x="3705" y="2296"/>
                    <a:pt x="3708" y="2296"/>
                    <a:pt x="3711" y="2289"/>
                  </a:cubicBezTo>
                  <a:cubicBezTo>
                    <a:pt x="3718" y="2286"/>
                    <a:pt x="3722" y="2286"/>
                    <a:pt x="3728" y="2282"/>
                  </a:cubicBezTo>
                  <a:cubicBezTo>
                    <a:pt x="3728" y="2286"/>
                    <a:pt x="3728" y="2286"/>
                    <a:pt x="3728" y="2286"/>
                  </a:cubicBezTo>
                  <a:cubicBezTo>
                    <a:pt x="3732" y="2286"/>
                    <a:pt x="3738" y="2289"/>
                    <a:pt x="3742" y="2292"/>
                  </a:cubicBezTo>
                  <a:cubicBezTo>
                    <a:pt x="3758" y="2292"/>
                    <a:pt x="3772" y="2292"/>
                    <a:pt x="3789" y="2292"/>
                  </a:cubicBezTo>
                  <a:cubicBezTo>
                    <a:pt x="3799" y="2286"/>
                    <a:pt x="3809" y="2286"/>
                    <a:pt x="3819" y="2292"/>
                  </a:cubicBezTo>
                  <a:cubicBezTo>
                    <a:pt x="3846" y="2292"/>
                    <a:pt x="3869" y="2292"/>
                    <a:pt x="3896" y="2292"/>
                  </a:cubicBezTo>
                  <a:cubicBezTo>
                    <a:pt x="3900" y="2292"/>
                    <a:pt x="3903" y="2296"/>
                    <a:pt x="3903" y="2299"/>
                  </a:cubicBezTo>
                  <a:cubicBezTo>
                    <a:pt x="3906" y="2299"/>
                    <a:pt x="3910" y="2303"/>
                    <a:pt x="3910" y="2306"/>
                  </a:cubicBezTo>
                  <a:cubicBezTo>
                    <a:pt x="3910" y="2309"/>
                    <a:pt x="3913" y="2309"/>
                    <a:pt x="3913" y="2313"/>
                  </a:cubicBezTo>
                  <a:lnTo>
                    <a:pt x="3913" y="2313"/>
                  </a:lnTo>
                  <a:cubicBezTo>
                    <a:pt x="3906" y="2313"/>
                    <a:pt x="3903" y="2319"/>
                    <a:pt x="3896" y="2319"/>
                  </a:cubicBezTo>
                  <a:cubicBezTo>
                    <a:pt x="3886" y="2319"/>
                    <a:pt x="3879" y="2319"/>
                    <a:pt x="3869" y="2319"/>
                  </a:cubicBezTo>
                  <a:cubicBezTo>
                    <a:pt x="3859" y="2316"/>
                    <a:pt x="3853" y="2313"/>
                    <a:pt x="3846" y="2319"/>
                  </a:cubicBezTo>
                  <a:cubicBezTo>
                    <a:pt x="3843" y="2319"/>
                    <a:pt x="3843" y="2319"/>
                    <a:pt x="3843" y="2316"/>
                  </a:cubicBezTo>
                  <a:cubicBezTo>
                    <a:pt x="3826" y="2309"/>
                    <a:pt x="3809" y="2309"/>
                    <a:pt x="3789" y="2309"/>
                  </a:cubicBezTo>
                  <a:cubicBezTo>
                    <a:pt x="3782" y="2309"/>
                    <a:pt x="3775" y="2309"/>
                    <a:pt x="3768" y="2309"/>
                  </a:cubicBezTo>
                  <a:cubicBezTo>
                    <a:pt x="3758" y="2309"/>
                    <a:pt x="3748" y="2309"/>
                    <a:pt x="3742" y="2309"/>
                  </a:cubicBezTo>
                  <a:cubicBezTo>
                    <a:pt x="3735" y="2309"/>
                    <a:pt x="3728" y="2309"/>
                    <a:pt x="3722" y="2313"/>
                  </a:cubicBezTo>
                  <a:cubicBezTo>
                    <a:pt x="3711" y="2313"/>
                    <a:pt x="3705" y="2316"/>
                    <a:pt x="3695" y="2316"/>
                  </a:cubicBezTo>
                  <a:cubicBezTo>
                    <a:pt x="3675" y="2316"/>
                    <a:pt x="3654" y="2313"/>
                    <a:pt x="3638" y="2319"/>
                  </a:cubicBezTo>
                  <a:cubicBezTo>
                    <a:pt x="3634" y="2319"/>
                    <a:pt x="3628" y="2319"/>
                    <a:pt x="3624" y="2319"/>
                  </a:cubicBezTo>
                  <a:cubicBezTo>
                    <a:pt x="3614" y="2316"/>
                    <a:pt x="3607" y="2313"/>
                    <a:pt x="3597" y="2319"/>
                  </a:cubicBezTo>
                  <a:cubicBezTo>
                    <a:pt x="3601" y="2319"/>
                    <a:pt x="3601" y="2319"/>
                    <a:pt x="3601" y="2319"/>
                  </a:cubicBezTo>
                  <a:cubicBezTo>
                    <a:pt x="3594" y="2323"/>
                    <a:pt x="3594" y="2326"/>
                    <a:pt x="3594" y="2326"/>
                  </a:cubicBezTo>
                  <a:cubicBezTo>
                    <a:pt x="3581" y="2323"/>
                    <a:pt x="3567" y="2323"/>
                    <a:pt x="3554" y="2326"/>
                  </a:cubicBezTo>
                  <a:cubicBezTo>
                    <a:pt x="3550" y="2319"/>
                    <a:pt x="3544" y="2316"/>
                    <a:pt x="3534" y="2319"/>
                  </a:cubicBezTo>
                  <a:cubicBezTo>
                    <a:pt x="3530" y="2319"/>
                    <a:pt x="3527" y="2319"/>
                    <a:pt x="3524" y="2319"/>
                  </a:cubicBezTo>
                  <a:cubicBezTo>
                    <a:pt x="3517" y="2323"/>
                    <a:pt x="3514" y="2323"/>
                    <a:pt x="3510" y="2326"/>
                  </a:cubicBezTo>
                  <a:cubicBezTo>
                    <a:pt x="3493" y="2333"/>
                    <a:pt x="3504" y="2339"/>
                    <a:pt x="3507" y="2346"/>
                  </a:cubicBezTo>
                  <a:cubicBezTo>
                    <a:pt x="3520" y="2346"/>
                    <a:pt x="3534" y="2346"/>
                    <a:pt x="3547" y="2346"/>
                  </a:cubicBezTo>
                  <a:lnTo>
                    <a:pt x="3547" y="2346"/>
                  </a:lnTo>
                  <a:cubicBezTo>
                    <a:pt x="3550" y="2346"/>
                    <a:pt x="3557" y="2346"/>
                    <a:pt x="3561" y="2346"/>
                  </a:cubicBezTo>
                  <a:lnTo>
                    <a:pt x="3561" y="2346"/>
                  </a:lnTo>
                  <a:cubicBezTo>
                    <a:pt x="3618" y="2343"/>
                    <a:pt x="3675" y="2356"/>
                    <a:pt x="3728" y="2339"/>
                  </a:cubicBezTo>
                  <a:lnTo>
                    <a:pt x="3728" y="2339"/>
                  </a:lnTo>
                  <a:lnTo>
                    <a:pt x="3728" y="2339"/>
                  </a:lnTo>
                  <a:lnTo>
                    <a:pt x="3728" y="2339"/>
                  </a:lnTo>
                  <a:cubicBezTo>
                    <a:pt x="3758" y="2353"/>
                    <a:pt x="3789" y="2333"/>
                    <a:pt x="3816" y="2339"/>
                  </a:cubicBezTo>
                  <a:cubicBezTo>
                    <a:pt x="3819" y="2336"/>
                    <a:pt x="3819" y="2336"/>
                    <a:pt x="3822" y="2336"/>
                  </a:cubicBezTo>
                  <a:cubicBezTo>
                    <a:pt x="3819" y="2336"/>
                    <a:pt x="3819" y="2336"/>
                    <a:pt x="3816" y="2339"/>
                  </a:cubicBezTo>
                  <a:cubicBezTo>
                    <a:pt x="3853" y="2339"/>
                    <a:pt x="3886" y="2339"/>
                    <a:pt x="3920" y="2339"/>
                  </a:cubicBezTo>
                  <a:lnTo>
                    <a:pt x="3920" y="2339"/>
                  </a:lnTo>
                  <a:cubicBezTo>
                    <a:pt x="3920" y="2349"/>
                    <a:pt x="3920" y="2363"/>
                    <a:pt x="3920" y="2373"/>
                  </a:cubicBezTo>
                  <a:lnTo>
                    <a:pt x="3920" y="2373"/>
                  </a:lnTo>
                  <a:cubicBezTo>
                    <a:pt x="3889" y="2376"/>
                    <a:pt x="3859" y="2373"/>
                    <a:pt x="3829" y="2373"/>
                  </a:cubicBezTo>
                  <a:cubicBezTo>
                    <a:pt x="3819" y="2376"/>
                    <a:pt x="3809" y="2380"/>
                    <a:pt x="3799" y="2380"/>
                  </a:cubicBezTo>
                  <a:cubicBezTo>
                    <a:pt x="3742" y="2366"/>
                    <a:pt x="3681" y="2376"/>
                    <a:pt x="3624" y="2373"/>
                  </a:cubicBezTo>
                  <a:cubicBezTo>
                    <a:pt x="3618" y="2383"/>
                    <a:pt x="3614" y="2390"/>
                    <a:pt x="3624" y="2396"/>
                  </a:cubicBezTo>
                  <a:cubicBezTo>
                    <a:pt x="3648" y="2406"/>
                    <a:pt x="3675" y="2406"/>
                    <a:pt x="3701" y="2406"/>
                  </a:cubicBezTo>
                  <a:cubicBezTo>
                    <a:pt x="3738" y="2403"/>
                    <a:pt x="3775" y="2410"/>
                    <a:pt x="3812" y="2400"/>
                  </a:cubicBezTo>
                  <a:cubicBezTo>
                    <a:pt x="3816" y="2400"/>
                    <a:pt x="3819" y="2396"/>
                    <a:pt x="3822" y="2393"/>
                  </a:cubicBezTo>
                  <a:cubicBezTo>
                    <a:pt x="3849" y="2410"/>
                    <a:pt x="3879" y="2410"/>
                    <a:pt x="3906" y="2400"/>
                  </a:cubicBezTo>
                  <a:cubicBezTo>
                    <a:pt x="3910" y="2403"/>
                    <a:pt x="3910" y="2410"/>
                    <a:pt x="3913" y="2413"/>
                  </a:cubicBezTo>
                  <a:cubicBezTo>
                    <a:pt x="3913" y="2417"/>
                    <a:pt x="3913" y="2417"/>
                    <a:pt x="3916" y="2417"/>
                  </a:cubicBezTo>
                  <a:cubicBezTo>
                    <a:pt x="3910" y="2427"/>
                    <a:pt x="3903" y="2437"/>
                    <a:pt x="3896" y="2443"/>
                  </a:cubicBezTo>
                  <a:cubicBezTo>
                    <a:pt x="3889" y="2443"/>
                    <a:pt x="3886" y="2447"/>
                    <a:pt x="3883" y="2447"/>
                  </a:cubicBezTo>
                  <a:cubicBezTo>
                    <a:pt x="3876" y="2464"/>
                    <a:pt x="3866" y="2481"/>
                    <a:pt x="3859" y="2494"/>
                  </a:cubicBezTo>
                  <a:cubicBezTo>
                    <a:pt x="3836" y="2504"/>
                    <a:pt x="3809" y="2501"/>
                    <a:pt x="3782" y="2501"/>
                  </a:cubicBezTo>
                  <a:lnTo>
                    <a:pt x="3782" y="2501"/>
                  </a:lnTo>
                  <a:cubicBezTo>
                    <a:pt x="3789" y="2470"/>
                    <a:pt x="3786" y="2467"/>
                    <a:pt x="3755" y="2481"/>
                  </a:cubicBezTo>
                  <a:cubicBezTo>
                    <a:pt x="3732" y="2491"/>
                    <a:pt x="3705" y="2470"/>
                    <a:pt x="3688" y="2491"/>
                  </a:cubicBezTo>
                  <a:lnTo>
                    <a:pt x="3688" y="2491"/>
                  </a:lnTo>
                  <a:cubicBezTo>
                    <a:pt x="3685" y="2491"/>
                    <a:pt x="3678" y="2491"/>
                    <a:pt x="3675" y="2494"/>
                  </a:cubicBezTo>
                  <a:lnTo>
                    <a:pt x="3675" y="2494"/>
                  </a:lnTo>
                  <a:cubicBezTo>
                    <a:pt x="3671" y="2494"/>
                    <a:pt x="3668" y="2494"/>
                    <a:pt x="3665" y="2494"/>
                  </a:cubicBezTo>
                  <a:lnTo>
                    <a:pt x="3665" y="2494"/>
                  </a:lnTo>
                  <a:lnTo>
                    <a:pt x="3665" y="2494"/>
                  </a:lnTo>
                  <a:lnTo>
                    <a:pt x="3665" y="2494"/>
                  </a:lnTo>
                  <a:cubicBezTo>
                    <a:pt x="3607" y="2481"/>
                    <a:pt x="3550" y="2494"/>
                    <a:pt x="3497" y="2487"/>
                  </a:cubicBezTo>
                  <a:cubicBezTo>
                    <a:pt x="3483" y="2484"/>
                    <a:pt x="3470" y="2487"/>
                    <a:pt x="3457" y="2484"/>
                  </a:cubicBezTo>
                  <a:lnTo>
                    <a:pt x="3457" y="2484"/>
                  </a:lnTo>
                  <a:lnTo>
                    <a:pt x="3457" y="2484"/>
                  </a:lnTo>
                  <a:cubicBezTo>
                    <a:pt x="3436" y="2484"/>
                    <a:pt x="3413" y="2484"/>
                    <a:pt x="3393" y="2484"/>
                  </a:cubicBezTo>
                  <a:cubicBezTo>
                    <a:pt x="3376" y="2484"/>
                    <a:pt x="3362" y="2484"/>
                    <a:pt x="3352" y="2494"/>
                  </a:cubicBezTo>
                  <a:lnTo>
                    <a:pt x="3352" y="2494"/>
                  </a:lnTo>
                  <a:cubicBezTo>
                    <a:pt x="3349" y="2494"/>
                    <a:pt x="3346" y="2494"/>
                    <a:pt x="3342" y="2494"/>
                  </a:cubicBezTo>
                  <a:lnTo>
                    <a:pt x="3342" y="2494"/>
                  </a:lnTo>
                  <a:cubicBezTo>
                    <a:pt x="3336" y="2487"/>
                    <a:pt x="3325" y="2484"/>
                    <a:pt x="3315" y="2487"/>
                  </a:cubicBezTo>
                  <a:cubicBezTo>
                    <a:pt x="3262" y="2484"/>
                    <a:pt x="3211" y="2484"/>
                    <a:pt x="3161" y="2487"/>
                  </a:cubicBezTo>
                  <a:lnTo>
                    <a:pt x="3161" y="2487"/>
                  </a:lnTo>
                  <a:lnTo>
                    <a:pt x="3161" y="2487"/>
                  </a:lnTo>
                  <a:cubicBezTo>
                    <a:pt x="3131" y="2497"/>
                    <a:pt x="3097" y="2474"/>
                    <a:pt x="3071" y="2494"/>
                  </a:cubicBezTo>
                  <a:lnTo>
                    <a:pt x="3071" y="2494"/>
                  </a:lnTo>
                  <a:lnTo>
                    <a:pt x="3071" y="2494"/>
                  </a:lnTo>
                  <a:lnTo>
                    <a:pt x="3071" y="2494"/>
                  </a:lnTo>
                  <a:cubicBezTo>
                    <a:pt x="3060" y="2494"/>
                    <a:pt x="3054" y="2494"/>
                    <a:pt x="3043" y="2491"/>
                  </a:cubicBezTo>
                  <a:lnTo>
                    <a:pt x="3043" y="2491"/>
                  </a:lnTo>
                  <a:cubicBezTo>
                    <a:pt x="3040" y="2484"/>
                    <a:pt x="3033" y="2484"/>
                    <a:pt x="3030" y="2494"/>
                  </a:cubicBezTo>
                  <a:cubicBezTo>
                    <a:pt x="3017" y="2494"/>
                    <a:pt x="3003" y="2494"/>
                    <a:pt x="2993" y="2491"/>
                  </a:cubicBezTo>
                  <a:cubicBezTo>
                    <a:pt x="2983" y="2487"/>
                    <a:pt x="2970" y="2487"/>
                    <a:pt x="2966" y="2497"/>
                  </a:cubicBezTo>
                  <a:cubicBezTo>
                    <a:pt x="2966" y="2510"/>
                    <a:pt x="2976" y="2514"/>
                    <a:pt x="2990" y="2514"/>
                  </a:cubicBezTo>
                  <a:cubicBezTo>
                    <a:pt x="3023" y="2514"/>
                    <a:pt x="3054" y="2514"/>
                    <a:pt x="3087" y="2510"/>
                  </a:cubicBezTo>
                  <a:cubicBezTo>
                    <a:pt x="3111" y="2510"/>
                    <a:pt x="3138" y="2514"/>
                    <a:pt x="3161" y="2504"/>
                  </a:cubicBezTo>
                  <a:cubicBezTo>
                    <a:pt x="3235" y="2517"/>
                    <a:pt x="3309" y="2517"/>
                    <a:pt x="3383" y="2504"/>
                  </a:cubicBezTo>
                  <a:lnTo>
                    <a:pt x="3383" y="2504"/>
                  </a:lnTo>
                  <a:cubicBezTo>
                    <a:pt x="3389" y="2507"/>
                    <a:pt x="3396" y="2514"/>
                    <a:pt x="3403" y="2510"/>
                  </a:cubicBezTo>
                  <a:cubicBezTo>
                    <a:pt x="3413" y="2510"/>
                    <a:pt x="3423" y="2514"/>
                    <a:pt x="3429" y="2514"/>
                  </a:cubicBezTo>
                  <a:lnTo>
                    <a:pt x="3429" y="2514"/>
                  </a:lnTo>
                  <a:lnTo>
                    <a:pt x="3429" y="2514"/>
                  </a:lnTo>
                  <a:lnTo>
                    <a:pt x="3429" y="2514"/>
                  </a:lnTo>
                  <a:lnTo>
                    <a:pt x="3429" y="2514"/>
                  </a:lnTo>
                  <a:cubicBezTo>
                    <a:pt x="3426" y="2521"/>
                    <a:pt x="3423" y="2524"/>
                    <a:pt x="3416" y="2531"/>
                  </a:cubicBezTo>
                  <a:lnTo>
                    <a:pt x="3416" y="2531"/>
                  </a:lnTo>
                  <a:cubicBezTo>
                    <a:pt x="3366" y="2531"/>
                    <a:pt x="3315" y="2531"/>
                    <a:pt x="3265" y="2538"/>
                  </a:cubicBezTo>
                  <a:cubicBezTo>
                    <a:pt x="3188" y="2551"/>
                    <a:pt x="3111" y="2548"/>
                    <a:pt x="3037" y="2554"/>
                  </a:cubicBezTo>
                  <a:cubicBezTo>
                    <a:pt x="3020" y="2554"/>
                    <a:pt x="3007" y="2558"/>
                    <a:pt x="2993" y="2561"/>
                  </a:cubicBezTo>
                  <a:cubicBezTo>
                    <a:pt x="2973" y="2558"/>
                    <a:pt x="2953" y="2558"/>
                    <a:pt x="2936" y="2568"/>
                  </a:cubicBezTo>
                  <a:lnTo>
                    <a:pt x="2936" y="2568"/>
                  </a:lnTo>
                  <a:cubicBezTo>
                    <a:pt x="2909" y="2564"/>
                    <a:pt x="2879" y="2574"/>
                    <a:pt x="2849" y="2568"/>
                  </a:cubicBezTo>
                  <a:cubicBezTo>
                    <a:pt x="2829" y="2571"/>
                    <a:pt x="2809" y="2574"/>
                    <a:pt x="2785" y="2578"/>
                  </a:cubicBezTo>
                  <a:cubicBezTo>
                    <a:pt x="2782" y="2578"/>
                    <a:pt x="2775" y="2578"/>
                    <a:pt x="2772" y="2581"/>
                  </a:cubicBezTo>
                  <a:lnTo>
                    <a:pt x="2772" y="2581"/>
                  </a:lnTo>
                  <a:lnTo>
                    <a:pt x="2772" y="2581"/>
                  </a:lnTo>
                  <a:cubicBezTo>
                    <a:pt x="2745" y="2578"/>
                    <a:pt x="2718" y="2574"/>
                    <a:pt x="2691" y="2585"/>
                  </a:cubicBezTo>
                  <a:cubicBezTo>
                    <a:pt x="2654" y="2585"/>
                    <a:pt x="2617" y="2581"/>
                    <a:pt x="2580" y="2588"/>
                  </a:cubicBezTo>
                  <a:cubicBezTo>
                    <a:pt x="2574" y="2588"/>
                    <a:pt x="2570" y="2588"/>
                    <a:pt x="2567" y="2588"/>
                  </a:cubicBezTo>
                  <a:lnTo>
                    <a:pt x="2567" y="2588"/>
                  </a:lnTo>
                  <a:lnTo>
                    <a:pt x="2567" y="2588"/>
                  </a:lnTo>
                  <a:cubicBezTo>
                    <a:pt x="2557" y="2588"/>
                    <a:pt x="2550" y="2588"/>
                    <a:pt x="2540" y="2588"/>
                  </a:cubicBezTo>
                  <a:lnTo>
                    <a:pt x="2540" y="2588"/>
                  </a:lnTo>
                  <a:lnTo>
                    <a:pt x="2540" y="2588"/>
                  </a:lnTo>
                  <a:cubicBezTo>
                    <a:pt x="2537" y="2588"/>
                    <a:pt x="2533" y="2588"/>
                    <a:pt x="2527" y="2588"/>
                  </a:cubicBezTo>
                  <a:lnTo>
                    <a:pt x="2527" y="2588"/>
                  </a:lnTo>
                  <a:cubicBezTo>
                    <a:pt x="2517" y="2585"/>
                    <a:pt x="2503" y="2588"/>
                    <a:pt x="2497" y="2595"/>
                  </a:cubicBezTo>
                  <a:cubicBezTo>
                    <a:pt x="2386" y="2598"/>
                    <a:pt x="2275" y="2601"/>
                    <a:pt x="2164" y="2615"/>
                  </a:cubicBezTo>
                  <a:cubicBezTo>
                    <a:pt x="2137" y="2615"/>
                    <a:pt x="2111" y="2608"/>
                    <a:pt x="2084" y="2621"/>
                  </a:cubicBezTo>
                  <a:cubicBezTo>
                    <a:pt x="2087" y="2621"/>
                    <a:pt x="2087" y="2621"/>
                    <a:pt x="2090" y="2621"/>
                  </a:cubicBezTo>
                  <a:cubicBezTo>
                    <a:pt x="2087" y="2621"/>
                    <a:pt x="2087" y="2621"/>
                    <a:pt x="2084" y="2621"/>
                  </a:cubicBezTo>
                  <a:cubicBezTo>
                    <a:pt x="1990" y="2615"/>
                    <a:pt x="1897" y="2631"/>
                    <a:pt x="1803" y="2631"/>
                  </a:cubicBezTo>
                  <a:cubicBezTo>
                    <a:pt x="1776" y="2631"/>
                    <a:pt x="1742" y="2631"/>
                    <a:pt x="1715" y="2642"/>
                  </a:cubicBezTo>
                  <a:cubicBezTo>
                    <a:pt x="1695" y="2638"/>
                    <a:pt x="1672" y="2638"/>
                    <a:pt x="1652" y="2642"/>
                  </a:cubicBezTo>
                  <a:cubicBezTo>
                    <a:pt x="1641" y="2642"/>
                    <a:pt x="1635" y="2642"/>
                    <a:pt x="1625" y="2642"/>
                  </a:cubicBezTo>
                  <a:cubicBezTo>
                    <a:pt x="1558" y="2638"/>
                    <a:pt x="1487" y="2648"/>
                    <a:pt x="1420" y="2652"/>
                  </a:cubicBezTo>
                  <a:cubicBezTo>
                    <a:pt x="1397" y="2652"/>
                    <a:pt x="1376" y="2655"/>
                    <a:pt x="1356" y="2652"/>
                  </a:cubicBezTo>
                  <a:cubicBezTo>
                    <a:pt x="1286" y="2658"/>
                    <a:pt x="1212" y="2648"/>
                    <a:pt x="1141" y="2665"/>
                  </a:cubicBezTo>
                  <a:cubicBezTo>
                    <a:pt x="1138" y="2665"/>
                    <a:pt x="1135" y="2668"/>
                    <a:pt x="1135" y="2668"/>
                  </a:cubicBezTo>
                  <a:cubicBezTo>
                    <a:pt x="1068" y="2665"/>
                    <a:pt x="997" y="2678"/>
                    <a:pt x="930" y="2672"/>
                  </a:cubicBezTo>
                  <a:cubicBezTo>
                    <a:pt x="930" y="2668"/>
                    <a:pt x="930" y="2668"/>
                    <a:pt x="930" y="2668"/>
                  </a:cubicBezTo>
                  <a:cubicBezTo>
                    <a:pt x="910" y="2678"/>
                    <a:pt x="886" y="2668"/>
                    <a:pt x="863" y="2675"/>
                  </a:cubicBezTo>
                  <a:cubicBezTo>
                    <a:pt x="863" y="2678"/>
                    <a:pt x="863" y="2678"/>
                    <a:pt x="863" y="2678"/>
                  </a:cubicBezTo>
                  <a:cubicBezTo>
                    <a:pt x="859" y="2675"/>
                    <a:pt x="859" y="2675"/>
                    <a:pt x="856" y="2675"/>
                  </a:cubicBezTo>
                  <a:cubicBezTo>
                    <a:pt x="853" y="2678"/>
                    <a:pt x="853" y="2678"/>
                    <a:pt x="853" y="2678"/>
                  </a:cubicBezTo>
                  <a:cubicBezTo>
                    <a:pt x="849" y="2678"/>
                    <a:pt x="849" y="2682"/>
                    <a:pt x="849" y="2682"/>
                  </a:cubicBezTo>
                  <a:cubicBezTo>
                    <a:pt x="846" y="2678"/>
                    <a:pt x="846" y="2678"/>
                    <a:pt x="843" y="2675"/>
                  </a:cubicBezTo>
                  <a:cubicBezTo>
                    <a:pt x="809" y="2675"/>
                    <a:pt x="772" y="2668"/>
                    <a:pt x="735" y="2678"/>
                  </a:cubicBezTo>
                  <a:cubicBezTo>
                    <a:pt x="725" y="2682"/>
                    <a:pt x="712" y="2685"/>
                    <a:pt x="702" y="2678"/>
                  </a:cubicBezTo>
                  <a:cubicBezTo>
                    <a:pt x="662" y="2685"/>
                    <a:pt x="618" y="2672"/>
                    <a:pt x="581" y="2685"/>
                  </a:cubicBezTo>
                  <a:cubicBezTo>
                    <a:pt x="577" y="2688"/>
                    <a:pt x="574" y="2688"/>
                    <a:pt x="571" y="2688"/>
                  </a:cubicBezTo>
                  <a:cubicBezTo>
                    <a:pt x="527" y="2688"/>
                    <a:pt x="483" y="2688"/>
                    <a:pt x="440" y="2695"/>
                  </a:cubicBezTo>
                  <a:cubicBezTo>
                    <a:pt x="437" y="2699"/>
                    <a:pt x="433" y="2699"/>
                    <a:pt x="430" y="2699"/>
                  </a:cubicBezTo>
                  <a:cubicBezTo>
                    <a:pt x="420" y="2705"/>
                    <a:pt x="406" y="2702"/>
                    <a:pt x="396" y="2705"/>
                  </a:cubicBezTo>
                  <a:cubicBezTo>
                    <a:pt x="380" y="2705"/>
                    <a:pt x="376" y="2712"/>
                    <a:pt x="376" y="2722"/>
                  </a:cubicBezTo>
                  <a:cubicBezTo>
                    <a:pt x="420" y="2725"/>
                    <a:pt x="467" y="2722"/>
                    <a:pt x="510" y="2719"/>
                  </a:cubicBezTo>
                  <a:cubicBezTo>
                    <a:pt x="598" y="2712"/>
                    <a:pt x="682" y="2705"/>
                    <a:pt x="769" y="2705"/>
                  </a:cubicBezTo>
                  <a:cubicBezTo>
                    <a:pt x="786" y="2705"/>
                    <a:pt x="799" y="2702"/>
                    <a:pt x="812" y="2699"/>
                  </a:cubicBezTo>
                  <a:cubicBezTo>
                    <a:pt x="812" y="2695"/>
                    <a:pt x="812" y="2695"/>
                    <a:pt x="816" y="2692"/>
                  </a:cubicBezTo>
                  <a:cubicBezTo>
                    <a:pt x="816" y="2695"/>
                    <a:pt x="812" y="2695"/>
                    <a:pt x="812" y="2699"/>
                  </a:cubicBezTo>
                  <a:cubicBezTo>
                    <a:pt x="843" y="2699"/>
                    <a:pt x="873" y="2702"/>
                    <a:pt x="903" y="2695"/>
                  </a:cubicBezTo>
                  <a:cubicBezTo>
                    <a:pt x="984" y="2699"/>
                    <a:pt x="1068" y="2695"/>
                    <a:pt x="1148" y="2685"/>
                  </a:cubicBezTo>
                  <a:lnTo>
                    <a:pt x="1148" y="2685"/>
                  </a:lnTo>
                  <a:cubicBezTo>
                    <a:pt x="1239" y="2688"/>
                    <a:pt x="1329" y="2678"/>
                    <a:pt x="1423" y="2672"/>
                  </a:cubicBezTo>
                  <a:cubicBezTo>
                    <a:pt x="1514" y="2668"/>
                    <a:pt x="1608" y="2665"/>
                    <a:pt x="1702" y="2658"/>
                  </a:cubicBezTo>
                  <a:cubicBezTo>
                    <a:pt x="1749" y="2658"/>
                    <a:pt x="1796" y="2658"/>
                    <a:pt x="1843" y="2652"/>
                  </a:cubicBezTo>
                  <a:cubicBezTo>
                    <a:pt x="1903" y="2645"/>
                    <a:pt x="1967" y="2642"/>
                    <a:pt x="2030" y="2642"/>
                  </a:cubicBezTo>
                  <a:cubicBezTo>
                    <a:pt x="2060" y="2642"/>
                    <a:pt x="2090" y="2645"/>
                    <a:pt x="2117" y="2635"/>
                  </a:cubicBezTo>
                  <a:lnTo>
                    <a:pt x="2117" y="2635"/>
                  </a:lnTo>
                  <a:lnTo>
                    <a:pt x="2117" y="2635"/>
                  </a:lnTo>
                  <a:cubicBezTo>
                    <a:pt x="2121" y="2635"/>
                    <a:pt x="2124" y="2635"/>
                    <a:pt x="2127" y="2631"/>
                  </a:cubicBezTo>
                  <a:lnTo>
                    <a:pt x="2127" y="2631"/>
                  </a:lnTo>
                  <a:lnTo>
                    <a:pt x="2127" y="2631"/>
                  </a:lnTo>
                  <a:cubicBezTo>
                    <a:pt x="2131" y="2631"/>
                    <a:pt x="2137" y="2631"/>
                    <a:pt x="2141" y="2631"/>
                  </a:cubicBezTo>
                  <a:lnTo>
                    <a:pt x="2141" y="2631"/>
                  </a:lnTo>
                  <a:lnTo>
                    <a:pt x="2141" y="2631"/>
                  </a:lnTo>
                  <a:cubicBezTo>
                    <a:pt x="2144" y="2631"/>
                    <a:pt x="2147" y="2631"/>
                    <a:pt x="2154" y="2631"/>
                  </a:cubicBezTo>
                  <a:cubicBezTo>
                    <a:pt x="2151" y="2631"/>
                    <a:pt x="2151" y="2631"/>
                    <a:pt x="2147" y="2628"/>
                  </a:cubicBezTo>
                  <a:lnTo>
                    <a:pt x="2147" y="2628"/>
                  </a:lnTo>
                  <a:cubicBezTo>
                    <a:pt x="2151" y="2631"/>
                    <a:pt x="2154" y="2631"/>
                    <a:pt x="2154" y="2631"/>
                  </a:cubicBezTo>
                  <a:cubicBezTo>
                    <a:pt x="2198" y="2635"/>
                    <a:pt x="2241" y="2628"/>
                    <a:pt x="2282" y="2621"/>
                  </a:cubicBezTo>
                  <a:cubicBezTo>
                    <a:pt x="2382" y="2628"/>
                    <a:pt x="2480" y="2611"/>
                    <a:pt x="2580" y="2605"/>
                  </a:cubicBezTo>
                  <a:cubicBezTo>
                    <a:pt x="2587" y="2605"/>
                    <a:pt x="2597" y="2605"/>
                    <a:pt x="2604" y="2605"/>
                  </a:cubicBezTo>
                  <a:lnTo>
                    <a:pt x="2604" y="2605"/>
                  </a:lnTo>
                  <a:cubicBezTo>
                    <a:pt x="2651" y="2605"/>
                    <a:pt x="2698" y="2608"/>
                    <a:pt x="2742" y="2598"/>
                  </a:cubicBezTo>
                  <a:cubicBezTo>
                    <a:pt x="2758" y="2601"/>
                    <a:pt x="2779" y="2598"/>
                    <a:pt x="2799" y="2595"/>
                  </a:cubicBezTo>
                  <a:cubicBezTo>
                    <a:pt x="2842" y="2595"/>
                    <a:pt x="2886" y="2591"/>
                    <a:pt x="2926" y="2585"/>
                  </a:cubicBezTo>
                  <a:cubicBezTo>
                    <a:pt x="2943" y="2585"/>
                    <a:pt x="2956" y="2588"/>
                    <a:pt x="2970" y="2578"/>
                  </a:cubicBezTo>
                  <a:cubicBezTo>
                    <a:pt x="2973" y="2578"/>
                    <a:pt x="2976" y="2578"/>
                    <a:pt x="2980" y="2578"/>
                  </a:cubicBezTo>
                  <a:lnTo>
                    <a:pt x="2980" y="2578"/>
                  </a:lnTo>
                  <a:cubicBezTo>
                    <a:pt x="2986" y="2578"/>
                    <a:pt x="2997" y="2574"/>
                    <a:pt x="3007" y="2574"/>
                  </a:cubicBezTo>
                  <a:lnTo>
                    <a:pt x="3007" y="2574"/>
                  </a:lnTo>
                  <a:lnTo>
                    <a:pt x="3007" y="2574"/>
                  </a:lnTo>
                  <a:cubicBezTo>
                    <a:pt x="3047" y="2574"/>
                    <a:pt x="3087" y="2581"/>
                    <a:pt x="3128" y="2568"/>
                  </a:cubicBezTo>
                  <a:cubicBezTo>
                    <a:pt x="3242" y="2564"/>
                    <a:pt x="3356" y="2558"/>
                    <a:pt x="3470" y="2541"/>
                  </a:cubicBezTo>
                  <a:cubicBezTo>
                    <a:pt x="3507" y="2538"/>
                    <a:pt x="3547" y="2541"/>
                    <a:pt x="3584" y="2538"/>
                  </a:cubicBezTo>
                  <a:cubicBezTo>
                    <a:pt x="3624" y="2544"/>
                    <a:pt x="3661" y="2534"/>
                    <a:pt x="3701" y="2531"/>
                  </a:cubicBezTo>
                  <a:lnTo>
                    <a:pt x="3701" y="2531"/>
                  </a:lnTo>
                  <a:lnTo>
                    <a:pt x="3701" y="2531"/>
                  </a:lnTo>
                  <a:cubicBezTo>
                    <a:pt x="3715" y="2531"/>
                    <a:pt x="3732" y="2527"/>
                    <a:pt x="3742" y="2524"/>
                  </a:cubicBezTo>
                  <a:lnTo>
                    <a:pt x="3742" y="2524"/>
                  </a:lnTo>
                  <a:cubicBezTo>
                    <a:pt x="3789" y="2524"/>
                    <a:pt x="3832" y="2517"/>
                    <a:pt x="3876" y="2514"/>
                  </a:cubicBezTo>
                  <a:cubicBezTo>
                    <a:pt x="3893" y="2510"/>
                    <a:pt x="3886" y="2501"/>
                    <a:pt x="3879" y="2494"/>
                  </a:cubicBezTo>
                  <a:lnTo>
                    <a:pt x="3879" y="2494"/>
                  </a:lnTo>
                  <a:lnTo>
                    <a:pt x="3879" y="2494"/>
                  </a:lnTo>
                  <a:cubicBezTo>
                    <a:pt x="3896" y="2484"/>
                    <a:pt x="3913" y="2474"/>
                    <a:pt x="3923" y="2457"/>
                  </a:cubicBezTo>
                  <a:cubicBezTo>
                    <a:pt x="3926" y="2453"/>
                    <a:pt x="3933" y="2450"/>
                    <a:pt x="3936" y="2447"/>
                  </a:cubicBezTo>
                  <a:cubicBezTo>
                    <a:pt x="3936" y="2447"/>
                    <a:pt x="3933" y="2450"/>
                    <a:pt x="3930" y="2450"/>
                  </a:cubicBezTo>
                  <a:lnTo>
                    <a:pt x="3930" y="2450"/>
                  </a:lnTo>
                  <a:cubicBezTo>
                    <a:pt x="3933" y="2447"/>
                    <a:pt x="3933" y="2443"/>
                    <a:pt x="3936" y="2440"/>
                  </a:cubicBezTo>
                  <a:lnTo>
                    <a:pt x="3936" y="2440"/>
                  </a:lnTo>
                  <a:cubicBezTo>
                    <a:pt x="3943" y="2437"/>
                    <a:pt x="3947" y="2430"/>
                    <a:pt x="3947" y="2423"/>
                  </a:cubicBezTo>
                  <a:cubicBezTo>
                    <a:pt x="3950" y="2423"/>
                    <a:pt x="3953" y="2420"/>
                    <a:pt x="3953" y="2417"/>
                  </a:cubicBezTo>
                  <a:cubicBezTo>
                    <a:pt x="3960" y="2406"/>
                    <a:pt x="3967" y="2393"/>
                    <a:pt x="3970" y="2383"/>
                  </a:cubicBezTo>
                  <a:lnTo>
                    <a:pt x="3970" y="2386"/>
                  </a:lnTo>
                  <a:cubicBezTo>
                    <a:pt x="3967" y="2393"/>
                    <a:pt x="3967" y="2400"/>
                    <a:pt x="3963" y="2406"/>
                  </a:cubicBezTo>
                  <a:cubicBezTo>
                    <a:pt x="3960" y="2413"/>
                    <a:pt x="3960" y="2420"/>
                    <a:pt x="3960" y="2427"/>
                  </a:cubicBezTo>
                  <a:cubicBezTo>
                    <a:pt x="3957" y="2433"/>
                    <a:pt x="3953" y="2443"/>
                    <a:pt x="3953" y="2450"/>
                  </a:cubicBezTo>
                  <a:cubicBezTo>
                    <a:pt x="3953" y="2453"/>
                    <a:pt x="3953" y="2453"/>
                    <a:pt x="3953" y="2457"/>
                  </a:cubicBezTo>
                  <a:cubicBezTo>
                    <a:pt x="3950" y="2457"/>
                    <a:pt x="3950" y="2457"/>
                    <a:pt x="3947" y="2457"/>
                  </a:cubicBezTo>
                  <a:cubicBezTo>
                    <a:pt x="3950" y="2467"/>
                    <a:pt x="3933" y="2477"/>
                    <a:pt x="3947" y="2484"/>
                  </a:cubicBezTo>
                  <a:cubicBezTo>
                    <a:pt x="3957" y="2487"/>
                    <a:pt x="3967" y="2484"/>
                    <a:pt x="3977" y="2477"/>
                  </a:cubicBezTo>
                  <a:lnTo>
                    <a:pt x="3977" y="2477"/>
                  </a:lnTo>
                  <a:cubicBezTo>
                    <a:pt x="3980" y="2474"/>
                    <a:pt x="3983" y="2470"/>
                    <a:pt x="3987" y="2470"/>
                  </a:cubicBezTo>
                  <a:lnTo>
                    <a:pt x="3987" y="2470"/>
                  </a:lnTo>
                  <a:cubicBezTo>
                    <a:pt x="3997" y="2464"/>
                    <a:pt x="4000" y="2457"/>
                    <a:pt x="4000" y="2447"/>
                  </a:cubicBezTo>
                  <a:cubicBezTo>
                    <a:pt x="4000" y="2447"/>
                    <a:pt x="4000" y="2443"/>
                    <a:pt x="4000" y="2440"/>
                  </a:cubicBezTo>
                  <a:lnTo>
                    <a:pt x="4000" y="2440"/>
                  </a:lnTo>
                  <a:cubicBezTo>
                    <a:pt x="4004" y="2437"/>
                    <a:pt x="4007" y="2433"/>
                    <a:pt x="4010" y="2430"/>
                  </a:cubicBezTo>
                  <a:cubicBezTo>
                    <a:pt x="4010" y="2427"/>
                    <a:pt x="4010" y="2423"/>
                    <a:pt x="4010" y="2420"/>
                  </a:cubicBezTo>
                  <a:lnTo>
                    <a:pt x="4014" y="2417"/>
                  </a:lnTo>
                  <a:cubicBezTo>
                    <a:pt x="4014" y="2413"/>
                    <a:pt x="4017" y="2413"/>
                    <a:pt x="4017" y="2410"/>
                  </a:cubicBezTo>
                  <a:lnTo>
                    <a:pt x="4017" y="2410"/>
                  </a:lnTo>
                  <a:lnTo>
                    <a:pt x="4017" y="2413"/>
                  </a:lnTo>
                  <a:cubicBezTo>
                    <a:pt x="4014" y="2420"/>
                    <a:pt x="4017" y="2427"/>
                    <a:pt x="4020" y="2430"/>
                  </a:cubicBezTo>
                  <a:cubicBezTo>
                    <a:pt x="4024" y="2460"/>
                    <a:pt x="4024" y="2491"/>
                    <a:pt x="4027" y="2524"/>
                  </a:cubicBezTo>
                  <a:cubicBezTo>
                    <a:pt x="4017" y="2531"/>
                    <a:pt x="4007" y="2541"/>
                    <a:pt x="3997" y="2551"/>
                  </a:cubicBezTo>
                  <a:cubicBezTo>
                    <a:pt x="3990" y="2551"/>
                    <a:pt x="3977" y="2551"/>
                    <a:pt x="3970" y="2558"/>
                  </a:cubicBezTo>
                  <a:cubicBezTo>
                    <a:pt x="3926" y="2561"/>
                    <a:pt x="3883" y="2564"/>
                    <a:pt x="3839" y="2558"/>
                  </a:cubicBezTo>
                  <a:cubicBezTo>
                    <a:pt x="3812" y="2558"/>
                    <a:pt x="3789" y="2554"/>
                    <a:pt x="3765" y="2564"/>
                  </a:cubicBezTo>
                  <a:lnTo>
                    <a:pt x="3765" y="2564"/>
                  </a:lnTo>
                  <a:cubicBezTo>
                    <a:pt x="3738" y="2571"/>
                    <a:pt x="3711" y="2568"/>
                    <a:pt x="3685" y="2574"/>
                  </a:cubicBezTo>
                  <a:lnTo>
                    <a:pt x="3685" y="2574"/>
                  </a:lnTo>
                  <a:lnTo>
                    <a:pt x="3685" y="2574"/>
                  </a:lnTo>
                  <a:cubicBezTo>
                    <a:pt x="3681" y="2574"/>
                    <a:pt x="3678" y="2574"/>
                    <a:pt x="3675" y="2578"/>
                  </a:cubicBezTo>
                  <a:lnTo>
                    <a:pt x="3675" y="2578"/>
                  </a:lnTo>
                  <a:lnTo>
                    <a:pt x="3675" y="2578"/>
                  </a:lnTo>
                  <a:cubicBezTo>
                    <a:pt x="3584" y="2574"/>
                    <a:pt x="3497" y="2595"/>
                    <a:pt x="3409" y="2598"/>
                  </a:cubicBezTo>
                  <a:cubicBezTo>
                    <a:pt x="3362" y="2598"/>
                    <a:pt x="3315" y="2608"/>
                    <a:pt x="3268" y="2611"/>
                  </a:cubicBezTo>
                  <a:cubicBezTo>
                    <a:pt x="3252" y="2611"/>
                    <a:pt x="3235" y="2611"/>
                    <a:pt x="3222" y="2621"/>
                  </a:cubicBezTo>
                  <a:cubicBezTo>
                    <a:pt x="3181" y="2625"/>
                    <a:pt x="3134" y="2615"/>
                    <a:pt x="3094" y="2631"/>
                  </a:cubicBezTo>
                  <a:cubicBezTo>
                    <a:pt x="2950" y="2645"/>
                    <a:pt x="2802" y="2648"/>
                    <a:pt x="2658" y="2658"/>
                  </a:cubicBezTo>
                  <a:cubicBezTo>
                    <a:pt x="2644" y="2662"/>
                    <a:pt x="2627" y="2658"/>
                    <a:pt x="2617" y="2668"/>
                  </a:cubicBezTo>
                  <a:cubicBezTo>
                    <a:pt x="2611" y="2668"/>
                    <a:pt x="2607" y="2668"/>
                    <a:pt x="2604" y="2668"/>
                  </a:cubicBezTo>
                  <a:cubicBezTo>
                    <a:pt x="2547" y="2665"/>
                    <a:pt x="2493" y="2668"/>
                    <a:pt x="2436" y="2678"/>
                  </a:cubicBezTo>
                  <a:cubicBezTo>
                    <a:pt x="2443" y="2682"/>
                    <a:pt x="2446" y="2682"/>
                    <a:pt x="2450" y="2685"/>
                  </a:cubicBezTo>
                  <a:cubicBezTo>
                    <a:pt x="2446" y="2685"/>
                    <a:pt x="2439" y="2682"/>
                    <a:pt x="2436" y="2678"/>
                  </a:cubicBezTo>
                  <a:cubicBezTo>
                    <a:pt x="2433" y="2678"/>
                    <a:pt x="2429" y="2678"/>
                    <a:pt x="2423" y="2678"/>
                  </a:cubicBezTo>
                  <a:cubicBezTo>
                    <a:pt x="2386" y="2675"/>
                    <a:pt x="2346" y="2678"/>
                    <a:pt x="2305" y="2685"/>
                  </a:cubicBezTo>
                  <a:cubicBezTo>
                    <a:pt x="2245" y="2682"/>
                    <a:pt x="2188" y="2688"/>
                    <a:pt x="2127" y="2695"/>
                  </a:cubicBezTo>
                  <a:cubicBezTo>
                    <a:pt x="2074" y="2695"/>
                    <a:pt x="2023" y="2692"/>
                    <a:pt x="1970" y="2705"/>
                  </a:cubicBezTo>
                  <a:lnTo>
                    <a:pt x="1970" y="2705"/>
                  </a:lnTo>
                  <a:cubicBezTo>
                    <a:pt x="1964" y="2705"/>
                    <a:pt x="1964" y="2705"/>
                    <a:pt x="1964" y="2705"/>
                  </a:cubicBezTo>
                  <a:lnTo>
                    <a:pt x="1964" y="2705"/>
                  </a:lnTo>
                  <a:cubicBezTo>
                    <a:pt x="1913" y="2695"/>
                    <a:pt x="1860" y="2702"/>
                    <a:pt x="1809" y="2705"/>
                  </a:cubicBezTo>
                  <a:cubicBezTo>
                    <a:pt x="1736" y="2712"/>
                    <a:pt x="1658" y="2709"/>
                    <a:pt x="1584" y="2722"/>
                  </a:cubicBezTo>
                  <a:cubicBezTo>
                    <a:pt x="1537" y="2729"/>
                    <a:pt x="1491" y="2715"/>
                    <a:pt x="1444" y="2735"/>
                  </a:cubicBezTo>
                  <a:cubicBezTo>
                    <a:pt x="1440" y="2732"/>
                    <a:pt x="1433" y="2725"/>
                    <a:pt x="1427" y="2729"/>
                  </a:cubicBezTo>
                  <a:cubicBezTo>
                    <a:pt x="1353" y="2735"/>
                    <a:pt x="1276" y="2729"/>
                    <a:pt x="1202" y="2742"/>
                  </a:cubicBezTo>
                  <a:cubicBezTo>
                    <a:pt x="1202" y="2742"/>
                    <a:pt x="1198" y="2742"/>
                    <a:pt x="1198" y="2746"/>
                  </a:cubicBezTo>
                  <a:lnTo>
                    <a:pt x="1198" y="2746"/>
                  </a:lnTo>
                  <a:lnTo>
                    <a:pt x="1198" y="2746"/>
                  </a:lnTo>
                  <a:cubicBezTo>
                    <a:pt x="1198" y="2742"/>
                    <a:pt x="1198" y="2742"/>
                    <a:pt x="1202" y="2742"/>
                  </a:cubicBezTo>
                  <a:cubicBezTo>
                    <a:pt x="1151" y="2729"/>
                    <a:pt x="1101" y="2742"/>
                    <a:pt x="1051" y="2742"/>
                  </a:cubicBezTo>
                  <a:cubicBezTo>
                    <a:pt x="910" y="2742"/>
                    <a:pt x="772" y="2752"/>
                    <a:pt x="631" y="2769"/>
                  </a:cubicBezTo>
                  <a:lnTo>
                    <a:pt x="631" y="2769"/>
                  </a:lnTo>
                  <a:lnTo>
                    <a:pt x="631" y="2769"/>
                  </a:lnTo>
                  <a:lnTo>
                    <a:pt x="631" y="2769"/>
                  </a:lnTo>
                  <a:lnTo>
                    <a:pt x="631" y="2769"/>
                  </a:lnTo>
                  <a:cubicBezTo>
                    <a:pt x="625" y="2759"/>
                    <a:pt x="608" y="2762"/>
                    <a:pt x="594" y="2762"/>
                  </a:cubicBezTo>
                  <a:cubicBezTo>
                    <a:pt x="594" y="2766"/>
                    <a:pt x="594" y="2769"/>
                    <a:pt x="591" y="2769"/>
                  </a:cubicBezTo>
                  <a:cubicBezTo>
                    <a:pt x="527" y="2772"/>
                    <a:pt x="460" y="2779"/>
                    <a:pt x="396" y="2786"/>
                  </a:cubicBezTo>
                  <a:lnTo>
                    <a:pt x="396" y="2786"/>
                  </a:lnTo>
                  <a:lnTo>
                    <a:pt x="396" y="2786"/>
                  </a:lnTo>
                  <a:cubicBezTo>
                    <a:pt x="383" y="2789"/>
                    <a:pt x="373" y="2789"/>
                    <a:pt x="359" y="2789"/>
                  </a:cubicBezTo>
                  <a:cubicBezTo>
                    <a:pt x="343" y="2789"/>
                    <a:pt x="323" y="2789"/>
                    <a:pt x="306" y="2796"/>
                  </a:cubicBezTo>
                  <a:cubicBezTo>
                    <a:pt x="299" y="2799"/>
                    <a:pt x="296" y="2806"/>
                    <a:pt x="299" y="2813"/>
                  </a:cubicBezTo>
                  <a:cubicBezTo>
                    <a:pt x="306" y="2820"/>
                    <a:pt x="312" y="2816"/>
                    <a:pt x="323" y="2816"/>
                  </a:cubicBezTo>
                  <a:cubicBezTo>
                    <a:pt x="323" y="2820"/>
                    <a:pt x="323" y="2823"/>
                    <a:pt x="323" y="2823"/>
                  </a:cubicBezTo>
                  <a:cubicBezTo>
                    <a:pt x="336" y="2823"/>
                    <a:pt x="353" y="2830"/>
                    <a:pt x="363" y="2816"/>
                  </a:cubicBezTo>
                  <a:cubicBezTo>
                    <a:pt x="376" y="2816"/>
                    <a:pt x="386" y="2816"/>
                    <a:pt x="400" y="2816"/>
                  </a:cubicBezTo>
                  <a:cubicBezTo>
                    <a:pt x="473" y="2809"/>
                    <a:pt x="547" y="2806"/>
                    <a:pt x="621" y="2799"/>
                  </a:cubicBezTo>
                  <a:cubicBezTo>
                    <a:pt x="625" y="2799"/>
                    <a:pt x="628" y="2799"/>
                    <a:pt x="631" y="2799"/>
                  </a:cubicBezTo>
                  <a:cubicBezTo>
                    <a:pt x="635" y="2799"/>
                    <a:pt x="641" y="2796"/>
                    <a:pt x="645" y="2796"/>
                  </a:cubicBezTo>
                  <a:cubicBezTo>
                    <a:pt x="725" y="2799"/>
                    <a:pt x="809" y="2796"/>
                    <a:pt x="890" y="2789"/>
                  </a:cubicBezTo>
                  <a:cubicBezTo>
                    <a:pt x="954" y="2786"/>
                    <a:pt x="1017" y="2782"/>
                    <a:pt x="1084" y="2779"/>
                  </a:cubicBezTo>
                  <a:cubicBezTo>
                    <a:pt x="1178" y="2782"/>
                    <a:pt x="1272" y="2779"/>
                    <a:pt x="1366" y="2769"/>
                  </a:cubicBezTo>
                  <a:cubicBezTo>
                    <a:pt x="1437" y="2772"/>
                    <a:pt x="1504" y="2766"/>
                    <a:pt x="1571" y="2759"/>
                  </a:cubicBezTo>
                  <a:cubicBezTo>
                    <a:pt x="1625" y="2756"/>
                    <a:pt x="1679" y="2766"/>
                    <a:pt x="1729" y="2752"/>
                  </a:cubicBezTo>
                  <a:lnTo>
                    <a:pt x="1729" y="2752"/>
                  </a:lnTo>
                  <a:lnTo>
                    <a:pt x="1729" y="2752"/>
                  </a:lnTo>
                  <a:cubicBezTo>
                    <a:pt x="1759" y="2752"/>
                    <a:pt x="1786" y="2756"/>
                    <a:pt x="1813" y="2742"/>
                  </a:cubicBezTo>
                  <a:cubicBezTo>
                    <a:pt x="1819" y="2742"/>
                    <a:pt x="1826" y="2742"/>
                    <a:pt x="1833" y="2742"/>
                  </a:cubicBezTo>
                  <a:lnTo>
                    <a:pt x="1833" y="2742"/>
                  </a:lnTo>
                  <a:cubicBezTo>
                    <a:pt x="1860" y="2739"/>
                    <a:pt x="1887" y="2746"/>
                    <a:pt x="1913" y="2735"/>
                  </a:cubicBezTo>
                  <a:cubicBezTo>
                    <a:pt x="1920" y="2735"/>
                    <a:pt x="1927" y="2732"/>
                    <a:pt x="1934" y="2732"/>
                  </a:cubicBezTo>
                  <a:cubicBezTo>
                    <a:pt x="1970" y="2735"/>
                    <a:pt x="2007" y="2735"/>
                    <a:pt x="2040" y="2725"/>
                  </a:cubicBezTo>
                  <a:cubicBezTo>
                    <a:pt x="2043" y="2725"/>
                    <a:pt x="2047" y="2725"/>
                    <a:pt x="2050" y="2725"/>
                  </a:cubicBezTo>
                  <a:cubicBezTo>
                    <a:pt x="2117" y="2725"/>
                    <a:pt x="2184" y="2725"/>
                    <a:pt x="2248" y="2715"/>
                  </a:cubicBezTo>
                  <a:cubicBezTo>
                    <a:pt x="2295" y="2715"/>
                    <a:pt x="2342" y="2719"/>
                    <a:pt x="2386" y="2709"/>
                  </a:cubicBezTo>
                  <a:cubicBezTo>
                    <a:pt x="2510" y="2705"/>
                    <a:pt x="2634" y="2688"/>
                    <a:pt x="2758" y="2685"/>
                  </a:cubicBezTo>
                  <a:cubicBezTo>
                    <a:pt x="2832" y="2682"/>
                    <a:pt x="2906" y="2678"/>
                    <a:pt x="2980" y="2678"/>
                  </a:cubicBezTo>
                  <a:cubicBezTo>
                    <a:pt x="3033" y="2675"/>
                    <a:pt x="3090" y="2665"/>
                    <a:pt x="3144" y="2662"/>
                  </a:cubicBezTo>
                  <a:cubicBezTo>
                    <a:pt x="3168" y="2662"/>
                    <a:pt x="3188" y="2662"/>
                    <a:pt x="3208" y="2662"/>
                  </a:cubicBezTo>
                  <a:cubicBezTo>
                    <a:pt x="3232" y="2678"/>
                    <a:pt x="3252" y="2699"/>
                    <a:pt x="3275" y="2719"/>
                  </a:cubicBezTo>
                  <a:lnTo>
                    <a:pt x="3275" y="2719"/>
                  </a:lnTo>
                  <a:cubicBezTo>
                    <a:pt x="3275" y="2725"/>
                    <a:pt x="3282" y="2729"/>
                    <a:pt x="3289" y="2732"/>
                  </a:cubicBezTo>
                  <a:lnTo>
                    <a:pt x="3289" y="2732"/>
                  </a:lnTo>
                  <a:cubicBezTo>
                    <a:pt x="3295" y="2742"/>
                    <a:pt x="3299" y="2749"/>
                    <a:pt x="3302" y="2759"/>
                  </a:cubicBezTo>
                  <a:cubicBezTo>
                    <a:pt x="3312" y="2762"/>
                    <a:pt x="3315" y="2769"/>
                    <a:pt x="3315" y="2779"/>
                  </a:cubicBezTo>
                  <a:lnTo>
                    <a:pt x="3319" y="2779"/>
                  </a:lnTo>
                  <a:cubicBezTo>
                    <a:pt x="3319" y="2782"/>
                    <a:pt x="3319" y="2786"/>
                    <a:pt x="3322" y="2792"/>
                  </a:cubicBezTo>
                  <a:cubicBezTo>
                    <a:pt x="3322" y="2792"/>
                    <a:pt x="3322" y="2796"/>
                    <a:pt x="3325" y="2796"/>
                  </a:cubicBezTo>
                  <a:cubicBezTo>
                    <a:pt x="3325" y="2799"/>
                    <a:pt x="3329" y="2803"/>
                    <a:pt x="3332" y="2809"/>
                  </a:cubicBezTo>
                  <a:cubicBezTo>
                    <a:pt x="3369" y="2836"/>
                    <a:pt x="3362" y="2883"/>
                    <a:pt x="3409" y="2910"/>
                  </a:cubicBezTo>
                  <a:cubicBezTo>
                    <a:pt x="3413" y="2910"/>
                    <a:pt x="3413" y="2910"/>
                    <a:pt x="3416" y="2910"/>
                  </a:cubicBezTo>
                  <a:cubicBezTo>
                    <a:pt x="3413" y="2913"/>
                    <a:pt x="3413" y="2917"/>
                    <a:pt x="3416" y="2920"/>
                  </a:cubicBezTo>
                  <a:cubicBezTo>
                    <a:pt x="3416" y="2924"/>
                    <a:pt x="3419" y="2924"/>
                    <a:pt x="3419" y="2924"/>
                  </a:cubicBezTo>
                  <a:cubicBezTo>
                    <a:pt x="3419" y="2934"/>
                    <a:pt x="3419" y="2944"/>
                    <a:pt x="3429" y="2954"/>
                  </a:cubicBezTo>
                  <a:cubicBezTo>
                    <a:pt x="3429" y="2964"/>
                    <a:pt x="3429" y="2977"/>
                    <a:pt x="3433" y="2987"/>
                  </a:cubicBezTo>
                  <a:cubicBezTo>
                    <a:pt x="3429" y="2994"/>
                    <a:pt x="3429" y="3001"/>
                    <a:pt x="3429" y="3007"/>
                  </a:cubicBezTo>
                  <a:cubicBezTo>
                    <a:pt x="3429" y="3017"/>
                    <a:pt x="3429" y="3027"/>
                    <a:pt x="3433" y="3034"/>
                  </a:cubicBezTo>
                  <a:cubicBezTo>
                    <a:pt x="3436" y="3038"/>
                    <a:pt x="3440" y="3041"/>
                    <a:pt x="3443" y="3044"/>
                  </a:cubicBezTo>
                  <a:cubicBezTo>
                    <a:pt x="3460" y="3189"/>
                    <a:pt x="3403" y="3316"/>
                    <a:pt x="3275" y="3427"/>
                  </a:cubicBezTo>
                  <a:cubicBezTo>
                    <a:pt x="3265" y="3434"/>
                    <a:pt x="3248" y="3444"/>
                    <a:pt x="3238" y="3450"/>
                  </a:cubicBezTo>
                  <a:lnTo>
                    <a:pt x="3238" y="3450"/>
                  </a:lnTo>
                  <a:lnTo>
                    <a:pt x="3238" y="3450"/>
                  </a:lnTo>
                  <a:cubicBezTo>
                    <a:pt x="3211" y="3450"/>
                    <a:pt x="3185" y="3450"/>
                    <a:pt x="3161" y="3450"/>
                  </a:cubicBezTo>
                  <a:cubicBezTo>
                    <a:pt x="3134" y="3437"/>
                    <a:pt x="3111" y="3420"/>
                    <a:pt x="3084" y="3417"/>
                  </a:cubicBezTo>
                  <a:cubicBezTo>
                    <a:pt x="3047" y="3413"/>
                    <a:pt x="3003" y="3410"/>
                    <a:pt x="2966" y="3424"/>
                  </a:cubicBezTo>
                  <a:cubicBezTo>
                    <a:pt x="2882" y="3427"/>
                    <a:pt x="2802" y="3430"/>
                    <a:pt x="2721" y="3434"/>
                  </a:cubicBezTo>
                  <a:cubicBezTo>
                    <a:pt x="2698" y="3434"/>
                    <a:pt x="2674" y="3427"/>
                    <a:pt x="2654" y="3440"/>
                  </a:cubicBezTo>
                  <a:lnTo>
                    <a:pt x="2654" y="3440"/>
                  </a:lnTo>
                  <a:lnTo>
                    <a:pt x="2654" y="3440"/>
                  </a:lnTo>
                  <a:lnTo>
                    <a:pt x="2654" y="3440"/>
                  </a:lnTo>
                  <a:lnTo>
                    <a:pt x="2654" y="3440"/>
                  </a:lnTo>
                  <a:cubicBezTo>
                    <a:pt x="2604" y="3440"/>
                    <a:pt x="2550" y="3437"/>
                    <a:pt x="2500" y="3447"/>
                  </a:cubicBezTo>
                  <a:cubicBezTo>
                    <a:pt x="2497" y="3447"/>
                    <a:pt x="2493" y="3447"/>
                    <a:pt x="2486" y="3450"/>
                  </a:cubicBezTo>
                  <a:cubicBezTo>
                    <a:pt x="2399" y="3450"/>
                    <a:pt x="2308" y="3447"/>
                    <a:pt x="2218" y="3457"/>
                  </a:cubicBezTo>
                  <a:cubicBezTo>
                    <a:pt x="2198" y="3460"/>
                    <a:pt x="2178" y="3460"/>
                    <a:pt x="2161" y="3467"/>
                  </a:cubicBezTo>
                  <a:cubicBezTo>
                    <a:pt x="2104" y="3464"/>
                    <a:pt x="2043" y="3467"/>
                    <a:pt x="1986" y="3477"/>
                  </a:cubicBezTo>
                  <a:cubicBezTo>
                    <a:pt x="1984" y="3474"/>
                    <a:pt x="1980" y="3474"/>
                    <a:pt x="1977" y="3477"/>
                  </a:cubicBezTo>
                  <a:lnTo>
                    <a:pt x="1977" y="3477"/>
                  </a:lnTo>
                  <a:cubicBezTo>
                    <a:pt x="1970" y="3471"/>
                    <a:pt x="1964" y="3474"/>
                    <a:pt x="1957" y="3477"/>
                  </a:cubicBezTo>
                  <a:lnTo>
                    <a:pt x="1957" y="3477"/>
                  </a:lnTo>
                  <a:cubicBezTo>
                    <a:pt x="1950" y="3477"/>
                    <a:pt x="1944" y="3477"/>
                    <a:pt x="1934" y="3481"/>
                  </a:cubicBezTo>
                  <a:lnTo>
                    <a:pt x="1934" y="3481"/>
                  </a:lnTo>
                  <a:cubicBezTo>
                    <a:pt x="1917" y="3477"/>
                    <a:pt x="1897" y="3481"/>
                    <a:pt x="1880" y="3488"/>
                  </a:cubicBezTo>
                  <a:cubicBezTo>
                    <a:pt x="1826" y="3477"/>
                    <a:pt x="1779" y="3491"/>
                    <a:pt x="1729" y="3498"/>
                  </a:cubicBezTo>
                  <a:cubicBezTo>
                    <a:pt x="1726" y="3494"/>
                    <a:pt x="1722" y="3494"/>
                    <a:pt x="1722" y="3491"/>
                  </a:cubicBezTo>
                  <a:cubicBezTo>
                    <a:pt x="1675" y="3498"/>
                    <a:pt x="1631" y="3501"/>
                    <a:pt x="1588" y="3504"/>
                  </a:cubicBezTo>
                  <a:lnTo>
                    <a:pt x="1584" y="3504"/>
                  </a:lnTo>
                  <a:lnTo>
                    <a:pt x="1581" y="3504"/>
                  </a:lnTo>
                  <a:cubicBezTo>
                    <a:pt x="1544" y="3508"/>
                    <a:pt x="1504" y="3508"/>
                    <a:pt x="1467" y="3508"/>
                  </a:cubicBezTo>
                  <a:lnTo>
                    <a:pt x="1464" y="3508"/>
                  </a:lnTo>
                  <a:cubicBezTo>
                    <a:pt x="1464" y="3511"/>
                    <a:pt x="1460" y="3511"/>
                    <a:pt x="1460" y="3514"/>
                  </a:cubicBezTo>
                  <a:cubicBezTo>
                    <a:pt x="1457" y="3514"/>
                    <a:pt x="1457" y="3511"/>
                    <a:pt x="1457" y="3511"/>
                  </a:cubicBezTo>
                  <a:lnTo>
                    <a:pt x="1454" y="3511"/>
                  </a:lnTo>
                  <a:cubicBezTo>
                    <a:pt x="1407" y="3518"/>
                    <a:pt x="1356" y="3524"/>
                    <a:pt x="1306" y="3524"/>
                  </a:cubicBezTo>
                  <a:cubicBezTo>
                    <a:pt x="1299" y="3524"/>
                    <a:pt x="1296" y="3521"/>
                    <a:pt x="1293" y="3518"/>
                  </a:cubicBezTo>
                  <a:cubicBezTo>
                    <a:pt x="1225" y="3521"/>
                    <a:pt x="1158" y="3524"/>
                    <a:pt x="1091" y="3528"/>
                  </a:cubicBezTo>
                  <a:cubicBezTo>
                    <a:pt x="1074" y="3528"/>
                    <a:pt x="1058" y="3524"/>
                    <a:pt x="1044" y="3531"/>
                  </a:cubicBezTo>
                  <a:lnTo>
                    <a:pt x="1044" y="3531"/>
                  </a:lnTo>
                  <a:lnTo>
                    <a:pt x="1044" y="3531"/>
                  </a:lnTo>
                  <a:cubicBezTo>
                    <a:pt x="1031" y="3531"/>
                    <a:pt x="1017" y="3531"/>
                    <a:pt x="1007" y="3534"/>
                  </a:cubicBezTo>
                  <a:cubicBezTo>
                    <a:pt x="896" y="3531"/>
                    <a:pt x="789" y="3538"/>
                    <a:pt x="685" y="3551"/>
                  </a:cubicBezTo>
                  <a:cubicBezTo>
                    <a:pt x="635" y="3548"/>
                    <a:pt x="587" y="3551"/>
                    <a:pt x="541" y="3561"/>
                  </a:cubicBezTo>
                  <a:cubicBezTo>
                    <a:pt x="537" y="3561"/>
                    <a:pt x="534" y="3561"/>
                    <a:pt x="527" y="3561"/>
                  </a:cubicBezTo>
                  <a:cubicBezTo>
                    <a:pt x="504" y="3561"/>
                    <a:pt x="477" y="3561"/>
                    <a:pt x="453" y="3561"/>
                  </a:cubicBezTo>
                  <a:cubicBezTo>
                    <a:pt x="437" y="3558"/>
                    <a:pt x="416" y="3561"/>
                    <a:pt x="400" y="3561"/>
                  </a:cubicBezTo>
                  <a:cubicBezTo>
                    <a:pt x="400" y="3565"/>
                    <a:pt x="400" y="3565"/>
                    <a:pt x="400" y="3568"/>
                  </a:cubicBezTo>
                  <a:cubicBezTo>
                    <a:pt x="400" y="3568"/>
                    <a:pt x="396" y="3568"/>
                    <a:pt x="396" y="3571"/>
                  </a:cubicBezTo>
                  <a:cubicBezTo>
                    <a:pt x="393" y="3571"/>
                    <a:pt x="390" y="3571"/>
                    <a:pt x="386" y="3571"/>
                  </a:cubicBezTo>
                  <a:cubicBezTo>
                    <a:pt x="386" y="3578"/>
                    <a:pt x="386" y="3585"/>
                    <a:pt x="390" y="3588"/>
                  </a:cubicBezTo>
                  <a:cubicBezTo>
                    <a:pt x="390" y="3592"/>
                    <a:pt x="390" y="3595"/>
                    <a:pt x="390" y="3598"/>
                  </a:cubicBezTo>
                  <a:cubicBezTo>
                    <a:pt x="396" y="3612"/>
                    <a:pt x="416" y="3608"/>
                    <a:pt x="426" y="3615"/>
                  </a:cubicBezTo>
                  <a:lnTo>
                    <a:pt x="426" y="3615"/>
                  </a:lnTo>
                  <a:cubicBezTo>
                    <a:pt x="457" y="3628"/>
                    <a:pt x="487" y="3608"/>
                    <a:pt x="520" y="3615"/>
                  </a:cubicBezTo>
                  <a:cubicBezTo>
                    <a:pt x="524" y="3615"/>
                    <a:pt x="524" y="3615"/>
                    <a:pt x="524" y="3615"/>
                  </a:cubicBezTo>
                  <a:lnTo>
                    <a:pt x="524" y="3615"/>
                  </a:lnTo>
                  <a:cubicBezTo>
                    <a:pt x="567" y="3605"/>
                    <a:pt x="608" y="3608"/>
                    <a:pt x="651" y="3605"/>
                  </a:cubicBezTo>
                  <a:cubicBezTo>
                    <a:pt x="665" y="3605"/>
                    <a:pt x="685" y="3605"/>
                    <a:pt x="698" y="3598"/>
                  </a:cubicBezTo>
                  <a:lnTo>
                    <a:pt x="698" y="3598"/>
                  </a:lnTo>
                  <a:lnTo>
                    <a:pt x="698" y="3598"/>
                  </a:lnTo>
                  <a:cubicBezTo>
                    <a:pt x="745" y="3598"/>
                    <a:pt x="796" y="3602"/>
                    <a:pt x="843" y="3588"/>
                  </a:cubicBezTo>
                  <a:cubicBezTo>
                    <a:pt x="930" y="3588"/>
                    <a:pt x="1017" y="3588"/>
                    <a:pt x="1101" y="3578"/>
                  </a:cubicBezTo>
                  <a:cubicBezTo>
                    <a:pt x="1135" y="3571"/>
                    <a:pt x="1168" y="3571"/>
                    <a:pt x="1202" y="3571"/>
                  </a:cubicBezTo>
                  <a:cubicBezTo>
                    <a:pt x="1205" y="3565"/>
                    <a:pt x="1212" y="3558"/>
                    <a:pt x="1222" y="3558"/>
                  </a:cubicBezTo>
                  <a:cubicBezTo>
                    <a:pt x="1229" y="3558"/>
                    <a:pt x="1239" y="3558"/>
                    <a:pt x="1245" y="3558"/>
                  </a:cubicBezTo>
                  <a:lnTo>
                    <a:pt x="1245" y="3558"/>
                  </a:lnTo>
                  <a:cubicBezTo>
                    <a:pt x="1249" y="3558"/>
                    <a:pt x="1249" y="3558"/>
                    <a:pt x="1249" y="3558"/>
                  </a:cubicBezTo>
                  <a:lnTo>
                    <a:pt x="1249" y="3558"/>
                  </a:lnTo>
                  <a:cubicBezTo>
                    <a:pt x="1255" y="3555"/>
                    <a:pt x="1259" y="3555"/>
                    <a:pt x="1266" y="3555"/>
                  </a:cubicBezTo>
                  <a:cubicBezTo>
                    <a:pt x="1269" y="3555"/>
                    <a:pt x="1272" y="3555"/>
                    <a:pt x="1276" y="3555"/>
                  </a:cubicBezTo>
                  <a:cubicBezTo>
                    <a:pt x="1272" y="3555"/>
                    <a:pt x="1272" y="3555"/>
                    <a:pt x="1272" y="3555"/>
                  </a:cubicBezTo>
                  <a:cubicBezTo>
                    <a:pt x="1279" y="3555"/>
                    <a:pt x="1289" y="3555"/>
                    <a:pt x="1296" y="3551"/>
                  </a:cubicBezTo>
                  <a:lnTo>
                    <a:pt x="1299" y="3551"/>
                  </a:lnTo>
                  <a:lnTo>
                    <a:pt x="1299" y="3551"/>
                  </a:lnTo>
                  <a:cubicBezTo>
                    <a:pt x="1343" y="3548"/>
                    <a:pt x="1387" y="3541"/>
                    <a:pt x="1430" y="3538"/>
                  </a:cubicBezTo>
                  <a:lnTo>
                    <a:pt x="1433" y="3534"/>
                  </a:lnTo>
                  <a:lnTo>
                    <a:pt x="1437" y="3534"/>
                  </a:lnTo>
                  <a:lnTo>
                    <a:pt x="1440" y="3534"/>
                  </a:lnTo>
                  <a:cubicBezTo>
                    <a:pt x="1444" y="3534"/>
                    <a:pt x="1444" y="3534"/>
                    <a:pt x="1447" y="3531"/>
                  </a:cubicBezTo>
                  <a:lnTo>
                    <a:pt x="1447" y="3531"/>
                  </a:lnTo>
                  <a:cubicBezTo>
                    <a:pt x="1457" y="3534"/>
                    <a:pt x="1460" y="3531"/>
                    <a:pt x="1457" y="3524"/>
                  </a:cubicBezTo>
                  <a:cubicBezTo>
                    <a:pt x="1460" y="3528"/>
                    <a:pt x="1460" y="3528"/>
                    <a:pt x="1464" y="3528"/>
                  </a:cubicBezTo>
                  <a:cubicBezTo>
                    <a:pt x="1467" y="3531"/>
                    <a:pt x="1474" y="3531"/>
                    <a:pt x="1480" y="3531"/>
                  </a:cubicBezTo>
                  <a:cubicBezTo>
                    <a:pt x="1487" y="3531"/>
                    <a:pt x="1494" y="3528"/>
                    <a:pt x="1501" y="3528"/>
                  </a:cubicBezTo>
                  <a:cubicBezTo>
                    <a:pt x="1511" y="3524"/>
                    <a:pt x="1524" y="3528"/>
                    <a:pt x="1537" y="3528"/>
                  </a:cubicBezTo>
                  <a:cubicBezTo>
                    <a:pt x="1544" y="3524"/>
                    <a:pt x="1554" y="3524"/>
                    <a:pt x="1561" y="3524"/>
                  </a:cubicBezTo>
                  <a:cubicBezTo>
                    <a:pt x="1564" y="3524"/>
                    <a:pt x="1568" y="3524"/>
                    <a:pt x="1571" y="3521"/>
                  </a:cubicBezTo>
                  <a:cubicBezTo>
                    <a:pt x="1578" y="3521"/>
                    <a:pt x="1588" y="3521"/>
                    <a:pt x="1598" y="3521"/>
                  </a:cubicBezTo>
                  <a:lnTo>
                    <a:pt x="1598" y="3521"/>
                  </a:lnTo>
                  <a:cubicBezTo>
                    <a:pt x="1605" y="3521"/>
                    <a:pt x="1608" y="3521"/>
                    <a:pt x="1615" y="3521"/>
                  </a:cubicBezTo>
                  <a:cubicBezTo>
                    <a:pt x="1631" y="3521"/>
                    <a:pt x="1652" y="3521"/>
                    <a:pt x="1669" y="3521"/>
                  </a:cubicBezTo>
                  <a:cubicBezTo>
                    <a:pt x="1669" y="3518"/>
                    <a:pt x="1669" y="3518"/>
                    <a:pt x="1669" y="3518"/>
                  </a:cubicBezTo>
                  <a:cubicBezTo>
                    <a:pt x="1679" y="3518"/>
                    <a:pt x="1689" y="3518"/>
                    <a:pt x="1699" y="3518"/>
                  </a:cubicBezTo>
                  <a:lnTo>
                    <a:pt x="1699" y="3518"/>
                  </a:lnTo>
                  <a:cubicBezTo>
                    <a:pt x="1715" y="3518"/>
                    <a:pt x="1749" y="3514"/>
                    <a:pt x="1776" y="3514"/>
                  </a:cubicBezTo>
                  <a:cubicBezTo>
                    <a:pt x="1776" y="3518"/>
                    <a:pt x="1783" y="3521"/>
                    <a:pt x="1793" y="3528"/>
                  </a:cubicBezTo>
                  <a:cubicBezTo>
                    <a:pt x="1826" y="3528"/>
                    <a:pt x="1863" y="3524"/>
                    <a:pt x="1897" y="3521"/>
                  </a:cubicBezTo>
                  <a:cubicBezTo>
                    <a:pt x="1980" y="3514"/>
                    <a:pt x="2070" y="3524"/>
                    <a:pt x="2154" y="3508"/>
                  </a:cubicBezTo>
                  <a:cubicBezTo>
                    <a:pt x="2154" y="3504"/>
                    <a:pt x="2157" y="3501"/>
                    <a:pt x="2154" y="3498"/>
                  </a:cubicBezTo>
                  <a:cubicBezTo>
                    <a:pt x="2157" y="3498"/>
                    <a:pt x="2157" y="3498"/>
                    <a:pt x="2157" y="3498"/>
                  </a:cubicBezTo>
                  <a:cubicBezTo>
                    <a:pt x="2211" y="3521"/>
                    <a:pt x="2265" y="3508"/>
                    <a:pt x="2322" y="3504"/>
                  </a:cubicBezTo>
                  <a:cubicBezTo>
                    <a:pt x="2305" y="3508"/>
                    <a:pt x="2292" y="3508"/>
                    <a:pt x="2275" y="3514"/>
                  </a:cubicBezTo>
                  <a:cubicBezTo>
                    <a:pt x="2255" y="3521"/>
                    <a:pt x="2231" y="3521"/>
                    <a:pt x="2208" y="3521"/>
                  </a:cubicBezTo>
                  <a:cubicBezTo>
                    <a:pt x="2198" y="3524"/>
                    <a:pt x="2188" y="3524"/>
                    <a:pt x="2181" y="3531"/>
                  </a:cubicBezTo>
                  <a:cubicBezTo>
                    <a:pt x="2178" y="3531"/>
                    <a:pt x="2178" y="3534"/>
                    <a:pt x="2178" y="3534"/>
                  </a:cubicBezTo>
                  <a:cubicBezTo>
                    <a:pt x="2174" y="3534"/>
                    <a:pt x="2174" y="3534"/>
                    <a:pt x="2171" y="3534"/>
                  </a:cubicBezTo>
                  <a:cubicBezTo>
                    <a:pt x="2168" y="3531"/>
                    <a:pt x="2168" y="3531"/>
                    <a:pt x="2164" y="3531"/>
                  </a:cubicBezTo>
                  <a:cubicBezTo>
                    <a:pt x="2157" y="3528"/>
                    <a:pt x="2154" y="3528"/>
                    <a:pt x="2147" y="3531"/>
                  </a:cubicBezTo>
                  <a:cubicBezTo>
                    <a:pt x="2131" y="3531"/>
                    <a:pt x="2111" y="3534"/>
                    <a:pt x="2094" y="3531"/>
                  </a:cubicBezTo>
                  <a:cubicBezTo>
                    <a:pt x="2087" y="3531"/>
                    <a:pt x="2084" y="3531"/>
                    <a:pt x="2077" y="3531"/>
                  </a:cubicBezTo>
                  <a:cubicBezTo>
                    <a:pt x="2074" y="3531"/>
                    <a:pt x="2067" y="3531"/>
                    <a:pt x="2060" y="3531"/>
                  </a:cubicBezTo>
                  <a:cubicBezTo>
                    <a:pt x="2054" y="3531"/>
                    <a:pt x="2047" y="3531"/>
                    <a:pt x="2036" y="3531"/>
                  </a:cubicBezTo>
                  <a:cubicBezTo>
                    <a:pt x="2033" y="3531"/>
                    <a:pt x="2027" y="3531"/>
                    <a:pt x="2020" y="3531"/>
                  </a:cubicBezTo>
                  <a:cubicBezTo>
                    <a:pt x="2010" y="3531"/>
                    <a:pt x="2000" y="3531"/>
                    <a:pt x="1986" y="3534"/>
                  </a:cubicBezTo>
                  <a:cubicBezTo>
                    <a:pt x="1984" y="3534"/>
                    <a:pt x="1977" y="3538"/>
                    <a:pt x="1974" y="3541"/>
                  </a:cubicBezTo>
                  <a:cubicBezTo>
                    <a:pt x="1964" y="3541"/>
                    <a:pt x="1957" y="3545"/>
                    <a:pt x="1947" y="3545"/>
                  </a:cubicBezTo>
                  <a:lnTo>
                    <a:pt x="1947" y="3545"/>
                  </a:lnTo>
                  <a:lnTo>
                    <a:pt x="1947" y="3545"/>
                  </a:lnTo>
                  <a:cubicBezTo>
                    <a:pt x="1930" y="3545"/>
                    <a:pt x="1913" y="3545"/>
                    <a:pt x="1897" y="3545"/>
                  </a:cubicBezTo>
                  <a:cubicBezTo>
                    <a:pt x="1893" y="3548"/>
                    <a:pt x="1880" y="3545"/>
                    <a:pt x="1873" y="3551"/>
                  </a:cubicBezTo>
                  <a:cubicBezTo>
                    <a:pt x="1873" y="3548"/>
                    <a:pt x="1873" y="3548"/>
                    <a:pt x="1873" y="3548"/>
                  </a:cubicBezTo>
                  <a:cubicBezTo>
                    <a:pt x="1866" y="3548"/>
                    <a:pt x="1863" y="3548"/>
                    <a:pt x="1856" y="3551"/>
                  </a:cubicBezTo>
                  <a:cubicBezTo>
                    <a:pt x="1850" y="3551"/>
                    <a:pt x="1843" y="3551"/>
                    <a:pt x="1840" y="3551"/>
                  </a:cubicBezTo>
                  <a:cubicBezTo>
                    <a:pt x="1833" y="3555"/>
                    <a:pt x="1830" y="3558"/>
                    <a:pt x="1823" y="3558"/>
                  </a:cubicBezTo>
                  <a:cubicBezTo>
                    <a:pt x="1809" y="3561"/>
                    <a:pt x="1793" y="3561"/>
                    <a:pt x="1779" y="3561"/>
                  </a:cubicBezTo>
                  <a:lnTo>
                    <a:pt x="1779" y="3561"/>
                  </a:lnTo>
                  <a:cubicBezTo>
                    <a:pt x="1779" y="3565"/>
                    <a:pt x="1779" y="3568"/>
                    <a:pt x="1779" y="3571"/>
                  </a:cubicBezTo>
                  <a:cubicBezTo>
                    <a:pt x="1803" y="3571"/>
                    <a:pt x="1823" y="3568"/>
                    <a:pt x="1843" y="3568"/>
                  </a:cubicBezTo>
                  <a:cubicBezTo>
                    <a:pt x="1850" y="3568"/>
                    <a:pt x="1853" y="3568"/>
                    <a:pt x="1860" y="3568"/>
                  </a:cubicBezTo>
                  <a:cubicBezTo>
                    <a:pt x="1870" y="3568"/>
                    <a:pt x="1883" y="3568"/>
                    <a:pt x="1893" y="3568"/>
                  </a:cubicBezTo>
                  <a:cubicBezTo>
                    <a:pt x="1900" y="3568"/>
                    <a:pt x="1900" y="3565"/>
                    <a:pt x="1900" y="3561"/>
                  </a:cubicBezTo>
                  <a:cubicBezTo>
                    <a:pt x="1913" y="3561"/>
                    <a:pt x="1930" y="3561"/>
                    <a:pt x="1944" y="3558"/>
                  </a:cubicBezTo>
                  <a:cubicBezTo>
                    <a:pt x="1947" y="3561"/>
                    <a:pt x="1947" y="3561"/>
                    <a:pt x="1950" y="3565"/>
                  </a:cubicBezTo>
                  <a:cubicBezTo>
                    <a:pt x="1977" y="3565"/>
                    <a:pt x="2000" y="3568"/>
                    <a:pt x="2023" y="3561"/>
                  </a:cubicBezTo>
                  <a:cubicBezTo>
                    <a:pt x="2023" y="3558"/>
                    <a:pt x="2023" y="3558"/>
                    <a:pt x="2023" y="3558"/>
                  </a:cubicBezTo>
                  <a:cubicBezTo>
                    <a:pt x="2050" y="3558"/>
                    <a:pt x="2080" y="3565"/>
                    <a:pt x="2107" y="3555"/>
                  </a:cubicBezTo>
                  <a:cubicBezTo>
                    <a:pt x="2134" y="3555"/>
                    <a:pt x="2164" y="3555"/>
                    <a:pt x="2191" y="3551"/>
                  </a:cubicBezTo>
                  <a:cubicBezTo>
                    <a:pt x="2215" y="3551"/>
                    <a:pt x="2238" y="3555"/>
                    <a:pt x="2261" y="3545"/>
                  </a:cubicBezTo>
                  <a:lnTo>
                    <a:pt x="2261" y="3545"/>
                  </a:lnTo>
                  <a:cubicBezTo>
                    <a:pt x="2419" y="3534"/>
                    <a:pt x="2577" y="3524"/>
                    <a:pt x="2735" y="3524"/>
                  </a:cubicBezTo>
                  <a:cubicBezTo>
                    <a:pt x="2738" y="3524"/>
                    <a:pt x="2742" y="3524"/>
                    <a:pt x="2748" y="3524"/>
                  </a:cubicBezTo>
                  <a:cubicBezTo>
                    <a:pt x="2752" y="3524"/>
                    <a:pt x="2755" y="3524"/>
                    <a:pt x="2758" y="3524"/>
                  </a:cubicBezTo>
                  <a:cubicBezTo>
                    <a:pt x="2758" y="3521"/>
                    <a:pt x="2755" y="3521"/>
                    <a:pt x="2755" y="3521"/>
                  </a:cubicBezTo>
                  <a:lnTo>
                    <a:pt x="2755" y="3521"/>
                  </a:lnTo>
                  <a:cubicBezTo>
                    <a:pt x="2758" y="3521"/>
                    <a:pt x="2758" y="3521"/>
                    <a:pt x="2758" y="3524"/>
                  </a:cubicBezTo>
                  <a:cubicBezTo>
                    <a:pt x="2792" y="3524"/>
                    <a:pt x="2829" y="3524"/>
                    <a:pt x="2862" y="3524"/>
                  </a:cubicBezTo>
                  <a:cubicBezTo>
                    <a:pt x="2940" y="3508"/>
                    <a:pt x="3017" y="3511"/>
                    <a:pt x="3094" y="3504"/>
                  </a:cubicBezTo>
                  <a:cubicBezTo>
                    <a:pt x="3138" y="3508"/>
                    <a:pt x="3181" y="3504"/>
                    <a:pt x="3225" y="3498"/>
                  </a:cubicBezTo>
                  <a:lnTo>
                    <a:pt x="3225" y="3498"/>
                  </a:lnTo>
                  <a:lnTo>
                    <a:pt x="3225" y="3498"/>
                  </a:lnTo>
                  <a:cubicBezTo>
                    <a:pt x="3295" y="3494"/>
                    <a:pt x="3369" y="3491"/>
                    <a:pt x="3443" y="3488"/>
                  </a:cubicBezTo>
                  <a:lnTo>
                    <a:pt x="3443" y="3488"/>
                  </a:lnTo>
                  <a:cubicBezTo>
                    <a:pt x="3520" y="3488"/>
                    <a:pt x="3601" y="3484"/>
                    <a:pt x="3678" y="3471"/>
                  </a:cubicBezTo>
                  <a:lnTo>
                    <a:pt x="3678" y="3471"/>
                  </a:lnTo>
                  <a:cubicBezTo>
                    <a:pt x="3688" y="3467"/>
                    <a:pt x="3701" y="3467"/>
                    <a:pt x="3715" y="3467"/>
                  </a:cubicBezTo>
                  <a:lnTo>
                    <a:pt x="3715" y="3467"/>
                  </a:lnTo>
                  <a:lnTo>
                    <a:pt x="3715" y="3467"/>
                  </a:lnTo>
                  <a:cubicBezTo>
                    <a:pt x="3718" y="3467"/>
                    <a:pt x="3722" y="3467"/>
                    <a:pt x="3728" y="3467"/>
                  </a:cubicBezTo>
                  <a:cubicBezTo>
                    <a:pt x="3762" y="3471"/>
                    <a:pt x="3748" y="3491"/>
                    <a:pt x="3755" y="3508"/>
                  </a:cubicBezTo>
                  <a:lnTo>
                    <a:pt x="3755" y="3508"/>
                  </a:lnTo>
                  <a:lnTo>
                    <a:pt x="3755" y="3508"/>
                  </a:lnTo>
                  <a:cubicBezTo>
                    <a:pt x="3718" y="3518"/>
                    <a:pt x="3681" y="3521"/>
                    <a:pt x="3644" y="3521"/>
                  </a:cubicBezTo>
                  <a:cubicBezTo>
                    <a:pt x="3607" y="3524"/>
                    <a:pt x="3571" y="3524"/>
                    <a:pt x="3534" y="3524"/>
                  </a:cubicBezTo>
                  <a:cubicBezTo>
                    <a:pt x="3460" y="3521"/>
                    <a:pt x="3386" y="3521"/>
                    <a:pt x="3315" y="3528"/>
                  </a:cubicBezTo>
                  <a:cubicBezTo>
                    <a:pt x="3305" y="3531"/>
                    <a:pt x="3299" y="3528"/>
                    <a:pt x="3289" y="3524"/>
                  </a:cubicBezTo>
                  <a:lnTo>
                    <a:pt x="3289" y="3524"/>
                  </a:lnTo>
                  <a:cubicBezTo>
                    <a:pt x="3248" y="3538"/>
                    <a:pt x="3201" y="3521"/>
                    <a:pt x="3161" y="3534"/>
                  </a:cubicBezTo>
                  <a:lnTo>
                    <a:pt x="3161" y="3534"/>
                  </a:lnTo>
                  <a:cubicBezTo>
                    <a:pt x="3158" y="3538"/>
                    <a:pt x="3158" y="3545"/>
                    <a:pt x="3164" y="3548"/>
                  </a:cubicBezTo>
                  <a:cubicBezTo>
                    <a:pt x="3188" y="3561"/>
                    <a:pt x="3211" y="3561"/>
                    <a:pt x="3235" y="3551"/>
                  </a:cubicBezTo>
                  <a:cubicBezTo>
                    <a:pt x="3272" y="3548"/>
                    <a:pt x="3305" y="3545"/>
                    <a:pt x="3339" y="3545"/>
                  </a:cubicBezTo>
                  <a:lnTo>
                    <a:pt x="3339" y="3545"/>
                  </a:lnTo>
                  <a:lnTo>
                    <a:pt x="3339" y="3545"/>
                  </a:lnTo>
                  <a:cubicBezTo>
                    <a:pt x="3352" y="3545"/>
                    <a:pt x="3366" y="3541"/>
                    <a:pt x="3379" y="3541"/>
                  </a:cubicBezTo>
                  <a:cubicBezTo>
                    <a:pt x="3419" y="3545"/>
                    <a:pt x="3457" y="3545"/>
                    <a:pt x="3497" y="3541"/>
                  </a:cubicBezTo>
                  <a:cubicBezTo>
                    <a:pt x="3497" y="3538"/>
                    <a:pt x="3500" y="3538"/>
                    <a:pt x="3504" y="3538"/>
                  </a:cubicBezTo>
                  <a:cubicBezTo>
                    <a:pt x="3500" y="3538"/>
                    <a:pt x="3500" y="3541"/>
                    <a:pt x="3497" y="3541"/>
                  </a:cubicBezTo>
                  <a:cubicBezTo>
                    <a:pt x="3587" y="3545"/>
                    <a:pt x="3678" y="3545"/>
                    <a:pt x="3765" y="3524"/>
                  </a:cubicBezTo>
                  <a:lnTo>
                    <a:pt x="3765" y="3524"/>
                  </a:lnTo>
                  <a:cubicBezTo>
                    <a:pt x="3786" y="3558"/>
                    <a:pt x="3786" y="3558"/>
                    <a:pt x="3725" y="3568"/>
                  </a:cubicBezTo>
                  <a:lnTo>
                    <a:pt x="3725" y="3568"/>
                  </a:lnTo>
                  <a:lnTo>
                    <a:pt x="3725" y="3568"/>
                  </a:lnTo>
                  <a:cubicBezTo>
                    <a:pt x="3688" y="3568"/>
                    <a:pt x="3648" y="3571"/>
                    <a:pt x="3611" y="3571"/>
                  </a:cubicBezTo>
                  <a:cubicBezTo>
                    <a:pt x="3534" y="3565"/>
                    <a:pt x="3457" y="3581"/>
                    <a:pt x="3383" y="3592"/>
                  </a:cubicBezTo>
                  <a:cubicBezTo>
                    <a:pt x="3366" y="3592"/>
                    <a:pt x="3359" y="3598"/>
                    <a:pt x="3352" y="3608"/>
                  </a:cubicBezTo>
                  <a:lnTo>
                    <a:pt x="3352" y="3608"/>
                  </a:lnTo>
                  <a:cubicBezTo>
                    <a:pt x="3336" y="3608"/>
                    <a:pt x="3319" y="3612"/>
                    <a:pt x="3302" y="3615"/>
                  </a:cubicBezTo>
                  <a:lnTo>
                    <a:pt x="3302" y="3615"/>
                  </a:lnTo>
                  <a:cubicBezTo>
                    <a:pt x="3289" y="3615"/>
                    <a:pt x="3275" y="3615"/>
                    <a:pt x="3262" y="3615"/>
                  </a:cubicBezTo>
                  <a:cubicBezTo>
                    <a:pt x="3262" y="3622"/>
                    <a:pt x="3265" y="3628"/>
                    <a:pt x="3265" y="3635"/>
                  </a:cubicBezTo>
                  <a:cubicBezTo>
                    <a:pt x="3275" y="3635"/>
                    <a:pt x="3289" y="3635"/>
                    <a:pt x="3302" y="3632"/>
                  </a:cubicBezTo>
                  <a:lnTo>
                    <a:pt x="3302" y="3632"/>
                  </a:lnTo>
                  <a:cubicBezTo>
                    <a:pt x="3346" y="3632"/>
                    <a:pt x="3389" y="3638"/>
                    <a:pt x="3429" y="3625"/>
                  </a:cubicBezTo>
                  <a:lnTo>
                    <a:pt x="3429" y="3625"/>
                  </a:lnTo>
                  <a:lnTo>
                    <a:pt x="3429" y="3625"/>
                  </a:lnTo>
                  <a:cubicBezTo>
                    <a:pt x="3446" y="3638"/>
                    <a:pt x="3467" y="3635"/>
                    <a:pt x="3483" y="3628"/>
                  </a:cubicBezTo>
                  <a:cubicBezTo>
                    <a:pt x="3487" y="3628"/>
                    <a:pt x="3490" y="3628"/>
                    <a:pt x="3493" y="3628"/>
                  </a:cubicBezTo>
                  <a:lnTo>
                    <a:pt x="3493" y="3628"/>
                  </a:lnTo>
                  <a:cubicBezTo>
                    <a:pt x="3524" y="3638"/>
                    <a:pt x="3554" y="3635"/>
                    <a:pt x="3587" y="3632"/>
                  </a:cubicBezTo>
                  <a:lnTo>
                    <a:pt x="3587" y="3632"/>
                  </a:lnTo>
                  <a:lnTo>
                    <a:pt x="3587" y="3632"/>
                  </a:lnTo>
                  <a:cubicBezTo>
                    <a:pt x="3668" y="3638"/>
                    <a:pt x="3748" y="3635"/>
                    <a:pt x="3829" y="3635"/>
                  </a:cubicBezTo>
                  <a:cubicBezTo>
                    <a:pt x="3846" y="3645"/>
                    <a:pt x="3849" y="3659"/>
                    <a:pt x="3829" y="3672"/>
                  </a:cubicBezTo>
                  <a:lnTo>
                    <a:pt x="3829" y="3672"/>
                  </a:lnTo>
                  <a:cubicBezTo>
                    <a:pt x="3802" y="3672"/>
                    <a:pt x="3779" y="3672"/>
                    <a:pt x="3752" y="3672"/>
                  </a:cubicBezTo>
                  <a:lnTo>
                    <a:pt x="3752" y="3672"/>
                  </a:lnTo>
                  <a:cubicBezTo>
                    <a:pt x="3735" y="3672"/>
                    <a:pt x="3718" y="3672"/>
                    <a:pt x="3701" y="3672"/>
                  </a:cubicBezTo>
                  <a:lnTo>
                    <a:pt x="3701" y="3672"/>
                  </a:lnTo>
                  <a:cubicBezTo>
                    <a:pt x="3698" y="3672"/>
                    <a:pt x="3691" y="3672"/>
                    <a:pt x="3688" y="3672"/>
                  </a:cubicBezTo>
                  <a:cubicBezTo>
                    <a:pt x="3611" y="3675"/>
                    <a:pt x="3534" y="3679"/>
                    <a:pt x="3457" y="3682"/>
                  </a:cubicBezTo>
                  <a:cubicBezTo>
                    <a:pt x="3453" y="3679"/>
                    <a:pt x="3446" y="3679"/>
                    <a:pt x="3443" y="3682"/>
                  </a:cubicBezTo>
                  <a:lnTo>
                    <a:pt x="3443" y="3682"/>
                  </a:lnTo>
                  <a:lnTo>
                    <a:pt x="3443" y="3682"/>
                  </a:lnTo>
                  <a:cubicBezTo>
                    <a:pt x="3426" y="3675"/>
                    <a:pt x="3409" y="3675"/>
                    <a:pt x="3393" y="3682"/>
                  </a:cubicBezTo>
                  <a:cubicBezTo>
                    <a:pt x="3386" y="3682"/>
                    <a:pt x="3383" y="3682"/>
                    <a:pt x="3379" y="3682"/>
                  </a:cubicBezTo>
                  <a:cubicBezTo>
                    <a:pt x="3312" y="3675"/>
                    <a:pt x="3245" y="3682"/>
                    <a:pt x="3178" y="3699"/>
                  </a:cubicBezTo>
                  <a:cubicBezTo>
                    <a:pt x="3178" y="3699"/>
                    <a:pt x="3175" y="3699"/>
                    <a:pt x="3175" y="3695"/>
                  </a:cubicBezTo>
                  <a:lnTo>
                    <a:pt x="3178" y="3699"/>
                  </a:lnTo>
                  <a:cubicBezTo>
                    <a:pt x="3175" y="3692"/>
                    <a:pt x="3168" y="3689"/>
                    <a:pt x="3161" y="3689"/>
                  </a:cubicBezTo>
                  <a:cubicBezTo>
                    <a:pt x="3151" y="3689"/>
                    <a:pt x="3141" y="3689"/>
                    <a:pt x="3134" y="3689"/>
                  </a:cubicBezTo>
                  <a:cubicBezTo>
                    <a:pt x="3101" y="3685"/>
                    <a:pt x="3074" y="3699"/>
                    <a:pt x="3043" y="3699"/>
                  </a:cubicBezTo>
                  <a:lnTo>
                    <a:pt x="3047" y="3702"/>
                  </a:lnTo>
                  <a:lnTo>
                    <a:pt x="3043" y="3699"/>
                  </a:lnTo>
                  <a:cubicBezTo>
                    <a:pt x="3017" y="3685"/>
                    <a:pt x="2993" y="3692"/>
                    <a:pt x="2966" y="3699"/>
                  </a:cubicBezTo>
                  <a:cubicBezTo>
                    <a:pt x="2926" y="3695"/>
                    <a:pt x="2889" y="3702"/>
                    <a:pt x="2849" y="3709"/>
                  </a:cubicBezTo>
                  <a:cubicBezTo>
                    <a:pt x="2805" y="3712"/>
                    <a:pt x="2761" y="3719"/>
                    <a:pt x="2721" y="3726"/>
                  </a:cubicBezTo>
                  <a:cubicBezTo>
                    <a:pt x="2718" y="3742"/>
                    <a:pt x="2732" y="3742"/>
                    <a:pt x="2748" y="3736"/>
                  </a:cubicBezTo>
                  <a:cubicBezTo>
                    <a:pt x="2809" y="3732"/>
                    <a:pt x="2869" y="3732"/>
                    <a:pt x="2926" y="3719"/>
                  </a:cubicBezTo>
                  <a:lnTo>
                    <a:pt x="2926" y="3719"/>
                  </a:lnTo>
                  <a:cubicBezTo>
                    <a:pt x="2936" y="3726"/>
                    <a:pt x="2946" y="3722"/>
                    <a:pt x="2953" y="3719"/>
                  </a:cubicBezTo>
                  <a:cubicBezTo>
                    <a:pt x="2966" y="3719"/>
                    <a:pt x="2980" y="3716"/>
                    <a:pt x="2993" y="3716"/>
                  </a:cubicBezTo>
                  <a:lnTo>
                    <a:pt x="2993" y="3716"/>
                  </a:lnTo>
                  <a:cubicBezTo>
                    <a:pt x="3017" y="3719"/>
                    <a:pt x="3043" y="3719"/>
                    <a:pt x="3067" y="3716"/>
                  </a:cubicBezTo>
                  <a:lnTo>
                    <a:pt x="3067" y="3716"/>
                  </a:lnTo>
                  <a:cubicBezTo>
                    <a:pt x="3094" y="3719"/>
                    <a:pt x="3118" y="3719"/>
                    <a:pt x="3138" y="3709"/>
                  </a:cubicBezTo>
                  <a:lnTo>
                    <a:pt x="3138" y="3709"/>
                  </a:lnTo>
                  <a:cubicBezTo>
                    <a:pt x="3275" y="3709"/>
                    <a:pt x="3409" y="3709"/>
                    <a:pt x="3547" y="3702"/>
                  </a:cubicBezTo>
                  <a:cubicBezTo>
                    <a:pt x="3601" y="3699"/>
                    <a:pt x="3658" y="3699"/>
                    <a:pt x="3711" y="3699"/>
                  </a:cubicBezTo>
                  <a:cubicBezTo>
                    <a:pt x="3735" y="3699"/>
                    <a:pt x="3758" y="3702"/>
                    <a:pt x="3779" y="3689"/>
                  </a:cubicBezTo>
                  <a:cubicBezTo>
                    <a:pt x="3809" y="3689"/>
                    <a:pt x="3839" y="3689"/>
                    <a:pt x="3869" y="3689"/>
                  </a:cubicBezTo>
                  <a:cubicBezTo>
                    <a:pt x="3873" y="3699"/>
                    <a:pt x="3876" y="3709"/>
                    <a:pt x="3883" y="3716"/>
                  </a:cubicBezTo>
                  <a:cubicBezTo>
                    <a:pt x="3883" y="3719"/>
                    <a:pt x="3886" y="3722"/>
                    <a:pt x="3886" y="3722"/>
                  </a:cubicBezTo>
                  <a:cubicBezTo>
                    <a:pt x="3886" y="3722"/>
                    <a:pt x="3883" y="3719"/>
                    <a:pt x="3883" y="3716"/>
                  </a:cubicBezTo>
                  <a:cubicBezTo>
                    <a:pt x="3883" y="3736"/>
                    <a:pt x="3866" y="3742"/>
                    <a:pt x="3843" y="3746"/>
                  </a:cubicBezTo>
                  <a:cubicBezTo>
                    <a:pt x="3822" y="3746"/>
                    <a:pt x="3796" y="3742"/>
                    <a:pt x="3775" y="3753"/>
                  </a:cubicBezTo>
                  <a:lnTo>
                    <a:pt x="3775" y="3753"/>
                  </a:lnTo>
                  <a:cubicBezTo>
                    <a:pt x="3765" y="3756"/>
                    <a:pt x="3762" y="3763"/>
                    <a:pt x="3765" y="3773"/>
                  </a:cubicBezTo>
                  <a:cubicBezTo>
                    <a:pt x="3762" y="3773"/>
                    <a:pt x="3758" y="3773"/>
                    <a:pt x="3755" y="3773"/>
                  </a:cubicBezTo>
                  <a:lnTo>
                    <a:pt x="3755" y="3773"/>
                  </a:lnTo>
                  <a:cubicBezTo>
                    <a:pt x="3748" y="3739"/>
                    <a:pt x="3711" y="3756"/>
                    <a:pt x="3688" y="3753"/>
                  </a:cubicBezTo>
                  <a:cubicBezTo>
                    <a:pt x="3658" y="3739"/>
                    <a:pt x="3628" y="3756"/>
                    <a:pt x="3597" y="3756"/>
                  </a:cubicBezTo>
                  <a:cubicBezTo>
                    <a:pt x="3594" y="3759"/>
                    <a:pt x="3584" y="3759"/>
                    <a:pt x="3581" y="3766"/>
                  </a:cubicBezTo>
                  <a:cubicBezTo>
                    <a:pt x="3581" y="3766"/>
                    <a:pt x="3577" y="3766"/>
                    <a:pt x="3577" y="3770"/>
                  </a:cubicBezTo>
                  <a:lnTo>
                    <a:pt x="3581" y="3770"/>
                  </a:lnTo>
                  <a:cubicBezTo>
                    <a:pt x="3584" y="3773"/>
                    <a:pt x="3584" y="3773"/>
                    <a:pt x="3584" y="3773"/>
                  </a:cubicBezTo>
                  <a:cubicBezTo>
                    <a:pt x="3587" y="3776"/>
                    <a:pt x="3591" y="3776"/>
                    <a:pt x="3597" y="3779"/>
                  </a:cubicBezTo>
                  <a:cubicBezTo>
                    <a:pt x="3618" y="3779"/>
                    <a:pt x="3634" y="3783"/>
                    <a:pt x="3654" y="3783"/>
                  </a:cubicBezTo>
                  <a:cubicBezTo>
                    <a:pt x="3644" y="3786"/>
                    <a:pt x="3634" y="3789"/>
                    <a:pt x="3624" y="3796"/>
                  </a:cubicBezTo>
                  <a:lnTo>
                    <a:pt x="3621" y="3799"/>
                  </a:lnTo>
                  <a:cubicBezTo>
                    <a:pt x="3618" y="3796"/>
                    <a:pt x="3618" y="3793"/>
                    <a:pt x="3614" y="3793"/>
                  </a:cubicBezTo>
                  <a:cubicBezTo>
                    <a:pt x="3607" y="3796"/>
                    <a:pt x="3601" y="3799"/>
                    <a:pt x="3607" y="3806"/>
                  </a:cubicBezTo>
                  <a:cubicBezTo>
                    <a:pt x="3611" y="3810"/>
                    <a:pt x="3618" y="3810"/>
                    <a:pt x="3624" y="3810"/>
                  </a:cubicBezTo>
                  <a:lnTo>
                    <a:pt x="3624" y="3810"/>
                  </a:lnTo>
                  <a:cubicBezTo>
                    <a:pt x="3634" y="3810"/>
                    <a:pt x="3641" y="3810"/>
                    <a:pt x="3651" y="3810"/>
                  </a:cubicBezTo>
                  <a:cubicBezTo>
                    <a:pt x="3671" y="3810"/>
                    <a:pt x="3695" y="3813"/>
                    <a:pt x="3715" y="3810"/>
                  </a:cubicBezTo>
                  <a:cubicBezTo>
                    <a:pt x="3722" y="3810"/>
                    <a:pt x="3732" y="3810"/>
                    <a:pt x="3742" y="3810"/>
                  </a:cubicBezTo>
                  <a:cubicBezTo>
                    <a:pt x="3752" y="3810"/>
                    <a:pt x="3762" y="3810"/>
                    <a:pt x="3765" y="3799"/>
                  </a:cubicBezTo>
                  <a:cubicBezTo>
                    <a:pt x="3819" y="3820"/>
                    <a:pt x="3863" y="3799"/>
                    <a:pt x="3910" y="3783"/>
                  </a:cubicBezTo>
                  <a:cubicBezTo>
                    <a:pt x="3913" y="3789"/>
                    <a:pt x="3923" y="3796"/>
                    <a:pt x="3923" y="3806"/>
                  </a:cubicBezTo>
                  <a:cubicBezTo>
                    <a:pt x="3926" y="3813"/>
                    <a:pt x="3926" y="3820"/>
                    <a:pt x="3933" y="3827"/>
                  </a:cubicBezTo>
                  <a:cubicBezTo>
                    <a:pt x="3933" y="3830"/>
                    <a:pt x="3933" y="3833"/>
                    <a:pt x="3936" y="3837"/>
                  </a:cubicBezTo>
                  <a:cubicBezTo>
                    <a:pt x="3936" y="3840"/>
                    <a:pt x="3940" y="3843"/>
                    <a:pt x="3947" y="3847"/>
                  </a:cubicBezTo>
                  <a:lnTo>
                    <a:pt x="3947" y="3847"/>
                  </a:lnTo>
                  <a:cubicBezTo>
                    <a:pt x="3953" y="3874"/>
                    <a:pt x="3970" y="3897"/>
                    <a:pt x="3990" y="3920"/>
                  </a:cubicBezTo>
                  <a:lnTo>
                    <a:pt x="3990" y="3920"/>
                  </a:lnTo>
                  <a:cubicBezTo>
                    <a:pt x="3987" y="3920"/>
                    <a:pt x="3987" y="3920"/>
                    <a:pt x="3987" y="3920"/>
                  </a:cubicBezTo>
                  <a:cubicBezTo>
                    <a:pt x="3977" y="3931"/>
                    <a:pt x="3963" y="3927"/>
                    <a:pt x="3947" y="3931"/>
                  </a:cubicBezTo>
                  <a:cubicBezTo>
                    <a:pt x="3947" y="3927"/>
                    <a:pt x="3943" y="3920"/>
                    <a:pt x="3943" y="3917"/>
                  </a:cubicBezTo>
                  <a:cubicBezTo>
                    <a:pt x="3947" y="3917"/>
                    <a:pt x="3947" y="3914"/>
                    <a:pt x="3943" y="3910"/>
                  </a:cubicBezTo>
                  <a:lnTo>
                    <a:pt x="3943" y="3910"/>
                  </a:lnTo>
                  <a:lnTo>
                    <a:pt x="3943" y="3910"/>
                  </a:lnTo>
                  <a:cubicBezTo>
                    <a:pt x="3943" y="3907"/>
                    <a:pt x="3940" y="3904"/>
                    <a:pt x="3933" y="3904"/>
                  </a:cubicBezTo>
                  <a:cubicBezTo>
                    <a:pt x="3930" y="3904"/>
                    <a:pt x="3926" y="3904"/>
                    <a:pt x="3920" y="3904"/>
                  </a:cubicBezTo>
                  <a:lnTo>
                    <a:pt x="3920" y="3904"/>
                  </a:lnTo>
                  <a:lnTo>
                    <a:pt x="3920" y="3904"/>
                  </a:lnTo>
                  <a:cubicBezTo>
                    <a:pt x="3910" y="3900"/>
                    <a:pt x="3896" y="3904"/>
                    <a:pt x="3886" y="3894"/>
                  </a:cubicBezTo>
                  <a:cubicBezTo>
                    <a:pt x="3866" y="3877"/>
                    <a:pt x="3843" y="3880"/>
                    <a:pt x="3819" y="3890"/>
                  </a:cubicBezTo>
                  <a:lnTo>
                    <a:pt x="3819" y="3890"/>
                  </a:lnTo>
                  <a:lnTo>
                    <a:pt x="3819" y="3890"/>
                  </a:lnTo>
                  <a:cubicBezTo>
                    <a:pt x="3802" y="3880"/>
                    <a:pt x="3782" y="3880"/>
                    <a:pt x="3762" y="3887"/>
                  </a:cubicBezTo>
                  <a:cubicBezTo>
                    <a:pt x="3748" y="3887"/>
                    <a:pt x="3738" y="3887"/>
                    <a:pt x="3728" y="3884"/>
                  </a:cubicBezTo>
                  <a:lnTo>
                    <a:pt x="3728" y="3884"/>
                  </a:lnTo>
                  <a:lnTo>
                    <a:pt x="3728" y="3884"/>
                  </a:lnTo>
                  <a:lnTo>
                    <a:pt x="3728" y="3884"/>
                  </a:lnTo>
                  <a:cubicBezTo>
                    <a:pt x="3728" y="3880"/>
                    <a:pt x="3728" y="3877"/>
                    <a:pt x="3728" y="3874"/>
                  </a:cubicBezTo>
                  <a:cubicBezTo>
                    <a:pt x="3735" y="3867"/>
                    <a:pt x="3745" y="3867"/>
                    <a:pt x="3752" y="3874"/>
                  </a:cubicBezTo>
                  <a:cubicBezTo>
                    <a:pt x="3768" y="3877"/>
                    <a:pt x="3782" y="3874"/>
                    <a:pt x="3796" y="3870"/>
                  </a:cubicBezTo>
                  <a:cubicBezTo>
                    <a:pt x="3792" y="3857"/>
                    <a:pt x="3782" y="3850"/>
                    <a:pt x="3765" y="3847"/>
                  </a:cubicBezTo>
                  <a:cubicBezTo>
                    <a:pt x="3735" y="3853"/>
                    <a:pt x="3705" y="3857"/>
                    <a:pt x="3675" y="3847"/>
                  </a:cubicBezTo>
                  <a:cubicBezTo>
                    <a:pt x="3634" y="3847"/>
                    <a:pt x="3591" y="3850"/>
                    <a:pt x="3547" y="3847"/>
                  </a:cubicBezTo>
                  <a:lnTo>
                    <a:pt x="3547" y="3847"/>
                  </a:lnTo>
                  <a:cubicBezTo>
                    <a:pt x="3544" y="3847"/>
                    <a:pt x="3537" y="3847"/>
                    <a:pt x="3534" y="3847"/>
                  </a:cubicBezTo>
                  <a:lnTo>
                    <a:pt x="3534" y="3847"/>
                  </a:lnTo>
                  <a:lnTo>
                    <a:pt x="3534" y="3847"/>
                  </a:lnTo>
                  <a:cubicBezTo>
                    <a:pt x="3520" y="3847"/>
                    <a:pt x="3507" y="3847"/>
                    <a:pt x="3493" y="3847"/>
                  </a:cubicBezTo>
                  <a:cubicBezTo>
                    <a:pt x="3473" y="3847"/>
                    <a:pt x="3453" y="3847"/>
                    <a:pt x="3433" y="3847"/>
                  </a:cubicBezTo>
                  <a:cubicBezTo>
                    <a:pt x="3423" y="3850"/>
                    <a:pt x="3413" y="3857"/>
                    <a:pt x="3429" y="3860"/>
                  </a:cubicBezTo>
                  <a:cubicBezTo>
                    <a:pt x="3450" y="3863"/>
                    <a:pt x="3470" y="3863"/>
                    <a:pt x="3467" y="3880"/>
                  </a:cubicBezTo>
                  <a:lnTo>
                    <a:pt x="3467" y="3884"/>
                  </a:lnTo>
                  <a:cubicBezTo>
                    <a:pt x="3453" y="3884"/>
                    <a:pt x="3440" y="3890"/>
                    <a:pt x="3423" y="3890"/>
                  </a:cubicBezTo>
                  <a:cubicBezTo>
                    <a:pt x="3409" y="3887"/>
                    <a:pt x="3409" y="3890"/>
                    <a:pt x="3419" y="3907"/>
                  </a:cubicBezTo>
                  <a:cubicBezTo>
                    <a:pt x="3426" y="3907"/>
                    <a:pt x="3436" y="3910"/>
                    <a:pt x="3443" y="3910"/>
                  </a:cubicBezTo>
                  <a:lnTo>
                    <a:pt x="3443" y="3910"/>
                  </a:lnTo>
                  <a:cubicBezTo>
                    <a:pt x="3463" y="3910"/>
                    <a:pt x="3487" y="3910"/>
                    <a:pt x="3507" y="3910"/>
                  </a:cubicBezTo>
                  <a:cubicBezTo>
                    <a:pt x="3537" y="3924"/>
                    <a:pt x="3567" y="3927"/>
                    <a:pt x="3597" y="3917"/>
                  </a:cubicBezTo>
                  <a:cubicBezTo>
                    <a:pt x="3604" y="3917"/>
                    <a:pt x="3611" y="3914"/>
                    <a:pt x="3614" y="3910"/>
                  </a:cubicBezTo>
                  <a:cubicBezTo>
                    <a:pt x="3618" y="3910"/>
                    <a:pt x="3621" y="3910"/>
                    <a:pt x="3624" y="3910"/>
                  </a:cubicBezTo>
                  <a:cubicBezTo>
                    <a:pt x="3638" y="3910"/>
                    <a:pt x="3648" y="3910"/>
                    <a:pt x="3661" y="3910"/>
                  </a:cubicBezTo>
                  <a:cubicBezTo>
                    <a:pt x="3681" y="3920"/>
                    <a:pt x="3701" y="3914"/>
                    <a:pt x="3711" y="3914"/>
                  </a:cubicBezTo>
                  <a:cubicBezTo>
                    <a:pt x="3688" y="3920"/>
                    <a:pt x="3685" y="3924"/>
                    <a:pt x="3701" y="3944"/>
                  </a:cubicBezTo>
                  <a:cubicBezTo>
                    <a:pt x="3711" y="3944"/>
                    <a:pt x="3718" y="3944"/>
                    <a:pt x="3728" y="3944"/>
                  </a:cubicBezTo>
                  <a:cubicBezTo>
                    <a:pt x="3732" y="3944"/>
                    <a:pt x="3732" y="3947"/>
                    <a:pt x="3735" y="3951"/>
                  </a:cubicBezTo>
                  <a:cubicBezTo>
                    <a:pt x="3732" y="3951"/>
                    <a:pt x="3728" y="3951"/>
                    <a:pt x="3725" y="3947"/>
                  </a:cubicBezTo>
                  <a:cubicBezTo>
                    <a:pt x="3705" y="3947"/>
                    <a:pt x="3681" y="3944"/>
                    <a:pt x="3665" y="3954"/>
                  </a:cubicBezTo>
                  <a:cubicBezTo>
                    <a:pt x="3658" y="3961"/>
                    <a:pt x="3661" y="3964"/>
                    <a:pt x="3665" y="3967"/>
                  </a:cubicBezTo>
                  <a:cubicBezTo>
                    <a:pt x="3665" y="3967"/>
                    <a:pt x="3665" y="3964"/>
                    <a:pt x="3661" y="3964"/>
                  </a:cubicBezTo>
                  <a:cubicBezTo>
                    <a:pt x="3658" y="3964"/>
                    <a:pt x="3658" y="3964"/>
                    <a:pt x="3654" y="3967"/>
                  </a:cubicBezTo>
                  <a:cubicBezTo>
                    <a:pt x="3648" y="3964"/>
                    <a:pt x="3641" y="3957"/>
                    <a:pt x="3631" y="3957"/>
                  </a:cubicBezTo>
                  <a:cubicBezTo>
                    <a:pt x="3624" y="3957"/>
                    <a:pt x="3618" y="3954"/>
                    <a:pt x="3614" y="3954"/>
                  </a:cubicBezTo>
                  <a:cubicBezTo>
                    <a:pt x="3611" y="3954"/>
                    <a:pt x="3611" y="3954"/>
                    <a:pt x="3611" y="3954"/>
                  </a:cubicBezTo>
                  <a:cubicBezTo>
                    <a:pt x="3611" y="3951"/>
                    <a:pt x="3611" y="3951"/>
                    <a:pt x="3611" y="3947"/>
                  </a:cubicBezTo>
                  <a:lnTo>
                    <a:pt x="3611" y="3947"/>
                  </a:lnTo>
                  <a:lnTo>
                    <a:pt x="3611" y="3947"/>
                  </a:lnTo>
                  <a:cubicBezTo>
                    <a:pt x="3621" y="3947"/>
                    <a:pt x="3631" y="3947"/>
                    <a:pt x="3641" y="3947"/>
                  </a:cubicBezTo>
                  <a:cubicBezTo>
                    <a:pt x="3678" y="3947"/>
                    <a:pt x="3675" y="3934"/>
                    <a:pt x="3661" y="3920"/>
                  </a:cubicBezTo>
                  <a:cubicBezTo>
                    <a:pt x="3651" y="3924"/>
                    <a:pt x="3638" y="3927"/>
                    <a:pt x="3624" y="3927"/>
                  </a:cubicBezTo>
                  <a:cubicBezTo>
                    <a:pt x="3614" y="3931"/>
                    <a:pt x="3607" y="3931"/>
                    <a:pt x="3597" y="3931"/>
                  </a:cubicBezTo>
                  <a:lnTo>
                    <a:pt x="3597" y="3931"/>
                  </a:lnTo>
                  <a:cubicBezTo>
                    <a:pt x="3574" y="3931"/>
                    <a:pt x="3547" y="3927"/>
                    <a:pt x="3520" y="3927"/>
                  </a:cubicBezTo>
                  <a:cubicBezTo>
                    <a:pt x="3510" y="3927"/>
                    <a:pt x="3500" y="3931"/>
                    <a:pt x="3493" y="3937"/>
                  </a:cubicBezTo>
                  <a:lnTo>
                    <a:pt x="3493" y="3937"/>
                  </a:lnTo>
                  <a:cubicBezTo>
                    <a:pt x="3480" y="3934"/>
                    <a:pt x="3463" y="3937"/>
                    <a:pt x="3453" y="3931"/>
                  </a:cubicBezTo>
                  <a:cubicBezTo>
                    <a:pt x="3450" y="3931"/>
                    <a:pt x="3450" y="3931"/>
                    <a:pt x="3446" y="3931"/>
                  </a:cubicBezTo>
                  <a:cubicBezTo>
                    <a:pt x="3440" y="3934"/>
                    <a:pt x="3429" y="3934"/>
                    <a:pt x="3423" y="3934"/>
                  </a:cubicBezTo>
                  <a:cubicBezTo>
                    <a:pt x="3423" y="3931"/>
                    <a:pt x="3423" y="3931"/>
                    <a:pt x="3413" y="3931"/>
                  </a:cubicBezTo>
                  <a:cubicBezTo>
                    <a:pt x="3409" y="3931"/>
                    <a:pt x="3409" y="3931"/>
                    <a:pt x="3409" y="3931"/>
                  </a:cubicBezTo>
                  <a:cubicBezTo>
                    <a:pt x="3400" y="3931"/>
                    <a:pt x="3400" y="3934"/>
                    <a:pt x="3403" y="3937"/>
                  </a:cubicBezTo>
                  <a:cubicBezTo>
                    <a:pt x="3403" y="3934"/>
                    <a:pt x="3400" y="3934"/>
                    <a:pt x="3396" y="3934"/>
                  </a:cubicBezTo>
                  <a:cubicBezTo>
                    <a:pt x="3383" y="3934"/>
                    <a:pt x="3366" y="3931"/>
                    <a:pt x="3352" y="3937"/>
                  </a:cubicBezTo>
                  <a:cubicBezTo>
                    <a:pt x="3349" y="3937"/>
                    <a:pt x="3346" y="3937"/>
                    <a:pt x="3339" y="3937"/>
                  </a:cubicBezTo>
                  <a:cubicBezTo>
                    <a:pt x="3332" y="3934"/>
                    <a:pt x="3322" y="3934"/>
                    <a:pt x="3315" y="3937"/>
                  </a:cubicBezTo>
                  <a:cubicBezTo>
                    <a:pt x="3309" y="3937"/>
                    <a:pt x="3305" y="3937"/>
                    <a:pt x="3302" y="3937"/>
                  </a:cubicBezTo>
                  <a:cubicBezTo>
                    <a:pt x="3292" y="3934"/>
                    <a:pt x="3285" y="3934"/>
                    <a:pt x="3275" y="3937"/>
                  </a:cubicBezTo>
                  <a:cubicBezTo>
                    <a:pt x="3279" y="3941"/>
                    <a:pt x="3279" y="3941"/>
                    <a:pt x="3279" y="3941"/>
                  </a:cubicBezTo>
                  <a:cubicBezTo>
                    <a:pt x="3262" y="3947"/>
                    <a:pt x="3238" y="3951"/>
                    <a:pt x="3255" y="3971"/>
                  </a:cubicBezTo>
                  <a:cubicBezTo>
                    <a:pt x="3272" y="3977"/>
                    <a:pt x="3289" y="3977"/>
                    <a:pt x="3302" y="3977"/>
                  </a:cubicBezTo>
                  <a:cubicBezTo>
                    <a:pt x="3339" y="3977"/>
                    <a:pt x="3376" y="3981"/>
                    <a:pt x="3409" y="3971"/>
                  </a:cubicBezTo>
                  <a:cubicBezTo>
                    <a:pt x="3413" y="3967"/>
                    <a:pt x="3419" y="3967"/>
                    <a:pt x="3419" y="3961"/>
                  </a:cubicBezTo>
                  <a:lnTo>
                    <a:pt x="3419" y="3957"/>
                  </a:lnTo>
                  <a:cubicBezTo>
                    <a:pt x="3426" y="3961"/>
                    <a:pt x="3436" y="3964"/>
                    <a:pt x="3446" y="3967"/>
                  </a:cubicBezTo>
                  <a:cubicBezTo>
                    <a:pt x="3473" y="3967"/>
                    <a:pt x="3500" y="3971"/>
                    <a:pt x="3524" y="3957"/>
                  </a:cubicBezTo>
                  <a:lnTo>
                    <a:pt x="3524" y="3961"/>
                  </a:lnTo>
                  <a:cubicBezTo>
                    <a:pt x="3537" y="3964"/>
                    <a:pt x="3547" y="3964"/>
                    <a:pt x="3557" y="3961"/>
                  </a:cubicBezTo>
                  <a:cubicBezTo>
                    <a:pt x="3561" y="3957"/>
                    <a:pt x="3561" y="3957"/>
                    <a:pt x="3561" y="3954"/>
                  </a:cubicBezTo>
                  <a:cubicBezTo>
                    <a:pt x="3561" y="3957"/>
                    <a:pt x="3564" y="3957"/>
                    <a:pt x="3567" y="3957"/>
                  </a:cubicBezTo>
                  <a:cubicBezTo>
                    <a:pt x="3561" y="3961"/>
                    <a:pt x="3554" y="3964"/>
                    <a:pt x="3547" y="3967"/>
                  </a:cubicBezTo>
                  <a:cubicBezTo>
                    <a:pt x="3547" y="3967"/>
                    <a:pt x="3547" y="3971"/>
                    <a:pt x="3544" y="3974"/>
                  </a:cubicBezTo>
                  <a:lnTo>
                    <a:pt x="3544" y="3974"/>
                  </a:lnTo>
                  <a:cubicBezTo>
                    <a:pt x="3517" y="3974"/>
                    <a:pt x="3487" y="3974"/>
                    <a:pt x="3457" y="3974"/>
                  </a:cubicBezTo>
                  <a:cubicBezTo>
                    <a:pt x="3413" y="3977"/>
                    <a:pt x="3369" y="3981"/>
                    <a:pt x="3325" y="3984"/>
                  </a:cubicBezTo>
                  <a:cubicBezTo>
                    <a:pt x="3315" y="3984"/>
                    <a:pt x="3302" y="3984"/>
                    <a:pt x="3292" y="3984"/>
                  </a:cubicBezTo>
                  <a:cubicBezTo>
                    <a:pt x="3279" y="3991"/>
                    <a:pt x="3262" y="3988"/>
                    <a:pt x="3248" y="3991"/>
                  </a:cubicBezTo>
                  <a:cubicBezTo>
                    <a:pt x="3252" y="3994"/>
                    <a:pt x="3252" y="3994"/>
                    <a:pt x="3252" y="3994"/>
                  </a:cubicBezTo>
                  <a:cubicBezTo>
                    <a:pt x="3245" y="3994"/>
                    <a:pt x="3242" y="3991"/>
                    <a:pt x="3238" y="3991"/>
                  </a:cubicBezTo>
                  <a:cubicBezTo>
                    <a:pt x="3232" y="3991"/>
                    <a:pt x="3228" y="3991"/>
                    <a:pt x="3225" y="3991"/>
                  </a:cubicBezTo>
                  <a:cubicBezTo>
                    <a:pt x="3222" y="3991"/>
                    <a:pt x="3215" y="3994"/>
                    <a:pt x="3211" y="3994"/>
                  </a:cubicBezTo>
                  <a:cubicBezTo>
                    <a:pt x="3208" y="3998"/>
                    <a:pt x="3201" y="3998"/>
                    <a:pt x="3195" y="3994"/>
                  </a:cubicBezTo>
                  <a:cubicBezTo>
                    <a:pt x="3181" y="3994"/>
                    <a:pt x="3164" y="3994"/>
                    <a:pt x="3151" y="3994"/>
                  </a:cubicBezTo>
                  <a:cubicBezTo>
                    <a:pt x="3138" y="3998"/>
                    <a:pt x="3121" y="3994"/>
                    <a:pt x="3107" y="4001"/>
                  </a:cubicBezTo>
                  <a:cubicBezTo>
                    <a:pt x="3104" y="4001"/>
                    <a:pt x="3101" y="4001"/>
                    <a:pt x="3094" y="4001"/>
                  </a:cubicBezTo>
                  <a:cubicBezTo>
                    <a:pt x="3090" y="3998"/>
                    <a:pt x="3087" y="3998"/>
                    <a:pt x="3081" y="4001"/>
                  </a:cubicBezTo>
                  <a:cubicBezTo>
                    <a:pt x="3013" y="4008"/>
                    <a:pt x="2946" y="4021"/>
                    <a:pt x="2876" y="4021"/>
                  </a:cubicBezTo>
                  <a:cubicBezTo>
                    <a:pt x="2846" y="4035"/>
                    <a:pt x="2812" y="4024"/>
                    <a:pt x="2782" y="4035"/>
                  </a:cubicBezTo>
                  <a:cubicBezTo>
                    <a:pt x="2779" y="4035"/>
                    <a:pt x="2775" y="4031"/>
                    <a:pt x="2772" y="4031"/>
                  </a:cubicBezTo>
                  <a:cubicBezTo>
                    <a:pt x="2752" y="4028"/>
                    <a:pt x="2728" y="4035"/>
                    <a:pt x="2708" y="4038"/>
                  </a:cubicBezTo>
                  <a:cubicBezTo>
                    <a:pt x="2671" y="4045"/>
                    <a:pt x="2634" y="4045"/>
                    <a:pt x="2600" y="4058"/>
                  </a:cubicBezTo>
                  <a:cubicBezTo>
                    <a:pt x="2557" y="4055"/>
                    <a:pt x="2517" y="4068"/>
                    <a:pt x="2476" y="4065"/>
                  </a:cubicBezTo>
                  <a:cubicBezTo>
                    <a:pt x="2456" y="4078"/>
                    <a:pt x="2426" y="4071"/>
                    <a:pt x="2409" y="4085"/>
                  </a:cubicBezTo>
                  <a:lnTo>
                    <a:pt x="2409" y="4085"/>
                  </a:lnTo>
                  <a:lnTo>
                    <a:pt x="2409" y="4085"/>
                  </a:lnTo>
                  <a:cubicBezTo>
                    <a:pt x="2406" y="4081"/>
                    <a:pt x="2403" y="4085"/>
                    <a:pt x="2399" y="4085"/>
                  </a:cubicBezTo>
                  <a:cubicBezTo>
                    <a:pt x="2399" y="4085"/>
                    <a:pt x="2399" y="4088"/>
                    <a:pt x="2403" y="4088"/>
                  </a:cubicBezTo>
                  <a:cubicBezTo>
                    <a:pt x="2399" y="4088"/>
                    <a:pt x="2399" y="4085"/>
                    <a:pt x="2399" y="4085"/>
                  </a:cubicBezTo>
                  <a:cubicBezTo>
                    <a:pt x="2372" y="4085"/>
                    <a:pt x="2346" y="4081"/>
                    <a:pt x="2318" y="4092"/>
                  </a:cubicBezTo>
                  <a:cubicBezTo>
                    <a:pt x="2292" y="4092"/>
                    <a:pt x="2268" y="4092"/>
                    <a:pt x="2245" y="4102"/>
                  </a:cubicBezTo>
                  <a:lnTo>
                    <a:pt x="2245" y="4102"/>
                  </a:lnTo>
                  <a:cubicBezTo>
                    <a:pt x="2208" y="4105"/>
                    <a:pt x="2171" y="4102"/>
                    <a:pt x="2137" y="4112"/>
                  </a:cubicBezTo>
                  <a:lnTo>
                    <a:pt x="2137" y="4112"/>
                  </a:lnTo>
                  <a:cubicBezTo>
                    <a:pt x="2131" y="4112"/>
                    <a:pt x="2121" y="4112"/>
                    <a:pt x="2114" y="4112"/>
                  </a:cubicBezTo>
                  <a:lnTo>
                    <a:pt x="2114" y="4112"/>
                  </a:lnTo>
                  <a:lnTo>
                    <a:pt x="2114" y="4112"/>
                  </a:lnTo>
                  <a:cubicBezTo>
                    <a:pt x="2097" y="4112"/>
                    <a:pt x="2084" y="4115"/>
                    <a:pt x="2067" y="4118"/>
                  </a:cubicBezTo>
                  <a:cubicBezTo>
                    <a:pt x="2067" y="4118"/>
                    <a:pt x="2064" y="4118"/>
                    <a:pt x="2060" y="4122"/>
                  </a:cubicBezTo>
                  <a:cubicBezTo>
                    <a:pt x="2054" y="4122"/>
                    <a:pt x="2043" y="4122"/>
                    <a:pt x="2036" y="4125"/>
                  </a:cubicBezTo>
                  <a:cubicBezTo>
                    <a:pt x="2033" y="4122"/>
                    <a:pt x="2030" y="4122"/>
                    <a:pt x="2023" y="4122"/>
                  </a:cubicBezTo>
                  <a:cubicBezTo>
                    <a:pt x="2023" y="4125"/>
                    <a:pt x="2020" y="4128"/>
                    <a:pt x="2020" y="4128"/>
                  </a:cubicBezTo>
                  <a:cubicBezTo>
                    <a:pt x="1944" y="4132"/>
                    <a:pt x="1866" y="4125"/>
                    <a:pt x="1793" y="4142"/>
                  </a:cubicBezTo>
                  <a:lnTo>
                    <a:pt x="1793" y="4142"/>
                  </a:lnTo>
                  <a:lnTo>
                    <a:pt x="1793" y="4142"/>
                  </a:lnTo>
                  <a:cubicBezTo>
                    <a:pt x="1726" y="4142"/>
                    <a:pt x="1658" y="4152"/>
                    <a:pt x="1588" y="4162"/>
                  </a:cubicBezTo>
                  <a:cubicBezTo>
                    <a:pt x="1578" y="4162"/>
                    <a:pt x="1564" y="4166"/>
                    <a:pt x="1554" y="4166"/>
                  </a:cubicBezTo>
                  <a:cubicBezTo>
                    <a:pt x="1467" y="4166"/>
                    <a:pt x="1383" y="4182"/>
                    <a:pt x="1296" y="4192"/>
                  </a:cubicBezTo>
                  <a:lnTo>
                    <a:pt x="1296" y="4192"/>
                  </a:lnTo>
                  <a:cubicBezTo>
                    <a:pt x="1286" y="4196"/>
                    <a:pt x="1276" y="4196"/>
                    <a:pt x="1262" y="4196"/>
                  </a:cubicBezTo>
                  <a:lnTo>
                    <a:pt x="1262" y="4196"/>
                  </a:lnTo>
                  <a:lnTo>
                    <a:pt x="1262" y="4196"/>
                  </a:lnTo>
                  <a:cubicBezTo>
                    <a:pt x="1249" y="4196"/>
                    <a:pt x="1232" y="4199"/>
                    <a:pt x="1219" y="4202"/>
                  </a:cubicBezTo>
                  <a:cubicBezTo>
                    <a:pt x="1212" y="4206"/>
                    <a:pt x="1205" y="4206"/>
                    <a:pt x="1198" y="4206"/>
                  </a:cubicBezTo>
                  <a:lnTo>
                    <a:pt x="1198" y="4206"/>
                  </a:lnTo>
                  <a:lnTo>
                    <a:pt x="1198" y="4206"/>
                  </a:lnTo>
                  <a:cubicBezTo>
                    <a:pt x="1188" y="4206"/>
                    <a:pt x="1178" y="4209"/>
                    <a:pt x="1172" y="4213"/>
                  </a:cubicBezTo>
                  <a:lnTo>
                    <a:pt x="1172" y="4213"/>
                  </a:lnTo>
                  <a:cubicBezTo>
                    <a:pt x="1148" y="4209"/>
                    <a:pt x="1128" y="4209"/>
                    <a:pt x="1108" y="4216"/>
                  </a:cubicBezTo>
                  <a:lnTo>
                    <a:pt x="1108" y="4216"/>
                  </a:lnTo>
                  <a:cubicBezTo>
                    <a:pt x="1094" y="4216"/>
                    <a:pt x="1084" y="4216"/>
                    <a:pt x="1071" y="4213"/>
                  </a:cubicBezTo>
                  <a:cubicBezTo>
                    <a:pt x="1064" y="4216"/>
                    <a:pt x="1061" y="4219"/>
                    <a:pt x="1054" y="4223"/>
                  </a:cubicBezTo>
                  <a:cubicBezTo>
                    <a:pt x="1051" y="4223"/>
                    <a:pt x="1048" y="4223"/>
                    <a:pt x="1044" y="4223"/>
                  </a:cubicBezTo>
                  <a:lnTo>
                    <a:pt x="1044" y="4223"/>
                  </a:lnTo>
                  <a:cubicBezTo>
                    <a:pt x="1017" y="4226"/>
                    <a:pt x="990" y="4219"/>
                    <a:pt x="964" y="4233"/>
                  </a:cubicBezTo>
                  <a:lnTo>
                    <a:pt x="964" y="4233"/>
                  </a:lnTo>
                  <a:cubicBezTo>
                    <a:pt x="950" y="4229"/>
                    <a:pt x="933" y="4229"/>
                    <a:pt x="916" y="4233"/>
                  </a:cubicBezTo>
                  <a:cubicBezTo>
                    <a:pt x="876" y="4233"/>
                    <a:pt x="833" y="4233"/>
                    <a:pt x="796" y="4239"/>
                  </a:cubicBezTo>
                  <a:cubicBezTo>
                    <a:pt x="712" y="4246"/>
                    <a:pt x="628" y="4253"/>
                    <a:pt x="544" y="4256"/>
                  </a:cubicBezTo>
                  <a:cubicBezTo>
                    <a:pt x="490" y="4259"/>
                    <a:pt x="440" y="4263"/>
                    <a:pt x="386" y="4270"/>
                  </a:cubicBezTo>
                  <a:cubicBezTo>
                    <a:pt x="359" y="4270"/>
                    <a:pt x="333" y="4266"/>
                    <a:pt x="306" y="4276"/>
                  </a:cubicBezTo>
                  <a:cubicBezTo>
                    <a:pt x="302" y="4276"/>
                    <a:pt x="302" y="4276"/>
                    <a:pt x="299" y="4276"/>
                  </a:cubicBezTo>
                  <a:lnTo>
                    <a:pt x="299" y="4276"/>
                  </a:lnTo>
                  <a:cubicBezTo>
                    <a:pt x="292" y="4273"/>
                    <a:pt x="286" y="4273"/>
                    <a:pt x="282" y="4276"/>
                  </a:cubicBezTo>
                  <a:cubicBezTo>
                    <a:pt x="272" y="4276"/>
                    <a:pt x="265" y="4280"/>
                    <a:pt x="259" y="4280"/>
                  </a:cubicBezTo>
                  <a:lnTo>
                    <a:pt x="259" y="4280"/>
                  </a:lnTo>
                  <a:lnTo>
                    <a:pt x="259" y="4280"/>
                  </a:lnTo>
                  <a:cubicBezTo>
                    <a:pt x="219" y="4276"/>
                    <a:pt x="178" y="4283"/>
                    <a:pt x="141" y="4290"/>
                  </a:cubicBezTo>
                  <a:cubicBezTo>
                    <a:pt x="124" y="4293"/>
                    <a:pt x="114" y="4293"/>
                    <a:pt x="104" y="4286"/>
                  </a:cubicBezTo>
                  <a:cubicBezTo>
                    <a:pt x="94" y="4290"/>
                    <a:pt x="87" y="4293"/>
                    <a:pt x="77" y="4296"/>
                  </a:cubicBezTo>
                  <a:lnTo>
                    <a:pt x="77" y="4296"/>
                  </a:lnTo>
                  <a:lnTo>
                    <a:pt x="77" y="4296"/>
                  </a:lnTo>
                  <a:cubicBezTo>
                    <a:pt x="51" y="4300"/>
                    <a:pt x="24" y="4303"/>
                    <a:pt x="0" y="4306"/>
                  </a:cubicBezTo>
                  <a:cubicBezTo>
                    <a:pt x="20" y="4320"/>
                    <a:pt x="40" y="4320"/>
                    <a:pt x="64" y="4317"/>
                  </a:cubicBezTo>
                  <a:cubicBezTo>
                    <a:pt x="71" y="4317"/>
                    <a:pt x="81" y="4320"/>
                    <a:pt x="87" y="4323"/>
                  </a:cubicBezTo>
                  <a:lnTo>
                    <a:pt x="87" y="4323"/>
                  </a:lnTo>
                  <a:cubicBezTo>
                    <a:pt x="91" y="4320"/>
                    <a:pt x="98" y="4320"/>
                    <a:pt x="101" y="4320"/>
                  </a:cubicBezTo>
                  <a:cubicBezTo>
                    <a:pt x="114" y="4320"/>
                    <a:pt x="124" y="4323"/>
                    <a:pt x="134" y="4323"/>
                  </a:cubicBezTo>
                  <a:cubicBezTo>
                    <a:pt x="171" y="4327"/>
                    <a:pt x="205" y="4330"/>
                    <a:pt x="232" y="4306"/>
                  </a:cubicBezTo>
                  <a:cubicBezTo>
                    <a:pt x="232" y="4306"/>
                    <a:pt x="235" y="4310"/>
                    <a:pt x="238" y="4310"/>
                  </a:cubicBezTo>
                  <a:cubicBezTo>
                    <a:pt x="248" y="4310"/>
                    <a:pt x="259" y="4306"/>
                    <a:pt x="269" y="4306"/>
                  </a:cubicBezTo>
                  <a:cubicBezTo>
                    <a:pt x="276" y="4306"/>
                    <a:pt x="282" y="4306"/>
                    <a:pt x="286" y="4303"/>
                  </a:cubicBezTo>
                  <a:cubicBezTo>
                    <a:pt x="289" y="4303"/>
                    <a:pt x="292" y="4303"/>
                    <a:pt x="292" y="4300"/>
                  </a:cubicBezTo>
                  <a:cubicBezTo>
                    <a:pt x="296" y="4303"/>
                    <a:pt x="302" y="4303"/>
                    <a:pt x="306" y="4303"/>
                  </a:cubicBezTo>
                  <a:lnTo>
                    <a:pt x="309" y="4300"/>
                  </a:lnTo>
                  <a:cubicBezTo>
                    <a:pt x="312" y="4300"/>
                    <a:pt x="316" y="4300"/>
                    <a:pt x="319" y="4300"/>
                  </a:cubicBezTo>
                  <a:cubicBezTo>
                    <a:pt x="326" y="4303"/>
                    <a:pt x="333" y="4300"/>
                    <a:pt x="339" y="4300"/>
                  </a:cubicBezTo>
                  <a:cubicBezTo>
                    <a:pt x="369" y="4300"/>
                    <a:pt x="400" y="4300"/>
                    <a:pt x="433" y="4300"/>
                  </a:cubicBezTo>
                  <a:cubicBezTo>
                    <a:pt x="581" y="4303"/>
                    <a:pt x="722" y="4280"/>
                    <a:pt x="869" y="4270"/>
                  </a:cubicBezTo>
                  <a:cubicBezTo>
                    <a:pt x="893" y="4263"/>
                    <a:pt x="920" y="4263"/>
                    <a:pt x="950" y="4259"/>
                  </a:cubicBezTo>
                  <a:cubicBezTo>
                    <a:pt x="957" y="4259"/>
                    <a:pt x="964" y="4259"/>
                    <a:pt x="967" y="4259"/>
                  </a:cubicBezTo>
                  <a:cubicBezTo>
                    <a:pt x="984" y="4253"/>
                    <a:pt x="1001" y="4253"/>
                    <a:pt x="1014" y="4249"/>
                  </a:cubicBezTo>
                  <a:cubicBezTo>
                    <a:pt x="1024" y="4249"/>
                    <a:pt x="1031" y="4249"/>
                    <a:pt x="1041" y="4246"/>
                  </a:cubicBezTo>
                  <a:lnTo>
                    <a:pt x="1044" y="4249"/>
                  </a:lnTo>
                  <a:cubicBezTo>
                    <a:pt x="1058" y="4249"/>
                    <a:pt x="1071" y="4249"/>
                    <a:pt x="1081" y="4249"/>
                  </a:cubicBezTo>
                  <a:cubicBezTo>
                    <a:pt x="1098" y="4246"/>
                    <a:pt x="1115" y="4243"/>
                    <a:pt x="1135" y="4243"/>
                  </a:cubicBezTo>
                  <a:cubicBezTo>
                    <a:pt x="1141" y="4243"/>
                    <a:pt x="1151" y="4239"/>
                    <a:pt x="1158" y="4239"/>
                  </a:cubicBezTo>
                  <a:cubicBezTo>
                    <a:pt x="1165" y="4236"/>
                    <a:pt x="1172" y="4236"/>
                    <a:pt x="1178" y="4233"/>
                  </a:cubicBezTo>
                  <a:cubicBezTo>
                    <a:pt x="1185" y="4233"/>
                    <a:pt x="1192" y="4233"/>
                    <a:pt x="1198" y="4229"/>
                  </a:cubicBezTo>
                  <a:cubicBezTo>
                    <a:pt x="1202" y="4229"/>
                    <a:pt x="1205" y="4229"/>
                    <a:pt x="1205" y="4233"/>
                  </a:cubicBezTo>
                  <a:cubicBezTo>
                    <a:pt x="1212" y="4233"/>
                    <a:pt x="1215" y="4233"/>
                    <a:pt x="1222" y="4233"/>
                  </a:cubicBezTo>
                  <a:cubicBezTo>
                    <a:pt x="1229" y="4233"/>
                    <a:pt x="1232" y="4233"/>
                    <a:pt x="1239" y="4233"/>
                  </a:cubicBezTo>
                  <a:cubicBezTo>
                    <a:pt x="1242" y="4229"/>
                    <a:pt x="1249" y="4229"/>
                    <a:pt x="1252" y="4229"/>
                  </a:cubicBezTo>
                  <a:cubicBezTo>
                    <a:pt x="1259" y="4226"/>
                    <a:pt x="1269" y="4226"/>
                    <a:pt x="1276" y="4226"/>
                  </a:cubicBezTo>
                  <a:cubicBezTo>
                    <a:pt x="1296" y="4226"/>
                    <a:pt x="1316" y="4226"/>
                    <a:pt x="1326" y="4213"/>
                  </a:cubicBezTo>
                  <a:cubicBezTo>
                    <a:pt x="1329" y="4213"/>
                    <a:pt x="1329" y="4213"/>
                    <a:pt x="1329" y="4213"/>
                  </a:cubicBezTo>
                  <a:cubicBezTo>
                    <a:pt x="1420" y="4223"/>
                    <a:pt x="1504" y="4206"/>
                    <a:pt x="1591" y="4192"/>
                  </a:cubicBezTo>
                  <a:cubicBezTo>
                    <a:pt x="1594" y="4192"/>
                    <a:pt x="1601" y="4189"/>
                    <a:pt x="1605" y="4189"/>
                  </a:cubicBezTo>
                  <a:cubicBezTo>
                    <a:pt x="1662" y="4199"/>
                    <a:pt x="1759" y="4189"/>
                    <a:pt x="1799" y="4166"/>
                  </a:cubicBezTo>
                  <a:cubicBezTo>
                    <a:pt x="1799" y="4166"/>
                    <a:pt x="1803" y="4166"/>
                    <a:pt x="1803" y="4162"/>
                  </a:cubicBezTo>
                  <a:cubicBezTo>
                    <a:pt x="1809" y="4162"/>
                    <a:pt x="1813" y="4156"/>
                    <a:pt x="1819" y="4162"/>
                  </a:cubicBezTo>
                  <a:cubicBezTo>
                    <a:pt x="1823" y="4162"/>
                    <a:pt x="1826" y="4162"/>
                    <a:pt x="1826" y="4162"/>
                  </a:cubicBezTo>
                  <a:cubicBezTo>
                    <a:pt x="1830" y="4162"/>
                    <a:pt x="1833" y="4162"/>
                    <a:pt x="1836" y="4162"/>
                  </a:cubicBezTo>
                  <a:cubicBezTo>
                    <a:pt x="1836" y="4162"/>
                    <a:pt x="1840" y="4162"/>
                    <a:pt x="1843" y="4162"/>
                  </a:cubicBezTo>
                  <a:cubicBezTo>
                    <a:pt x="1850" y="4162"/>
                    <a:pt x="1860" y="4166"/>
                    <a:pt x="1866" y="4169"/>
                  </a:cubicBezTo>
                  <a:cubicBezTo>
                    <a:pt x="1923" y="4172"/>
                    <a:pt x="1974" y="4159"/>
                    <a:pt x="2030" y="4159"/>
                  </a:cubicBezTo>
                  <a:cubicBezTo>
                    <a:pt x="2040" y="4156"/>
                    <a:pt x="2047" y="4152"/>
                    <a:pt x="2057" y="4149"/>
                  </a:cubicBezTo>
                  <a:cubicBezTo>
                    <a:pt x="2080" y="4138"/>
                    <a:pt x="2107" y="4145"/>
                    <a:pt x="2131" y="4142"/>
                  </a:cubicBezTo>
                  <a:cubicBezTo>
                    <a:pt x="2144" y="4142"/>
                    <a:pt x="2161" y="4142"/>
                    <a:pt x="2174" y="4138"/>
                  </a:cubicBezTo>
                  <a:cubicBezTo>
                    <a:pt x="2174" y="4138"/>
                    <a:pt x="2178" y="4138"/>
                    <a:pt x="2181" y="4135"/>
                  </a:cubicBezTo>
                  <a:cubicBezTo>
                    <a:pt x="2201" y="4145"/>
                    <a:pt x="2225" y="4145"/>
                    <a:pt x="2241" y="4128"/>
                  </a:cubicBezTo>
                  <a:cubicBezTo>
                    <a:pt x="2245" y="4128"/>
                    <a:pt x="2245" y="4128"/>
                    <a:pt x="2248" y="4128"/>
                  </a:cubicBezTo>
                  <a:cubicBezTo>
                    <a:pt x="2282" y="4138"/>
                    <a:pt x="2312" y="4128"/>
                    <a:pt x="2346" y="4122"/>
                  </a:cubicBezTo>
                  <a:cubicBezTo>
                    <a:pt x="2359" y="4122"/>
                    <a:pt x="2369" y="4118"/>
                    <a:pt x="2372" y="4112"/>
                  </a:cubicBezTo>
                  <a:lnTo>
                    <a:pt x="2372" y="4112"/>
                  </a:lnTo>
                  <a:cubicBezTo>
                    <a:pt x="2379" y="4112"/>
                    <a:pt x="2386" y="4112"/>
                    <a:pt x="2393" y="4112"/>
                  </a:cubicBezTo>
                  <a:cubicBezTo>
                    <a:pt x="2466" y="4115"/>
                    <a:pt x="2537" y="4095"/>
                    <a:pt x="2611" y="4085"/>
                  </a:cubicBezTo>
                  <a:cubicBezTo>
                    <a:pt x="2624" y="4081"/>
                    <a:pt x="2637" y="4078"/>
                    <a:pt x="2644" y="4068"/>
                  </a:cubicBezTo>
                  <a:cubicBezTo>
                    <a:pt x="2704" y="4088"/>
                    <a:pt x="2758" y="4078"/>
                    <a:pt x="2812" y="4055"/>
                  </a:cubicBezTo>
                  <a:cubicBezTo>
                    <a:pt x="2812" y="4051"/>
                    <a:pt x="2812" y="4051"/>
                    <a:pt x="2812" y="4048"/>
                  </a:cubicBezTo>
                  <a:lnTo>
                    <a:pt x="2812" y="4048"/>
                  </a:lnTo>
                  <a:cubicBezTo>
                    <a:pt x="2849" y="4048"/>
                    <a:pt x="2882" y="4048"/>
                    <a:pt x="2916" y="4041"/>
                  </a:cubicBezTo>
                  <a:cubicBezTo>
                    <a:pt x="3054" y="4021"/>
                    <a:pt x="3195" y="4024"/>
                    <a:pt x="3332" y="4004"/>
                  </a:cubicBezTo>
                  <a:lnTo>
                    <a:pt x="3332" y="4004"/>
                  </a:lnTo>
                  <a:cubicBezTo>
                    <a:pt x="3426" y="3998"/>
                    <a:pt x="3520" y="3998"/>
                    <a:pt x="3614" y="3984"/>
                  </a:cubicBezTo>
                  <a:cubicBezTo>
                    <a:pt x="3678" y="3984"/>
                    <a:pt x="3742" y="3974"/>
                    <a:pt x="3809" y="3967"/>
                  </a:cubicBezTo>
                  <a:cubicBezTo>
                    <a:pt x="3856" y="3974"/>
                    <a:pt x="3900" y="3957"/>
                    <a:pt x="3947" y="3954"/>
                  </a:cubicBezTo>
                  <a:cubicBezTo>
                    <a:pt x="3963" y="3957"/>
                    <a:pt x="3983" y="3951"/>
                    <a:pt x="3997" y="3964"/>
                  </a:cubicBezTo>
                  <a:cubicBezTo>
                    <a:pt x="4004" y="3964"/>
                    <a:pt x="4007" y="3964"/>
                    <a:pt x="4010" y="3964"/>
                  </a:cubicBezTo>
                  <a:cubicBezTo>
                    <a:pt x="4037" y="3967"/>
                    <a:pt x="4061" y="3977"/>
                    <a:pt x="4064" y="3947"/>
                  </a:cubicBezTo>
                  <a:lnTo>
                    <a:pt x="4064" y="3947"/>
                  </a:lnTo>
                  <a:lnTo>
                    <a:pt x="4064" y="3947"/>
                  </a:lnTo>
                  <a:cubicBezTo>
                    <a:pt x="4064" y="3927"/>
                    <a:pt x="4040" y="3920"/>
                    <a:pt x="4024" y="3910"/>
                  </a:cubicBezTo>
                  <a:lnTo>
                    <a:pt x="4024" y="3910"/>
                  </a:lnTo>
                  <a:cubicBezTo>
                    <a:pt x="4014" y="3890"/>
                    <a:pt x="4004" y="3874"/>
                    <a:pt x="3993" y="3857"/>
                  </a:cubicBezTo>
                  <a:cubicBezTo>
                    <a:pt x="3993" y="3853"/>
                    <a:pt x="3997" y="3850"/>
                    <a:pt x="3997" y="3847"/>
                  </a:cubicBezTo>
                  <a:cubicBezTo>
                    <a:pt x="3997" y="3840"/>
                    <a:pt x="3997" y="3833"/>
                    <a:pt x="3993" y="3827"/>
                  </a:cubicBezTo>
                  <a:cubicBezTo>
                    <a:pt x="3993" y="3823"/>
                    <a:pt x="3990" y="3816"/>
                    <a:pt x="3987" y="3810"/>
                  </a:cubicBezTo>
                  <a:cubicBezTo>
                    <a:pt x="3967" y="3776"/>
                    <a:pt x="3967" y="3736"/>
                    <a:pt x="3930" y="3706"/>
                  </a:cubicBezTo>
                  <a:cubicBezTo>
                    <a:pt x="3926" y="3706"/>
                    <a:pt x="3923" y="3706"/>
                    <a:pt x="3923" y="3706"/>
                  </a:cubicBezTo>
                  <a:lnTo>
                    <a:pt x="3923" y="3706"/>
                  </a:lnTo>
                  <a:cubicBezTo>
                    <a:pt x="3943" y="3679"/>
                    <a:pt x="3926" y="3655"/>
                    <a:pt x="3903" y="3635"/>
                  </a:cubicBezTo>
                  <a:cubicBezTo>
                    <a:pt x="3900" y="3635"/>
                    <a:pt x="3900" y="3635"/>
                    <a:pt x="3896" y="3635"/>
                  </a:cubicBezTo>
                  <a:lnTo>
                    <a:pt x="3896" y="3635"/>
                  </a:lnTo>
                  <a:cubicBezTo>
                    <a:pt x="3913" y="3618"/>
                    <a:pt x="3913" y="3605"/>
                    <a:pt x="3896" y="3588"/>
                  </a:cubicBezTo>
                  <a:cubicBezTo>
                    <a:pt x="3889" y="3588"/>
                    <a:pt x="3886" y="3588"/>
                    <a:pt x="3883" y="3588"/>
                  </a:cubicBezTo>
                  <a:lnTo>
                    <a:pt x="3883" y="3588"/>
                  </a:lnTo>
                  <a:cubicBezTo>
                    <a:pt x="3879" y="3555"/>
                    <a:pt x="3873" y="3521"/>
                    <a:pt x="3866" y="3488"/>
                  </a:cubicBezTo>
                  <a:lnTo>
                    <a:pt x="3866" y="3488"/>
                  </a:lnTo>
                  <a:cubicBezTo>
                    <a:pt x="3873" y="3467"/>
                    <a:pt x="3866" y="3450"/>
                    <a:pt x="3853" y="3434"/>
                  </a:cubicBezTo>
                  <a:cubicBezTo>
                    <a:pt x="3826" y="3460"/>
                    <a:pt x="3853" y="3494"/>
                    <a:pt x="3846" y="3524"/>
                  </a:cubicBezTo>
                  <a:cubicBezTo>
                    <a:pt x="3849" y="3524"/>
                    <a:pt x="3853" y="3524"/>
                    <a:pt x="3853" y="3524"/>
                  </a:cubicBezTo>
                  <a:cubicBezTo>
                    <a:pt x="3856" y="3541"/>
                    <a:pt x="3856" y="3555"/>
                    <a:pt x="3859" y="3568"/>
                  </a:cubicBezTo>
                  <a:cubicBezTo>
                    <a:pt x="3869" y="3578"/>
                    <a:pt x="3869" y="3588"/>
                    <a:pt x="3869" y="3598"/>
                  </a:cubicBezTo>
                  <a:lnTo>
                    <a:pt x="3869" y="3598"/>
                  </a:lnTo>
                  <a:cubicBezTo>
                    <a:pt x="3866" y="3602"/>
                    <a:pt x="3863" y="3605"/>
                    <a:pt x="3859" y="3608"/>
                  </a:cubicBezTo>
                  <a:lnTo>
                    <a:pt x="3856" y="3608"/>
                  </a:lnTo>
                  <a:cubicBezTo>
                    <a:pt x="3863" y="3602"/>
                    <a:pt x="3859" y="3595"/>
                    <a:pt x="3856" y="3588"/>
                  </a:cubicBezTo>
                  <a:cubicBezTo>
                    <a:pt x="3853" y="3581"/>
                    <a:pt x="3846" y="3571"/>
                    <a:pt x="3843" y="3561"/>
                  </a:cubicBezTo>
                  <a:cubicBezTo>
                    <a:pt x="3843" y="3558"/>
                    <a:pt x="3839" y="3555"/>
                    <a:pt x="3839" y="3551"/>
                  </a:cubicBezTo>
                  <a:cubicBezTo>
                    <a:pt x="3836" y="3548"/>
                    <a:pt x="3832" y="3541"/>
                    <a:pt x="3829" y="3538"/>
                  </a:cubicBezTo>
                  <a:cubicBezTo>
                    <a:pt x="3826" y="3534"/>
                    <a:pt x="3822" y="3531"/>
                    <a:pt x="3822" y="3528"/>
                  </a:cubicBezTo>
                  <a:cubicBezTo>
                    <a:pt x="3816" y="3524"/>
                    <a:pt x="3812" y="3521"/>
                    <a:pt x="3809" y="3518"/>
                  </a:cubicBezTo>
                  <a:cubicBezTo>
                    <a:pt x="3809" y="3518"/>
                    <a:pt x="3809" y="3514"/>
                    <a:pt x="3806" y="3514"/>
                  </a:cubicBezTo>
                  <a:cubicBezTo>
                    <a:pt x="3799" y="3501"/>
                    <a:pt x="3792" y="3488"/>
                    <a:pt x="3786" y="3474"/>
                  </a:cubicBezTo>
                  <a:cubicBezTo>
                    <a:pt x="3779" y="3454"/>
                    <a:pt x="3762" y="3447"/>
                    <a:pt x="3738" y="3450"/>
                  </a:cubicBezTo>
                  <a:lnTo>
                    <a:pt x="3738" y="3450"/>
                  </a:lnTo>
                  <a:cubicBezTo>
                    <a:pt x="3708" y="3450"/>
                    <a:pt x="3678" y="3450"/>
                    <a:pt x="3648" y="3457"/>
                  </a:cubicBezTo>
                  <a:cubicBezTo>
                    <a:pt x="3577" y="3460"/>
                    <a:pt x="3504" y="3464"/>
                    <a:pt x="3433" y="3471"/>
                  </a:cubicBezTo>
                  <a:cubicBezTo>
                    <a:pt x="3416" y="3471"/>
                    <a:pt x="3403" y="3467"/>
                    <a:pt x="3389" y="3477"/>
                  </a:cubicBezTo>
                  <a:cubicBezTo>
                    <a:pt x="3362" y="3471"/>
                    <a:pt x="3332" y="3481"/>
                    <a:pt x="3302" y="3467"/>
                  </a:cubicBezTo>
                  <a:cubicBezTo>
                    <a:pt x="3309" y="3447"/>
                    <a:pt x="3346" y="3444"/>
                    <a:pt x="3352" y="3424"/>
                  </a:cubicBezTo>
                  <a:lnTo>
                    <a:pt x="3352" y="3424"/>
                  </a:lnTo>
                  <a:lnTo>
                    <a:pt x="3352" y="3424"/>
                  </a:lnTo>
                  <a:cubicBezTo>
                    <a:pt x="3396" y="3403"/>
                    <a:pt x="3413" y="3370"/>
                    <a:pt x="3429" y="3340"/>
                  </a:cubicBezTo>
                  <a:cubicBezTo>
                    <a:pt x="3453" y="3296"/>
                    <a:pt x="3477" y="3249"/>
                    <a:pt x="3483" y="3199"/>
                  </a:cubicBezTo>
                  <a:cubicBezTo>
                    <a:pt x="3490" y="3199"/>
                    <a:pt x="3497" y="3195"/>
                    <a:pt x="3504" y="3199"/>
                  </a:cubicBezTo>
                  <a:cubicBezTo>
                    <a:pt x="3514" y="3199"/>
                    <a:pt x="3524" y="3199"/>
                    <a:pt x="3530" y="3195"/>
                  </a:cubicBezTo>
                  <a:lnTo>
                    <a:pt x="3530" y="3195"/>
                  </a:lnTo>
                  <a:cubicBezTo>
                    <a:pt x="3537" y="3202"/>
                    <a:pt x="3547" y="3209"/>
                    <a:pt x="3557" y="3212"/>
                  </a:cubicBezTo>
                  <a:lnTo>
                    <a:pt x="3557" y="3212"/>
                  </a:lnTo>
                  <a:lnTo>
                    <a:pt x="3557" y="3212"/>
                  </a:lnTo>
                  <a:cubicBezTo>
                    <a:pt x="3557" y="3219"/>
                    <a:pt x="3564" y="3222"/>
                    <a:pt x="3571" y="3222"/>
                  </a:cubicBezTo>
                  <a:cubicBezTo>
                    <a:pt x="3584" y="3236"/>
                    <a:pt x="3601" y="3242"/>
                    <a:pt x="3621" y="3249"/>
                  </a:cubicBezTo>
                  <a:lnTo>
                    <a:pt x="3621" y="3249"/>
                  </a:lnTo>
                  <a:lnTo>
                    <a:pt x="3621" y="3249"/>
                  </a:lnTo>
                  <a:lnTo>
                    <a:pt x="3621" y="3249"/>
                  </a:lnTo>
                  <a:cubicBezTo>
                    <a:pt x="3621" y="3256"/>
                    <a:pt x="3624" y="3259"/>
                    <a:pt x="3631" y="3259"/>
                  </a:cubicBezTo>
                  <a:lnTo>
                    <a:pt x="3631" y="3259"/>
                  </a:lnTo>
                  <a:cubicBezTo>
                    <a:pt x="3634" y="3263"/>
                    <a:pt x="3641" y="3266"/>
                    <a:pt x="3648" y="3266"/>
                  </a:cubicBezTo>
                  <a:cubicBezTo>
                    <a:pt x="3651" y="3273"/>
                    <a:pt x="3654" y="3276"/>
                    <a:pt x="3661" y="3276"/>
                  </a:cubicBezTo>
                  <a:cubicBezTo>
                    <a:pt x="3665" y="3276"/>
                    <a:pt x="3665" y="3276"/>
                    <a:pt x="3665" y="3276"/>
                  </a:cubicBezTo>
                  <a:lnTo>
                    <a:pt x="3665" y="3276"/>
                  </a:lnTo>
                  <a:cubicBezTo>
                    <a:pt x="3665" y="3279"/>
                    <a:pt x="3668" y="3283"/>
                    <a:pt x="3675" y="3286"/>
                  </a:cubicBezTo>
                  <a:cubicBezTo>
                    <a:pt x="3678" y="3289"/>
                    <a:pt x="3681" y="3293"/>
                    <a:pt x="3688" y="3293"/>
                  </a:cubicBezTo>
                  <a:cubicBezTo>
                    <a:pt x="3685" y="3293"/>
                    <a:pt x="3681" y="3289"/>
                    <a:pt x="3675" y="3286"/>
                  </a:cubicBezTo>
                  <a:lnTo>
                    <a:pt x="3675" y="3286"/>
                  </a:lnTo>
                  <a:cubicBezTo>
                    <a:pt x="3681" y="3289"/>
                    <a:pt x="3685" y="3293"/>
                    <a:pt x="3688" y="3293"/>
                  </a:cubicBezTo>
                  <a:lnTo>
                    <a:pt x="3688" y="3293"/>
                  </a:lnTo>
                  <a:cubicBezTo>
                    <a:pt x="3691" y="3299"/>
                    <a:pt x="3695" y="3303"/>
                    <a:pt x="3701" y="3303"/>
                  </a:cubicBezTo>
                  <a:cubicBezTo>
                    <a:pt x="3705" y="3303"/>
                    <a:pt x="3705" y="3303"/>
                    <a:pt x="3705" y="3303"/>
                  </a:cubicBezTo>
                  <a:cubicBezTo>
                    <a:pt x="3705" y="3306"/>
                    <a:pt x="3711" y="3310"/>
                    <a:pt x="3715" y="3313"/>
                  </a:cubicBezTo>
                  <a:lnTo>
                    <a:pt x="3715" y="3313"/>
                  </a:lnTo>
                  <a:lnTo>
                    <a:pt x="3715" y="3313"/>
                  </a:lnTo>
                  <a:cubicBezTo>
                    <a:pt x="3722" y="3320"/>
                    <a:pt x="3728" y="3323"/>
                    <a:pt x="3738" y="3323"/>
                  </a:cubicBezTo>
                  <a:cubicBezTo>
                    <a:pt x="3738" y="3330"/>
                    <a:pt x="3742" y="3333"/>
                    <a:pt x="3752" y="3333"/>
                  </a:cubicBezTo>
                  <a:cubicBezTo>
                    <a:pt x="3765" y="3343"/>
                    <a:pt x="3775" y="3353"/>
                    <a:pt x="3792" y="3360"/>
                  </a:cubicBezTo>
                  <a:cubicBezTo>
                    <a:pt x="3799" y="3363"/>
                    <a:pt x="3802" y="3370"/>
                    <a:pt x="3806" y="3373"/>
                  </a:cubicBezTo>
                  <a:cubicBezTo>
                    <a:pt x="3819" y="3383"/>
                    <a:pt x="3829" y="3400"/>
                    <a:pt x="3853" y="3397"/>
                  </a:cubicBezTo>
                  <a:cubicBezTo>
                    <a:pt x="3849" y="3403"/>
                    <a:pt x="3856" y="3413"/>
                    <a:pt x="3859" y="3420"/>
                  </a:cubicBezTo>
                  <a:cubicBezTo>
                    <a:pt x="3883" y="3454"/>
                    <a:pt x="3889" y="3491"/>
                    <a:pt x="3906" y="3524"/>
                  </a:cubicBezTo>
                  <a:cubicBezTo>
                    <a:pt x="3916" y="3541"/>
                    <a:pt x="3920" y="3561"/>
                    <a:pt x="3947" y="3571"/>
                  </a:cubicBezTo>
                  <a:cubicBezTo>
                    <a:pt x="3926" y="3602"/>
                    <a:pt x="3943" y="3625"/>
                    <a:pt x="3963" y="3649"/>
                  </a:cubicBezTo>
                  <a:cubicBezTo>
                    <a:pt x="3967" y="3649"/>
                    <a:pt x="3973" y="3652"/>
                    <a:pt x="3977" y="3652"/>
                  </a:cubicBezTo>
                  <a:lnTo>
                    <a:pt x="3973" y="3652"/>
                  </a:lnTo>
                  <a:cubicBezTo>
                    <a:pt x="3973" y="3655"/>
                    <a:pt x="3973" y="3659"/>
                    <a:pt x="3977" y="3662"/>
                  </a:cubicBezTo>
                  <a:cubicBezTo>
                    <a:pt x="3973" y="3669"/>
                    <a:pt x="3977" y="3675"/>
                    <a:pt x="3983" y="3682"/>
                  </a:cubicBezTo>
                  <a:cubicBezTo>
                    <a:pt x="4004" y="3779"/>
                    <a:pt x="4054" y="3874"/>
                    <a:pt x="4101" y="3967"/>
                  </a:cubicBezTo>
                  <a:cubicBezTo>
                    <a:pt x="4097" y="3967"/>
                    <a:pt x="4094" y="3971"/>
                    <a:pt x="4091" y="3974"/>
                  </a:cubicBezTo>
                  <a:cubicBezTo>
                    <a:pt x="4087" y="3974"/>
                    <a:pt x="4081" y="3977"/>
                    <a:pt x="4077" y="3977"/>
                  </a:cubicBezTo>
                  <a:cubicBezTo>
                    <a:pt x="4054" y="3984"/>
                    <a:pt x="4024" y="3977"/>
                    <a:pt x="4007" y="3998"/>
                  </a:cubicBezTo>
                  <a:cubicBezTo>
                    <a:pt x="4010" y="3998"/>
                    <a:pt x="4010" y="4001"/>
                    <a:pt x="4010" y="4001"/>
                  </a:cubicBezTo>
                  <a:lnTo>
                    <a:pt x="4010" y="4001"/>
                  </a:lnTo>
                  <a:cubicBezTo>
                    <a:pt x="3936" y="3981"/>
                    <a:pt x="3863" y="3977"/>
                    <a:pt x="3789" y="4004"/>
                  </a:cubicBezTo>
                  <a:cubicBezTo>
                    <a:pt x="3792" y="4008"/>
                    <a:pt x="3792" y="4008"/>
                    <a:pt x="3796" y="4011"/>
                  </a:cubicBezTo>
                  <a:cubicBezTo>
                    <a:pt x="3792" y="4011"/>
                    <a:pt x="3789" y="4011"/>
                    <a:pt x="3789" y="4011"/>
                  </a:cubicBezTo>
                  <a:cubicBezTo>
                    <a:pt x="3752" y="4004"/>
                    <a:pt x="3722" y="4011"/>
                    <a:pt x="3691" y="4021"/>
                  </a:cubicBezTo>
                  <a:cubicBezTo>
                    <a:pt x="3688" y="4021"/>
                    <a:pt x="3688" y="4018"/>
                    <a:pt x="3688" y="4018"/>
                  </a:cubicBezTo>
                  <a:cubicBezTo>
                    <a:pt x="3624" y="3998"/>
                    <a:pt x="3564" y="4014"/>
                    <a:pt x="3500" y="4021"/>
                  </a:cubicBezTo>
                  <a:cubicBezTo>
                    <a:pt x="3477" y="4031"/>
                    <a:pt x="3446" y="4024"/>
                    <a:pt x="3423" y="4031"/>
                  </a:cubicBezTo>
                  <a:cubicBezTo>
                    <a:pt x="3413" y="4031"/>
                    <a:pt x="3403" y="4035"/>
                    <a:pt x="3393" y="4038"/>
                  </a:cubicBezTo>
                  <a:cubicBezTo>
                    <a:pt x="3389" y="4035"/>
                    <a:pt x="3383" y="4031"/>
                    <a:pt x="3379" y="4031"/>
                  </a:cubicBezTo>
                  <a:cubicBezTo>
                    <a:pt x="3352" y="4028"/>
                    <a:pt x="3329" y="4024"/>
                    <a:pt x="3312" y="4045"/>
                  </a:cubicBezTo>
                  <a:lnTo>
                    <a:pt x="3312" y="4048"/>
                  </a:lnTo>
                  <a:lnTo>
                    <a:pt x="3309" y="4048"/>
                  </a:lnTo>
                  <a:cubicBezTo>
                    <a:pt x="3302" y="4048"/>
                    <a:pt x="3295" y="4048"/>
                    <a:pt x="3289" y="4048"/>
                  </a:cubicBezTo>
                  <a:cubicBezTo>
                    <a:pt x="3262" y="4051"/>
                    <a:pt x="3232" y="4045"/>
                    <a:pt x="3205" y="4055"/>
                  </a:cubicBezTo>
                  <a:cubicBezTo>
                    <a:pt x="3201" y="4055"/>
                    <a:pt x="3201" y="4055"/>
                    <a:pt x="3198" y="4058"/>
                  </a:cubicBezTo>
                  <a:cubicBezTo>
                    <a:pt x="3175" y="4058"/>
                    <a:pt x="3154" y="4055"/>
                    <a:pt x="3134" y="4065"/>
                  </a:cubicBezTo>
                  <a:cubicBezTo>
                    <a:pt x="3121" y="4065"/>
                    <a:pt x="3107" y="4065"/>
                    <a:pt x="3097" y="4065"/>
                  </a:cubicBezTo>
                  <a:cubicBezTo>
                    <a:pt x="3087" y="4058"/>
                    <a:pt x="3077" y="4061"/>
                    <a:pt x="3071" y="4068"/>
                  </a:cubicBezTo>
                  <a:cubicBezTo>
                    <a:pt x="3060" y="4068"/>
                    <a:pt x="3054" y="4068"/>
                    <a:pt x="3043" y="4068"/>
                  </a:cubicBezTo>
                  <a:cubicBezTo>
                    <a:pt x="2997" y="4065"/>
                    <a:pt x="2953" y="4071"/>
                    <a:pt x="2913" y="4085"/>
                  </a:cubicBezTo>
                  <a:cubicBezTo>
                    <a:pt x="2903" y="4085"/>
                    <a:pt x="2896" y="4085"/>
                    <a:pt x="2889" y="4085"/>
                  </a:cubicBezTo>
                  <a:cubicBezTo>
                    <a:pt x="2859" y="4088"/>
                    <a:pt x="2825" y="4081"/>
                    <a:pt x="2795" y="4092"/>
                  </a:cubicBezTo>
                  <a:lnTo>
                    <a:pt x="2795" y="4092"/>
                  </a:lnTo>
                  <a:cubicBezTo>
                    <a:pt x="2779" y="4092"/>
                    <a:pt x="2761" y="4092"/>
                    <a:pt x="2748" y="4095"/>
                  </a:cubicBezTo>
                  <a:lnTo>
                    <a:pt x="2748" y="4095"/>
                  </a:lnTo>
                  <a:lnTo>
                    <a:pt x="2748" y="4095"/>
                  </a:lnTo>
                  <a:cubicBezTo>
                    <a:pt x="2728" y="4095"/>
                    <a:pt x="2708" y="4092"/>
                    <a:pt x="2691" y="4102"/>
                  </a:cubicBezTo>
                  <a:lnTo>
                    <a:pt x="2691" y="4102"/>
                  </a:lnTo>
                  <a:cubicBezTo>
                    <a:pt x="2631" y="4102"/>
                    <a:pt x="2567" y="4109"/>
                    <a:pt x="2507" y="4118"/>
                  </a:cubicBezTo>
                  <a:lnTo>
                    <a:pt x="2507" y="4118"/>
                  </a:lnTo>
                  <a:lnTo>
                    <a:pt x="2503" y="4118"/>
                  </a:lnTo>
                  <a:lnTo>
                    <a:pt x="2500" y="4118"/>
                  </a:lnTo>
                  <a:cubicBezTo>
                    <a:pt x="2497" y="4118"/>
                    <a:pt x="2493" y="4118"/>
                    <a:pt x="2490" y="4122"/>
                  </a:cubicBezTo>
                  <a:cubicBezTo>
                    <a:pt x="2480" y="4122"/>
                    <a:pt x="2473" y="4122"/>
                    <a:pt x="2463" y="4122"/>
                  </a:cubicBezTo>
                  <a:cubicBezTo>
                    <a:pt x="2463" y="4125"/>
                    <a:pt x="2460" y="4128"/>
                    <a:pt x="2460" y="4128"/>
                  </a:cubicBezTo>
                  <a:cubicBezTo>
                    <a:pt x="2456" y="4128"/>
                    <a:pt x="2453" y="4128"/>
                    <a:pt x="2450" y="4132"/>
                  </a:cubicBezTo>
                  <a:cubicBezTo>
                    <a:pt x="2409" y="4132"/>
                    <a:pt x="2369" y="4125"/>
                    <a:pt x="2332" y="4138"/>
                  </a:cubicBezTo>
                  <a:lnTo>
                    <a:pt x="2332" y="4138"/>
                  </a:lnTo>
                  <a:cubicBezTo>
                    <a:pt x="2285" y="4145"/>
                    <a:pt x="2238" y="4132"/>
                    <a:pt x="2191" y="4149"/>
                  </a:cubicBezTo>
                  <a:cubicBezTo>
                    <a:pt x="2178" y="4149"/>
                    <a:pt x="2168" y="4149"/>
                    <a:pt x="2154" y="4149"/>
                  </a:cubicBezTo>
                  <a:cubicBezTo>
                    <a:pt x="2144" y="4152"/>
                    <a:pt x="2134" y="4152"/>
                    <a:pt x="2127" y="4159"/>
                  </a:cubicBezTo>
                  <a:lnTo>
                    <a:pt x="2127" y="4159"/>
                  </a:lnTo>
                  <a:cubicBezTo>
                    <a:pt x="2111" y="4159"/>
                    <a:pt x="2094" y="4159"/>
                    <a:pt x="2077" y="4159"/>
                  </a:cubicBezTo>
                  <a:cubicBezTo>
                    <a:pt x="2033" y="4172"/>
                    <a:pt x="1983" y="4166"/>
                    <a:pt x="1947" y="4186"/>
                  </a:cubicBezTo>
                  <a:lnTo>
                    <a:pt x="1947" y="4186"/>
                  </a:lnTo>
                  <a:lnTo>
                    <a:pt x="1947" y="4186"/>
                  </a:lnTo>
                  <a:cubicBezTo>
                    <a:pt x="1910" y="4179"/>
                    <a:pt x="1876" y="4186"/>
                    <a:pt x="1843" y="4192"/>
                  </a:cubicBezTo>
                  <a:cubicBezTo>
                    <a:pt x="1823" y="4192"/>
                    <a:pt x="1806" y="4196"/>
                    <a:pt x="1793" y="4206"/>
                  </a:cubicBezTo>
                  <a:lnTo>
                    <a:pt x="1793" y="4206"/>
                  </a:lnTo>
                  <a:lnTo>
                    <a:pt x="1793" y="4206"/>
                  </a:lnTo>
                  <a:lnTo>
                    <a:pt x="1793" y="4206"/>
                  </a:lnTo>
                  <a:cubicBezTo>
                    <a:pt x="1772" y="4206"/>
                    <a:pt x="1749" y="4202"/>
                    <a:pt x="1729" y="4213"/>
                  </a:cubicBezTo>
                  <a:lnTo>
                    <a:pt x="1729" y="4213"/>
                  </a:lnTo>
                  <a:cubicBezTo>
                    <a:pt x="1722" y="4213"/>
                    <a:pt x="1719" y="4213"/>
                    <a:pt x="1715" y="4213"/>
                  </a:cubicBezTo>
                  <a:cubicBezTo>
                    <a:pt x="1635" y="4223"/>
                    <a:pt x="1554" y="4229"/>
                    <a:pt x="1477" y="4236"/>
                  </a:cubicBezTo>
                  <a:cubicBezTo>
                    <a:pt x="1460" y="4239"/>
                    <a:pt x="1444" y="4239"/>
                    <a:pt x="1430" y="4249"/>
                  </a:cubicBezTo>
                  <a:cubicBezTo>
                    <a:pt x="1323" y="4256"/>
                    <a:pt x="1215" y="4259"/>
                    <a:pt x="1108" y="4276"/>
                  </a:cubicBezTo>
                  <a:lnTo>
                    <a:pt x="1108" y="4276"/>
                  </a:lnTo>
                  <a:cubicBezTo>
                    <a:pt x="1064" y="4280"/>
                    <a:pt x="1021" y="4280"/>
                    <a:pt x="973" y="4283"/>
                  </a:cubicBezTo>
                  <a:cubicBezTo>
                    <a:pt x="957" y="4283"/>
                    <a:pt x="940" y="4286"/>
                    <a:pt x="930" y="4296"/>
                  </a:cubicBezTo>
                  <a:cubicBezTo>
                    <a:pt x="900" y="4300"/>
                    <a:pt x="866" y="4286"/>
                    <a:pt x="836" y="4303"/>
                  </a:cubicBezTo>
                  <a:cubicBezTo>
                    <a:pt x="799" y="4303"/>
                    <a:pt x="759" y="4300"/>
                    <a:pt x="722" y="4313"/>
                  </a:cubicBezTo>
                  <a:lnTo>
                    <a:pt x="722" y="4313"/>
                  </a:lnTo>
                  <a:lnTo>
                    <a:pt x="722" y="4313"/>
                  </a:lnTo>
                  <a:cubicBezTo>
                    <a:pt x="702" y="4313"/>
                    <a:pt x="682" y="4317"/>
                    <a:pt x="665" y="4323"/>
                  </a:cubicBezTo>
                  <a:cubicBezTo>
                    <a:pt x="662" y="4320"/>
                    <a:pt x="662" y="4323"/>
                    <a:pt x="658" y="4323"/>
                  </a:cubicBezTo>
                  <a:cubicBezTo>
                    <a:pt x="655" y="4320"/>
                    <a:pt x="648" y="4317"/>
                    <a:pt x="638" y="4313"/>
                  </a:cubicBezTo>
                  <a:cubicBezTo>
                    <a:pt x="608" y="4313"/>
                    <a:pt x="574" y="4306"/>
                    <a:pt x="551" y="4330"/>
                  </a:cubicBezTo>
                  <a:cubicBezTo>
                    <a:pt x="530" y="4310"/>
                    <a:pt x="510" y="4320"/>
                    <a:pt x="490" y="4333"/>
                  </a:cubicBezTo>
                  <a:lnTo>
                    <a:pt x="490" y="4333"/>
                  </a:lnTo>
                  <a:cubicBezTo>
                    <a:pt x="487" y="4333"/>
                    <a:pt x="487" y="4330"/>
                    <a:pt x="487" y="4330"/>
                  </a:cubicBezTo>
                  <a:cubicBezTo>
                    <a:pt x="460" y="4320"/>
                    <a:pt x="437" y="4320"/>
                    <a:pt x="413" y="4333"/>
                  </a:cubicBezTo>
                  <a:cubicBezTo>
                    <a:pt x="363" y="4343"/>
                    <a:pt x="312" y="4347"/>
                    <a:pt x="262" y="4353"/>
                  </a:cubicBezTo>
                  <a:cubicBezTo>
                    <a:pt x="242" y="4353"/>
                    <a:pt x="222" y="4357"/>
                    <a:pt x="202" y="4360"/>
                  </a:cubicBezTo>
                  <a:cubicBezTo>
                    <a:pt x="185" y="4363"/>
                    <a:pt x="178" y="4374"/>
                    <a:pt x="178" y="4384"/>
                  </a:cubicBezTo>
                  <a:cubicBezTo>
                    <a:pt x="178" y="4397"/>
                    <a:pt x="195" y="4397"/>
                    <a:pt x="208" y="4397"/>
                  </a:cubicBezTo>
                  <a:cubicBezTo>
                    <a:pt x="225" y="4397"/>
                    <a:pt x="242" y="4397"/>
                    <a:pt x="259" y="4397"/>
                  </a:cubicBezTo>
                  <a:cubicBezTo>
                    <a:pt x="279" y="4394"/>
                    <a:pt x="302" y="4390"/>
                    <a:pt x="323" y="4397"/>
                  </a:cubicBezTo>
                  <a:cubicBezTo>
                    <a:pt x="326" y="4400"/>
                    <a:pt x="329" y="4400"/>
                    <a:pt x="329" y="4400"/>
                  </a:cubicBezTo>
                  <a:cubicBezTo>
                    <a:pt x="333" y="4400"/>
                    <a:pt x="336" y="4397"/>
                    <a:pt x="336" y="4397"/>
                  </a:cubicBezTo>
                  <a:cubicBezTo>
                    <a:pt x="343" y="4394"/>
                    <a:pt x="353" y="4394"/>
                    <a:pt x="359" y="4397"/>
                  </a:cubicBezTo>
                  <a:cubicBezTo>
                    <a:pt x="380" y="4400"/>
                    <a:pt x="396" y="4390"/>
                    <a:pt x="413" y="4390"/>
                  </a:cubicBezTo>
                  <a:cubicBezTo>
                    <a:pt x="420" y="4390"/>
                    <a:pt x="430" y="4387"/>
                    <a:pt x="437" y="4387"/>
                  </a:cubicBezTo>
                  <a:cubicBezTo>
                    <a:pt x="440" y="4387"/>
                    <a:pt x="440" y="4384"/>
                    <a:pt x="440" y="4380"/>
                  </a:cubicBezTo>
                  <a:lnTo>
                    <a:pt x="440" y="4380"/>
                  </a:lnTo>
                  <a:cubicBezTo>
                    <a:pt x="443" y="4380"/>
                    <a:pt x="447" y="4380"/>
                    <a:pt x="450" y="4380"/>
                  </a:cubicBezTo>
                  <a:lnTo>
                    <a:pt x="450" y="4377"/>
                  </a:lnTo>
                  <a:cubicBezTo>
                    <a:pt x="453" y="4380"/>
                    <a:pt x="453" y="4380"/>
                    <a:pt x="457" y="4384"/>
                  </a:cubicBezTo>
                  <a:cubicBezTo>
                    <a:pt x="470" y="4384"/>
                    <a:pt x="487" y="4387"/>
                    <a:pt x="504" y="4380"/>
                  </a:cubicBezTo>
                  <a:cubicBezTo>
                    <a:pt x="510" y="4377"/>
                    <a:pt x="517" y="4377"/>
                    <a:pt x="524" y="4377"/>
                  </a:cubicBezTo>
                  <a:cubicBezTo>
                    <a:pt x="527" y="4377"/>
                    <a:pt x="530" y="4377"/>
                    <a:pt x="530" y="4374"/>
                  </a:cubicBezTo>
                  <a:lnTo>
                    <a:pt x="534" y="4374"/>
                  </a:lnTo>
                  <a:cubicBezTo>
                    <a:pt x="547" y="4374"/>
                    <a:pt x="567" y="4377"/>
                    <a:pt x="581" y="4370"/>
                  </a:cubicBezTo>
                  <a:cubicBezTo>
                    <a:pt x="584" y="4367"/>
                    <a:pt x="584" y="4367"/>
                    <a:pt x="587" y="4370"/>
                  </a:cubicBezTo>
                  <a:cubicBezTo>
                    <a:pt x="591" y="4367"/>
                    <a:pt x="594" y="4367"/>
                    <a:pt x="594" y="4363"/>
                  </a:cubicBezTo>
                  <a:cubicBezTo>
                    <a:pt x="615" y="4363"/>
                    <a:pt x="638" y="4367"/>
                    <a:pt x="658" y="4360"/>
                  </a:cubicBezTo>
                  <a:cubicBezTo>
                    <a:pt x="665" y="4360"/>
                    <a:pt x="672" y="4360"/>
                    <a:pt x="678" y="4360"/>
                  </a:cubicBezTo>
                  <a:cubicBezTo>
                    <a:pt x="685" y="4360"/>
                    <a:pt x="685" y="4357"/>
                    <a:pt x="685" y="4353"/>
                  </a:cubicBezTo>
                  <a:cubicBezTo>
                    <a:pt x="715" y="4350"/>
                    <a:pt x="745" y="4353"/>
                    <a:pt x="776" y="4343"/>
                  </a:cubicBezTo>
                  <a:lnTo>
                    <a:pt x="776" y="4343"/>
                  </a:lnTo>
                  <a:cubicBezTo>
                    <a:pt x="782" y="4343"/>
                    <a:pt x="792" y="4343"/>
                    <a:pt x="799" y="4343"/>
                  </a:cubicBezTo>
                  <a:cubicBezTo>
                    <a:pt x="843" y="4340"/>
                    <a:pt x="883" y="4340"/>
                    <a:pt x="927" y="4340"/>
                  </a:cubicBezTo>
                  <a:cubicBezTo>
                    <a:pt x="954" y="4333"/>
                    <a:pt x="984" y="4333"/>
                    <a:pt x="1014" y="4333"/>
                  </a:cubicBezTo>
                  <a:cubicBezTo>
                    <a:pt x="1034" y="4333"/>
                    <a:pt x="1054" y="4333"/>
                    <a:pt x="1074" y="4327"/>
                  </a:cubicBezTo>
                  <a:cubicBezTo>
                    <a:pt x="1081" y="4323"/>
                    <a:pt x="1088" y="4323"/>
                    <a:pt x="1098" y="4323"/>
                  </a:cubicBezTo>
                  <a:cubicBezTo>
                    <a:pt x="1121" y="4327"/>
                    <a:pt x="1148" y="4327"/>
                    <a:pt x="1172" y="4327"/>
                  </a:cubicBezTo>
                  <a:cubicBezTo>
                    <a:pt x="1175" y="4327"/>
                    <a:pt x="1175" y="4330"/>
                    <a:pt x="1178" y="4333"/>
                  </a:cubicBezTo>
                  <a:cubicBezTo>
                    <a:pt x="1225" y="4333"/>
                    <a:pt x="1269" y="4333"/>
                    <a:pt x="1316" y="4333"/>
                  </a:cubicBezTo>
                  <a:lnTo>
                    <a:pt x="1316" y="4333"/>
                  </a:lnTo>
                  <a:lnTo>
                    <a:pt x="1316" y="4333"/>
                  </a:lnTo>
                  <a:cubicBezTo>
                    <a:pt x="1329" y="4333"/>
                    <a:pt x="1343" y="4333"/>
                    <a:pt x="1353" y="4333"/>
                  </a:cubicBezTo>
                  <a:cubicBezTo>
                    <a:pt x="1383" y="4337"/>
                    <a:pt x="1413" y="4333"/>
                    <a:pt x="1444" y="4333"/>
                  </a:cubicBezTo>
                  <a:cubicBezTo>
                    <a:pt x="1601" y="4333"/>
                    <a:pt x="1756" y="4333"/>
                    <a:pt x="1910" y="4330"/>
                  </a:cubicBezTo>
                  <a:cubicBezTo>
                    <a:pt x="1927" y="4330"/>
                    <a:pt x="1944" y="4330"/>
                    <a:pt x="1960" y="4323"/>
                  </a:cubicBezTo>
                  <a:lnTo>
                    <a:pt x="1960" y="4323"/>
                  </a:lnTo>
                  <a:cubicBezTo>
                    <a:pt x="1964" y="4327"/>
                    <a:pt x="1967" y="4327"/>
                    <a:pt x="1970" y="4327"/>
                  </a:cubicBezTo>
                  <a:lnTo>
                    <a:pt x="1970" y="4327"/>
                  </a:lnTo>
                  <a:cubicBezTo>
                    <a:pt x="1990" y="4333"/>
                    <a:pt x="2010" y="4330"/>
                    <a:pt x="2030" y="4327"/>
                  </a:cubicBezTo>
                  <a:cubicBezTo>
                    <a:pt x="2033" y="4327"/>
                    <a:pt x="2033" y="4327"/>
                    <a:pt x="2033" y="4327"/>
                  </a:cubicBezTo>
                  <a:lnTo>
                    <a:pt x="2033" y="4327"/>
                  </a:lnTo>
                  <a:cubicBezTo>
                    <a:pt x="2057" y="4333"/>
                    <a:pt x="2080" y="4333"/>
                    <a:pt x="2104" y="4327"/>
                  </a:cubicBezTo>
                  <a:cubicBezTo>
                    <a:pt x="2107" y="4327"/>
                    <a:pt x="2111" y="4327"/>
                    <a:pt x="2114" y="4323"/>
                  </a:cubicBezTo>
                  <a:cubicBezTo>
                    <a:pt x="2124" y="4323"/>
                    <a:pt x="2131" y="4323"/>
                    <a:pt x="2141" y="4327"/>
                  </a:cubicBezTo>
                  <a:cubicBezTo>
                    <a:pt x="2194" y="4333"/>
                    <a:pt x="2248" y="4333"/>
                    <a:pt x="2305" y="4333"/>
                  </a:cubicBezTo>
                  <a:cubicBezTo>
                    <a:pt x="2369" y="4333"/>
                    <a:pt x="2436" y="4333"/>
                    <a:pt x="2503" y="4333"/>
                  </a:cubicBezTo>
                  <a:lnTo>
                    <a:pt x="2503" y="4333"/>
                  </a:lnTo>
                  <a:lnTo>
                    <a:pt x="2503" y="4333"/>
                  </a:lnTo>
                  <a:cubicBezTo>
                    <a:pt x="2537" y="4337"/>
                    <a:pt x="2570" y="4343"/>
                    <a:pt x="2607" y="4333"/>
                  </a:cubicBezTo>
                  <a:cubicBezTo>
                    <a:pt x="2611" y="4337"/>
                    <a:pt x="2614" y="4337"/>
                    <a:pt x="2617" y="4337"/>
                  </a:cubicBezTo>
                  <a:lnTo>
                    <a:pt x="2617" y="4337"/>
                  </a:lnTo>
                  <a:cubicBezTo>
                    <a:pt x="2658" y="4343"/>
                    <a:pt x="2704" y="4340"/>
                    <a:pt x="2748" y="4343"/>
                  </a:cubicBezTo>
                  <a:cubicBezTo>
                    <a:pt x="2761" y="4347"/>
                    <a:pt x="2779" y="4343"/>
                    <a:pt x="2795" y="4343"/>
                  </a:cubicBezTo>
                  <a:lnTo>
                    <a:pt x="2795" y="4343"/>
                  </a:lnTo>
                  <a:cubicBezTo>
                    <a:pt x="2836" y="4347"/>
                    <a:pt x="2876" y="4357"/>
                    <a:pt x="2916" y="4343"/>
                  </a:cubicBezTo>
                  <a:lnTo>
                    <a:pt x="2916" y="4343"/>
                  </a:lnTo>
                  <a:cubicBezTo>
                    <a:pt x="2936" y="4340"/>
                    <a:pt x="2960" y="4337"/>
                    <a:pt x="2980" y="4350"/>
                  </a:cubicBezTo>
                  <a:lnTo>
                    <a:pt x="2980" y="4350"/>
                  </a:lnTo>
                  <a:cubicBezTo>
                    <a:pt x="2980" y="4357"/>
                    <a:pt x="2983" y="4360"/>
                    <a:pt x="2990" y="4363"/>
                  </a:cubicBezTo>
                  <a:cubicBezTo>
                    <a:pt x="2997" y="4367"/>
                    <a:pt x="3000" y="4374"/>
                    <a:pt x="3003" y="4380"/>
                  </a:cubicBezTo>
                  <a:lnTo>
                    <a:pt x="3003" y="4380"/>
                  </a:lnTo>
                  <a:cubicBezTo>
                    <a:pt x="3007" y="4394"/>
                    <a:pt x="3003" y="4407"/>
                    <a:pt x="2976" y="4407"/>
                  </a:cubicBezTo>
                  <a:cubicBezTo>
                    <a:pt x="2946" y="4407"/>
                    <a:pt x="2916" y="4407"/>
                    <a:pt x="2889" y="4407"/>
                  </a:cubicBezTo>
                  <a:cubicBezTo>
                    <a:pt x="2886" y="4407"/>
                    <a:pt x="2882" y="4407"/>
                    <a:pt x="2876" y="4404"/>
                  </a:cubicBezTo>
                  <a:cubicBezTo>
                    <a:pt x="2859" y="4407"/>
                    <a:pt x="2842" y="4407"/>
                    <a:pt x="2825" y="4407"/>
                  </a:cubicBezTo>
                  <a:lnTo>
                    <a:pt x="2825" y="4407"/>
                  </a:lnTo>
                  <a:lnTo>
                    <a:pt x="2825" y="4407"/>
                  </a:lnTo>
                  <a:cubicBezTo>
                    <a:pt x="2802" y="4410"/>
                    <a:pt x="2779" y="4400"/>
                    <a:pt x="2761" y="4414"/>
                  </a:cubicBezTo>
                  <a:cubicBezTo>
                    <a:pt x="2782" y="4414"/>
                    <a:pt x="2802" y="4414"/>
                    <a:pt x="2825" y="4417"/>
                  </a:cubicBezTo>
                  <a:cubicBezTo>
                    <a:pt x="2846" y="4417"/>
                    <a:pt x="2866" y="4424"/>
                    <a:pt x="2889" y="4417"/>
                  </a:cubicBezTo>
                  <a:cubicBezTo>
                    <a:pt x="2929" y="4427"/>
                    <a:pt x="2976" y="4427"/>
                    <a:pt x="3020" y="4424"/>
                  </a:cubicBezTo>
                  <a:cubicBezTo>
                    <a:pt x="3027" y="4427"/>
                    <a:pt x="3033" y="4431"/>
                    <a:pt x="3043" y="4434"/>
                  </a:cubicBezTo>
                  <a:lnTo>
                    <a:pt x="3043" y="4434"/>
                  </a:lnTo>
                  <a:cubicBezTo>
                    <a:pt x="3047" y="4454"/>
                    <a:pt x="3040" y="4461"/>
                    <a:pt x="3010" y="4461"/>
                  </a:cubicBezTo>
                  <a:cubicBezTo>
                    <a:pt x="2943" y="4461"/>
                    <a:pt x="2876" y="4461"/>
                    <a:pt x="2812" y="4461"/>
                  </a:cubicBezTo>
                  <a:cubicBezTo>
                    <a:pt x="2732" y="4457"/>
                    <a:pt x="2651" y="4457"/>
                    <a:pt x="2570" y="4461"/>
                  </a:cubicBezTo>
                  <a:lnTo>
                    <a:pt x="2570" y="4461"/>
                  </a:lnTo>
                  <a:cubicBezTo>
                    <a:pt x="2540" y="4448"/>
                    <a:pt x="2503" y="4451"/>
                    <a:pt x="2470" y="4454"/>
                  </a:cubicBezTo>
                  <a:cubicBezTo>
                    <a:pt x="2416" y="4461"/>
                    <a:pt x="2362" y="4457"/>
                    <a:pt x="2312" y="4464"/>
                  </a:cubicBezTo>
                  <a:cubicBezTo>
                    <a:pt x="2322" y="4484"/>
                    <a:pt x="2342" y="4474"/>
                    <a:pt x="2359" y="4471"/>
                  </a:cubicBezTo>
                  <a:cubicBezTo>
                    <a:pt x="2413" y="4471"/>
                    <a:pt x="2463" y="4474"/>
                    <a:pt x="2513" y="4471"/>
                  </a:cubicBezTo>
                  <a:cubicBezTo>
                    <a:pt x="2607" y="4488"/>
                    <a:pt x="2704" y="4478"/>
                    <a:pt x="2799" y="4478"/>
                  </a:cubicBezTo>
                  <a:cubicBezTo>
                    <a:pt x="2886" y="4481"/>
                    <a:pt x="2970" y="4488"/>
                    <a:pt x="3054" y="4471"/>
                  </a:cubicBezTo>
                  <a:lnTo>
                    <a:pt x="3054" y="4471"/>
                  </a:lnTo>
                  <a:lnTo>
                    <a:pt x="3054" y="4471"/>
                  </a:lnTo>
                  <a:cubicBezTo>
                    <a:pt x="3060" y="4474"/>
                    <a:pt x="3064" y="4474"/>
                    <a:pt x="3067" y="4474"/>
                  </a:cubicBezTo>
                  <a:cubicBezTo>
                    <a:pt x="3067" y="4471"/>
                    <a:pt x="3064" y="4471"/>
                    <a:pt x="3060" y="4467"/>
                  </a:cubicBezTo>
                  <a:lnTo>
                    <a:pt x="3060" y="4467"/>
                  </a:lnTo>
                  <a:cubicBezTo>
                    <a:pt x="3064" y="4467"/>
                    <a:pt x="3067" y="4471"/>
                    <a:pt x="3067" y="4474"/>
                  </a:cubicBezTo>
                  <a:cubicBezTo>
                    <a:pt x="3067" y="4478"/>
                    <a:pt x="3067" y="4478"/>
                    <a:pt x="3067" y="4478"/>
                  </a:cubicBezTo>
                  <a:cubicBezTo>
                    <a:pt x="3071" y="4481"/>
                    <a:pt x="3071" y="4481"/>
                    <a:pt x="3071" y="4481"/>
                  </a:cubicBezTo>
                  <a:cubicBezTo>
                    <a:pt x="3067" y="4491"/>
                    <a:pt x="3077" y="4505"/>
                    <a:pt x="3067" y="4515"/>
                  </a:cubicBezTo>
                  <a:lnTo>
                    <a:pt x="3067" y="4515"/>
                  </a:lnTo>
                  <a:lnTo>
                    <a:pt x="3067" y="4515"/>
                  </a:lnTo>
                  <a:cubicBezTo>
                    <a:pt x="3000" y="4528"/>
                    <a:pt x="2933" y="4518"/>
                    <a:pt x="2862" y="4518"/>
                  </a:cubicBezTo>
                  <a:cubicBezTo>
                    <a:pt x="2856" y="4525"/>
                    <a:pt x="2856" y="4528"/>
                    <a:pt x="2862" y="4535"/>
                  </a:cubicBezTo>
                  <a:cubicBezTo>
                    <a:pt x="2923" y="4538"/>
                    <a:pt x="2983" y="4538"/>
                    <a:pt x="3043" y="4535"/>
                  </a:cubicBezTo>
                  <a:cubicBezTo>
                    <a:pt x="3057" y="4538"/>
                    <a:pt x="3071" y="4538"/>
                    <a:pt x="3081" y="4545"/>
                  </a:cubicBezTo>
                  <a:cubicBezTo>
                    <a:pt x="3081" y="4552"/>
                    <a:pt x="3081" y="4558"/>
                    <a:pt x="3081" y="4562"/>
                  </a:cubicBezTo>
                  <a:cubicBezTo>
                    <a:pt x="3081" y="4562"/>
                    <a:pt x="3084" y="4562"/>
                    <a:pt x="3087" y="4562"/>
                  </a:cubicBezTo>
                  <a:lnTo>
                    <a:pt x="3087" y="4562"/>
                  </a:lnTo>
                  <a:lnTo>
                    <a:pt x="3084" y="4565"/>
                  </a:lnTo>
                  <a:cubicBezTo>
                    <a:pt x="3084" y="4565"/>
                    <a:pt x="3081" y="4565"/>
                    <a:pt x="3081" y="4562"/>
                  </a:cubicBezTo>
                  <a:cubicBezTo>
                    <a:pt x="3050" y="4568"/>
                    <a:pt x="3020" y="4555"/>
                    <a:pt x="2990" y="4562"/>
                  </a:cubicBezTo>
                  <a:cubicBezTo>
                    <a:pt x="2956" y="4558"/>
                    <a:pt x="2923" y="4558"/>
                    <a:pt x="2889" y="4565"/>
                  </a:cubicBezTo>
                  <a:cubicBezTo>
                    <a:pt x="2882" y="4568"/>
                    <a:pt x="2872" y="4572"/>
                    <a:pt x="2859" y="4578"/>
                  </a:cubicBezTo>
                  <a:cubicBezTo>
                    <a:pt x="2909" y="4578"/>
                    <a:pt x="2956" y="4578"/>
                    <a:pt x="3003" y="4578"/>
                  </a:cubicBezTo>
                  <a:lnTo>
                    <a:pt x="3003" y="4578"/>
                  </a:lnTo>
                  <a:cubicBezTo>
                    <a:pt x="3017" y="4582"/>
                    <a:pt x="3030" y="4582"/>
                    <a:pt x="3043" y="4582"/>
                  </a:cubicBezTo>
                  <a:lnTo>
                    <a:pt x="3043" y="4582"/>
                  </a:lnTo>
                  <a:cubicBezTo>
                    <a:pt x="3054" y="4588"/>
                    <a:pt x="3064" y="4592"/>
                    <a:pt x="3074" y="4599"/>
                  </a:cubicBezTo>
                  <a:cubicBezTo>
                    <a:pt x="3071" y="4602"/>
                    <a:pt x="3071" y="4602"/>
                    <a:pt x="3071" y="4605"/>
                  </a:cubicBezTo>
                  <a:cubicBezTo>
                    <a:pt x="3071" y="4609"/>
                    <a:pt x="3067" y="4612"/>
                    <a:pt x="3067" y="4612"/>
                  </a:cubicBezTo>
                  <a:cubicBezTo>
                    <a:pt x="3060" y="4615"/>
                    <a:pt x="3050" y="4619"/>
                    <a:pt x="3043" y="4619"/>
                  </a:cubicBezTo>
                  <a:cubicBezTo>
                    <a:pt x="3017" y="4619"/>
                    <a:pt x="2993" y="4619"/>
                    <a:pt x="2966" y="4612"/>
                  </a:cubicBezTo>
                  <a:cubicBezTo>
                    <a:pt x="2950" y="4609"/>
                    <a:pt x="2929" y="4609"/>
                    <a:pt x="2913" y="4619"/>
                  </a:cubicBezTo>
                  <a:lnTo>
                    <a:pt x="2913" y="4619"/>
                  </a:lnTo>
                  <a:cubicBezTo>
                    <a:pt x="2896" y="4612"/>
                    <a:pt x="2882" y="4605"/>
                    <a:pt x="2862" y="4609"/>
                  </a:cubicBezTo>
                  <a:lnTo>
                    <a:pt x="2862" y="4609"/>
                  </a:lnTo>
                  <a:lnTo>
                    <a:pt x="2862" y="4609"/>
                  </a:lnTo>
                  <a:cubicBezTo>
                    <a:pt x="2842" y="4605"/>
                    <a:pt x="2819" y="4609"/>
                    <a:pt x="2799" y="4599"/>
                  </a:cubicBezTo>
                  <a:cubicBezTo>
                    <a:pt x="2795" y="4602"/>
                    <a:pt x="2789" y="4602"/>
                    <a:pt x="2785" y="4599"/>
                  </a:cubicBezTo>
                  <a:cubicBezTo>
                    <a:pt x="2782" y="4599"/>
                    <a:pt x="2779" y="4599"/>
                    <a:pt x="2779" y="4599"/>
                  </a:cubicBezTo>
                  <a:cubicBezTo>
                    <a:pt x="2775" y="4599"/>
                    <a:pt x="2772" y="4599"/>
                    <a:pt x="2772" y="4599"/>
                  </a:cubicBezTo>
                  <a:cubicBezTo>
                    <a:pt x="2768" y="4599"/>
                    <a:pt x="2765" y="4599"/>
                    <a:pt x="2758" y="4599"/>
                  </a:cubicBezTo>
                  <a:cubicBezTo>
                    <a:pt x="2748" y="4595"/>
                    <a:pt x="2735" y="4595"/>
                    <a:pt x="2721" y="4595"/>
                  </a:cubicBezTo>
                  <a:cubicBezTo>
                    <a:pt x="2711" y="4602"/>
                    <a:pt x="2701" y="4609"/>
                    <a:pt x="2708" y="4619"/>
                  </a:cubicBezTo>
                  <a:cubicBezTo>
                    <a:pt x="2755" y="4622"/>
                    <a:pt x="2802" y="4625"/>
                    <a:pt x="2849" y="4629"/>
                  </a:cubicBezTo>
                  <a:cubicBezTo>
                    <a:pt x="2856" y="4632"/>
                    <a:pt x="2862" y="4632"/>
                    <a:pt x="2866" y="4629"/>
                  </a:cubicBezTo>
                  <a:cubicBezTo>
                    <a:pt x="2866" y="4629"/>
                    <a:pt x="2866" y="4625"/>
                    <a:pt x="2869" y="4625"/>
                  </a:cubicBezTo>
                  <a:cubicBezTo>
                    <a:pt x="2886" y="4625"/>
                    <a:pt x="2906" y="4625"/>
                    <a:pt x="2926" y="4625"/>
                  </a:cubicBezTo>
                  <a:cubicBezTo>
                    <a:pt x="2929" y="4629"/>
                    <a:pt x="2933" y="4629"/>
                    <a:pt x="2936" y="4629"/>
                  </a:cubicBezTo>
                  <a:cubicBezTo>
                    <a:pt x="2946" y="4632"/>
                    <a:pt x="2960" y="4632"/>
                    <a:pt x="2966" y="4635"/>
                  </a:cubicBezTo>
                  <a:cubicBezTo>
                    <a:pt x="3000" y="4635"/>
                    <a:pt x="3033" y="4635"/>
                    <a:pt x="3071" y="4635"/>
                  </a:cubicBezTo>
                  <a:cubicBezTo>
                    <a:pt x="3087" y="4662"/>
                    <a:pt x="3064" y="4686"/>
                    <a:pt x="3067" y="4709"/>
                  </a:cubicBezTo>
                  <a:cubicBezTo>
                    <a:pt x="3057" y="4716"/>
                    <a:pt x="3050" y="4723"/>
                    <a:pt x="3040" y="4726"/>
                  </a:cubicBezTo>
                  <a:cubicBezTo>
                    <a:pt x="3033" y="4726"/>
                    <a:pt x="3027" y="4726"/>
                    <a:pt x="3020" y="4726"/>
                  </a:cubicBezTo>
                  <a:lnTo>
                    <a:pt x="3020" y="4726"/>
                  </a:lnTo>
                  <a:lnTo>
                    <a:pt x="3020" y="4726"/>
                  </a:lnTo>
                  <a:cubicBezTo>
                    <a:pt x="3010" y="4719"/>
                    <a:pt x="2997" y="4719"/>
                    <a:pt x="2980" y="4719"/>
                  </a:cubicBezTo>
                  <a:cubicBezTo>
                    <a:pt x="2966" y="4706"/>
                    <a:pt x="2943" y="4706"/>
                    <a:pt x="2926" y="4699"/>
                  </a:cubicBezTo>
                  <a:cubicBezTo>
                    <a:pt x="2923" y="4696"/>
                    <a:pt x="2916" y="4696"/>
                    <a:pt x="2913" y="4692"/>
                  </a:cubicBezTo>
                  <a:cubicBezTo>
                    <a:pt x="2903" y="4692"/>
                    <a:pt x="2893" y="4692"/>
                    <a:pt x="2889" y="4686"/>
                  </a:cubicBezTo>
                  <a:cubicBezTo>
                    <a:pt x="2842" y="4679"/>
                    <a:pt x="2799" y="4689"/>
                    <a:pt x="2752" y="4679"/>
                  </a:cubicBezTo>
                  <a:cubicBezTo>
                    <a:pt x="2752" y="4679"/>
                    <a:pt x="2748" y="4689"/>
                    <a:pt x="2748" y="4692"/>
                  </a:cubicBezTo>
                  <a:lnTo>
                    <a:pt x="2748" y="4692"/>
                  </a:lnTo>
                  <a:lnTo>
                    <a:pt x="2748" y="4692"/>
                  </a:lnTo>
                  <a:cubicBezTo>
                    <a:pt x="2634" y="4699"/>
                    <a:pt x="2523" y="4709"/>
                    <a:pt x="2413" y="4709"/>
                  </a:cubicBezTo>
                  <a:cubicBezTo>
                    <a:pt x="2372" y="4719"/>
                    <a:pt x="2332" y="4723"/>
                    <a:pt x="2292" y="4726"/>
                  </a:cubicBezTo>
                  <a:cubicBezTo>
                    <a:pt x="2114" y="4736"/>
                    <a:pt x="1934" y="4746"/>
                    <a:pt x="1756" y="4756"/>
                  </a:cubicBezTo>
                  <a:cubicBezTo>
                    <a:pt x="1689" y="4760"/>
                    <a:pt x="1625" y="4763"/>
                    <a:pt x="1561" y="4766"/>
                  </a:cubicBezTo>
                  <a:cubicBezTo>
                    <a:pt x="1517" y="4766"/>
                    <a:pt x="1474" y="4763"/>
                    <a:pt x="1430" y="4773"/>
                  </a:cubicBezTo>
                  <a:lnTo>
                    <a:pt x="1430" y="4773"/>
                  </a:lnTo>
                  <a:cubicBezTo>
                    <a:pt x="1407" y="4770"/>
                    <a:pt x="1380" y="4773"/>
                    <a:pt x="1353" y="4777"/>
                  </a:cubicBezTo>
                  <a:cubicBezTo>
                    <a:pt x="1336" y="4773"/>
                    <a:pt x="1319" y="4773"/>
                    <a:pt x="1302" y="4777"/>
                  </a:cubicBezTo>
                  <a:lnTo>
                    <a:pt x="1302" y="4777"/>
                  </a:lnTo>
                  <a:lnTo>
                    <a:pt x="1302" y="4777"/>
                  </a:lnTo>
                  <a:cubicBezTo>
                    <a:pt x="1266" y="4777"/>
                    <a:pt x="1225" y="4777"/>
                    <a:pt x="1185" y="4777"/>
                  </a:cubicBezTo>
                  <a:cubicBezTo>
                    <a:pt x="1125" y="4773"/>
                    <a:pt x="1068" y="4780"/>
                    <a:pt x="1007" y="4783"/>
                  </a:cubicBezTo>
                  <a:cubicBezTo>
                    <a:pt x="893" y="4783"/>
                    <a:pt x="782" y="4770"/>
                    <a:pt x="672" y="4773"/>
                  </a:cubicBezTo>
                  <a:lnTo>
                    <a:pt x="672" y="4773"/>
                  </a:lnTo>
                  <a:cubicBezTo>
                    <a:pt x="668" y="4773"/>
                    <a:pt x="665" y="4773"/>
                    <a:pt x="662" y="4773"/>
                  </a:cubicBezTo>
                  <a:lnTo>
                    <a:pt x="662" y="4773"/>
                  </a:lnTo>
                  <a:cubicBezTo>
                    <a:pt x="641" y="4763"/>
                    <a:pt x="615" y="4770"/>
                    <a:pt x="594" y="4766"/>
                  </a:cubicBezTo>
                  <a:cubicBezTo>
                    <a:pt x="577" y="4770"/>
                    <a:pt x="561" y="4770"/>
                    <a:pt x="541" y="4773"/>
                  </a:cubicBezTo>
                  <a:cubicBezTo>
                    <a:pt x="537" y="4770"/>
                    <a:pt x="534" y="4770"/>
                    <a:pt x="530" y="4766"/>
                  </a:cubicBezTo>
                  <a:cubicBezTo>
                    <a:pt x="524" y="4770"/>
                    <a:pt x="520" y="4773"/>
                    <a:pt x="517" y="4777"/>
                  </a:cubicBezTo>
                  <a:cubicBezTo>
                    <a:pt x="500" y="4777"/>
                    <a:pt x="477" y="4773"/>
                    <a:pt x="480" y="4790"/>
                  </a:cubicBezTo>
                  <a:cubicBezTo>
                    <a:pt x="483" y="4813"/>
                    <a:pt x="510" y="4800"/>
                    <a:pt x="527" y="4800"/>
                  </a:cubicBezTo>
                  <a:cubicBezTo>
                    <a:pt x="537" y="4800"/>
                    <a:pt x="547" y="4800"/>
                    <a:pt x="554" y="4800"/>
                  </a:cubicBezTo>
                  <a:cubicBezTo>
                    <a:pt x="608" y="4803"/>
                    <a:pt x="662" y="4806"/>
                    <a:pt x="712" y="4796"/>
                  </a:cubicBezTo>
                  <a:lnTo>
                    <a:pt x="712" y="4796"/>
                  </a:lnTo>
                  <a:cubicBezTo>
                    <a:pt x="739" y="4796"/>
                    <a:pt x="762" y="4800"/>
                    <a:pt x="786" y="4803"/>
                  </a:cubicBezTo>
                  <a:cubicBezTo>
                    <a:pt x="789" y="4803"/>
                    <a:pt x="792" y="4806"/>
                    <a:pt x="799" y="4806"/>
                  </a:cubicBezTo>
                  <a:cubicBezTo>
                    <a:pt x="792" y="4810"/>
                    <a:pt x="789" y="4810"/>
                    <a:pt x="786" y="4813"/>
                  </a:cubicBezTo>
                  <a:cubicBezTo>
                    <a:pt x="772" y="4813"/>
                    <a:pt x="759" y="4817"/>
                    <a:pt x="745" y="4820"/>
                  </a:cubicBezTo>
                  <a:cubicBezTo>
                    <a:pt x="705" y="4834"/>
                    <a:pt x="658" y="4823"/>
                    <a:pt x="618" y="4837"/>
                  </a:cubicBezTo>
                  <a:cubicBezTo>
                    <a:pt x="544" y="4834"/>
                    <a:pt x="473" y="4844"/>
                    <a:pt x="403" y="4850"/>
                  </a:cubicBezTo>
                  <a:cubicBezTo>
                    <a:pt x="403" y="4860"/>
                    <a:pt x="393" y="4867"/>
                    <a:pt x="400" y="4877"/>
                  </a:cubicBezTo>
                  <a:cubicBezTo>
                    <a:pt x="403" y="4884"/>
                    <a:pt x="413" y="4887"/>
                    <a:pt x="423" y="4887"/>
                  </a:cubicBezTo>
                  <a:cubicBezTo>
                    <a:pt x="463" y="4884"/>
                    <a:pt x="504" y="4884"/>
                    <a:pt x="544" y="4881"/>
                  </a:cubicBezTo>
                  <a:cubicBezTo>
                    <a:pt x="554" y="4881"/>
                    <a:pt x="561" y="4881"/>
                    <a:pt x="571" y="4877"/>
                  </a:cubicBezTo>
                  <a:cubicBezTo>
                    <a:pt x="591" y="4881"/>
                    <a:pt x="608" y="4881"/>
                    <a:pt x="628" y="4877"/>
                  </a:cubicBezTo>
                  <a:lnTo>
                    <a:pt x="628" y="4877"/>
                  </a:lnTo>
                  <a:cubicBezTo>
                    <a:pt x="638" y="4884"/>
                    <a:pt x="651" y="4887"/>
                    <a:pt x="662" y="4877"/>
                  </a:cubicBezTo>
                  <a:cubicBezTo>
                    <a:pt x="665" y="4881"/>
                    <a:pt x="668" y="4877"/>
                    <a:pt x="672" y="4877"/>
                  </a:cubicBezTo>
                  <a:cubicBezTo>
                    <a:pt x="729" y="4874"/>
                    <a:pt x="786" y="4877"/>
                    <a:pt x="843" y="4867"/>
                  </a:cubicBezTo>
                  <a:cubicBezTo>
                    <a:pt x="846" y="4870"/>
                    <a:pt x="849" y="4870"/>
                    <a:pt x="853" y="4867"/>
                  </a:cubicBezTo>
                  <a:cubicBezTo>
                    <a:pt x="990" y="4867"/>
                    <a:pt x="1131" y="4864"/>
                    <a:pt x="1272" y="4864"/>
                  </a:cubicBezTo>
                  <a:cubicBezTo>
                    <a:pt x="1283" y="4864"/>
                    <a:pt x="1293" y="4864"/>
                    <a:pt x="1302" y="4867"/>
                  </a:cubicBezTo>
                  <a:cubicBezTo>
                    <a:pt x="1390" y="4857"/>
                    <a:pt x="1474" y="4860"/>
                    <a:pt x="1561" y="4857"/>
                  </a:cubicBezTo>
                  <a:cubicBezTo>
                    <a:pt x="1588" y="4857"/>
                    <a:pt x="1615" y="4860"/>
                    <a:pt x="1641" y="4850"/>
                  </a:cubicBezTo>
                  <a:cubicBezTo>
                    <a:pt x="1648" y="4854"/>
                    <a:pt x="1655" y="4854"/>
                    <a:pt x="1665" y="4850"/>
                  </a:cubicBezTo>
                  <a:cubicBezTo>
                    <a:pt x="1712" y="4847"/>
                    <a:pt x="1762" y="4854"/>
                    <a:pt x="1813" y="4844"/>
                  </a:cubicBezTo>
                  <a:cubicBezTo>
                    <a:pt x="1816" y="4840"/>
                    <a:pt x="1816" y="4840"/>
                    <a:pt x="1819" y="4840"/>
                  </a:cubicBezTo>
                  <a:lnTo>
                    <a:pt x="1819" y="4840"/>
                  </a:lnTo>
                  <a:lnTo>
                    <a:pt x="1819" y="4840"/>
                  </a:lnTo>
                  <a:lnTo>
                    <a:pt x="1819" y="4840"/>
                  </a:lnTo>
                  <a:cubicBezTo>
                    <a:pt x="1890" y="4837"/>
                    <a:pt x="1957" y="4834"/>
                    <a:pt x="2023" y="4827"/>
                  </a:cubicBezTo>
                  <a:cubicBezTo>
                    <a:pt x="2033" y="4830"/>
                    <a:pt x="2040" y="4830"/>
                    <a:pt x="2047" y="4827"/>
                  </a:cubicBezTo>
                  <a:cubicBezTo>
                    <a:pt x="2064" y="4827"/>
                    <a:pt x="2077" y="4827"/>
                    <a:pt x="2090" y="4830"/>
                  </a:cubicBezTo>
                  <a:cubicBezTo>
                    <a:pt x="2097" y="4830"/>
                    <a:pt x="2104" y="4834"/>
                    <a:pt x="2111" y="4834"/>
                  </a:cubicBezTo>
                  <a:cubicBezTo>
                    <a:pt x="2302" y="4840"/>
                    <a:pt x="2486" y="4817"/>
                    <a:pt x="2674" y="4800"/>
                  </a:cubicBezTo>
                  <a:cubicBezTo>
                    <a:pt x="2721" y="4796"/>
                    <a:pt x="2765" y="4796"/>
                    <a:pt x="2812" y="4803"/>
                  </a:cubicBezTo>
                  <a:cubicBezTo>
                    <a:pt x="2859" y="4806"/>
                    <a:pt x="2906" y="4806"/>
                    <a:pt x="2950" y="4803"/>
                  </a:cubicBezTo>
                  <a:cubicBezTo>
                    <a:pt x="2980" y="4793"/>
                    <a:pt x="3013" y="4796"/>
                    <a:pt x="3043" y="4796"/>
                  </a:cubicBezTo>
                  <a:cubicBezTo>
                    <a:pt x="3090" y="4796"/>
                    <a:pt x="3128" y="4783"/>
                    <a:pt x="3148" y="4746"/>
                  </a:cubicBezTo>
                  <a:lnTo>
                    <a:pt x="3148" y="4746"/>
                  </a:lnTo>
                  <a:cubicBezTo>
                    <a:pt x="3151" y="4746"/>
                    <a:pt x="3154" y="4746"/>
                    <a:pt x="3158" y="4746"/>
                  </a:cubicBezTo>
                  <a:lnTo>
                    <a:pt x="3161" y="4746"/>
                  </a:lnTo>
                  <a:cubicBezTo>
                    <a:pt x="3168" y="4746"/>
                    <a:pt x="3178" y="4746"/>
                    <a:pt x="3188" y="4746"/>
                  </a:cubicBezTo>
                  <a:cubicBezTo>
                    <a:pt x="3191" y="4746"/>
                    <a:pt x="3198" y="4746"/>
                    <a:pt x="3201" y="4743"/>
                  </a:cubicBezTo>
                  <a:cubicBezTo>
                    <a:pt x="3242" y="4753"/>
                    <a:pt x="3285" y="4743"/>
                    <a:pt x="3325" y="4746"/>
                  </a:cubicBezTo>
                  <a:lnTo>
                    <a:pt x="3325" y="4746"/>
                  </a:lnTo>
                  <a:lnTo>
                    <a:pt x="3325" y="4746"/>
                  </a:lnTo>
                  <a:cubicBezTo>
                    <a:pt x="3339" y="4736"/>
                    <a:pt x="3349" y="4726"/>
                    <a:pt x="3369" y="4743"/>
                  </a:cubicBezTo>
                  <a:cubicBezTo>
                    <a:pt x="3386" y="4756"/>
                    <a:pt x="3389" y="4766"/>
                    <a:pt x="3362" y="4773"/>
                  </a:cubicBezTo>
                  <a:lnTo>
                    <a:pt x="3362" y="4773"/>
                  </a:lnTo>
                  <a:lnTo>
                    <a:pt x="3362" y="4773"/>
                  </a:lnTo>
                  <a:cubicBezTo>
                    <a:pt x="3342" y="4773"/>
                    <a:pt x="3322" y="4777"/>
                    <a:pt x="3302" y="4777"/>
                  </a:cubicBezTo>
                  <a:cubicBezTo>
                    <a:pt x="3292" y="4777"/>
                    <a:pt x="3285" y="4777"/>
                    <a:pt x="3275" y="4777"/>
                  </a:cubicBezTo>
                  <a:cubicBezTo>
                    <a:pt x="3268" y="4777"/>
                    <a:pt x="3258" y="4777"/>
                    <a:pt x="3252" y="4777"/>
                  </a:cubicBezTo>
                  <a:cubicBezTo>
                    <a:pt x="3218" y="4780"/>
                    <a:pt x="3181" y="4783"/>
                    <a:pt x="3148" y="4787"/>
                  </a:cubicBezTo>
                  <a:cubicBezTo>
                    <a:pt x="3148" y="4790"/>
                    <a:pt x="3148" y="4793"/>
                    <a:pt x="3148" y="4793"/>
                  </a:cubicBezTo>
                  <a:cubicBezTo>
                    <a:pt x="3211" y="4793"/>
                    <a:pt x="3275" y="4793"/>
                    <a:pt x="3339" y="4793"/>
                  </a:cubicBezTo>
                  <a:cubicBezTo>
                    <a:pt x="3352" y="4800"/>
                    <a:pt x="3366" y="4800"/>
                    <a:pt x="3369" y="4787"/>
                  </a:cubicBezTo>
                  <a:lnTo>
                    <a:pt x="3369" y="4787"/>
                  </a:lnTo>
                  <a:cubicBezTo>
                    <a:pt x="3372" y="4787"/>
                    <a:pt x="3376" y="4787"/>
                    <a:pt x="3379" y="4783"/>
                  </a:cubicBezTo>
                  <a:cubicBezTo>
                    <a:pt x="3379" y="4787"/>
                    <a:pt x="3383" y="4787"/>
                    <a:pt x="3386" y="4790"/>
                  </a:cubicBezTo>
                  <a:cubicBezTo>
                    <a:pt x="3389" y="4790"/>
                    <a:pt x="3393" y="4793"/>
                    <a:pt x="3396" y="4793"/>
                  </a:cubicBezTo>
                  <a:cubicBezTo>
                    <a:pt x="3362" y="4787"/>
                    <a:pt x="3336" y="4810"/>
                    <a:pt x="3302" y="4810"/>
                  </a:cubicBezTo>
                  <a:cubicBezTo>
                    <a:pt x="3292" y="4810"/>
                    <a:pt x="3285" y="4810"/>
                    <a:pt x="3275" y="4813"/>
                  </a:cubicBezTo>
                  <a:cubicBezTo>
                    <a:pt x="3262" y="4817"/>
                    <a:pt x="3252" y="4823"/>
                    <a:pt x="3238" y="4830"/>
                  </a:cubicBezTo>
                  <a:lnTo>
                    <a:pt x="3238" y="4830"/>
                  </a:lnTo>
                  <a:cubicBezTo>
                    <a:pt x="3191" y="4830"/>
                    <a:pt x="3144" y="4830"/>
                    <a:pt x="3094" y="4830"/>
                  </a:cubicBezTo>
                  <a:cubicBezTo>
                    <a:pt x="3071" y="4830"/>
                    <a:pt x="3043" y="4834"/>
                    <a:pt x="3020" y="4834"/>
                  </a:cubicBezTo>
                  <a:cubicBezTo>
                    <a:pt x="3017" y="4837"/>
                    <a:pt x="3013" y="4837"/>
                    <a:pt x="3007" y="4837"/>
                  </a:cubicBezTo>
                  <a:cubicBezTo>
                    <a:pt x="3003" y="4834"/>
                    <a:pt x="2997" y="4830"/>
                    <a:pt x="2993" y="4827"/>
                  </a:cubicBezTo>
                  <a:cubicBezTo>
                    <a:pt x="2933" y="4837"/>
                    <a:pt x="2872" y="4844"/>
                    <a:pt x="2812" y="4840"/>
                  </a:cubicBezTo>
                  <a:cubicBezTo>
                    <a:pt x="2795" y="4854"/>
                    <a:pt x="2765" y="4837"/>
                    <a:pt x="2748" y="4850"/>
                  </a:cubicBezTo>
                  <a:cubicBezTo>
                    <a:pt x="2768" y="4877"/>
                    <a:pt x="2799" y="4857"/>
                    <a:pt x="2825" y="4860"/>
                  </a:cubicBezTo>
                  <a:cubicBezTo>
                    <a:pt x="2872" y="4857"/>
                    <a:pt x="2919" y="4860"/>
                    <a:pt x="2963" y="4850"/>
                  </a:cubicBezTo>
                  <a:lnTo>
                    <a:pt x="2963" y="4850"/>
                  </a:lnTo>
                  <a:cubicBezTo>
                    <a:pt x="2997" y="4857"/>
                    <a:pt x="3027" y="4850"/>
                    <a:pt x="3057" y="4847"/>
                  </a:cubicBezTo>
                  <a:lnTo>
                    <a:pt x="3057" y="4847"/>
                  </a:lnTo>
                  <a:cubicBezTo>
                    <a:pt x="3060" y="4847"/>
                    <a:pt x="3064" y="4847"/>
                    <a:pt x="3071" y="4847"/>
                  </a:cubicBezTo>
                  <a:cubicBezTo>
                    <a:pt x="3077" y="4847"/>
                    <a:pt x="3087" y="4847"/>
                    <a:pt x="3094" y="4847"/>
                  </a:cubicBezTo>
                  <a:cubicBezTo>
                    <a:pt x="3114" y="4850"/>
                    <a:pt x="3131" y="4850"/>
                    <a:pt x="3148" y="4847"/>
                  </a:cubicBezTo>
                  <a:cubicBezTo>
                    <a:pt x="3154" y="4850"/>
                    <a:pt x="3164" y="4850"/>
                    <a:pt x="3171" y="4850"/>
                  </a:cubicBezTo>
                  <a:cubicBezTo>
                    <a:pt x="3178" y="4850"/>
                    <a:pt x="3181" y="4850"/>
                    <a:pt x="3185" y="4850"/>
                  </a:cubicBezTo>
                  <a:cubicBezTo>
                    <a:pt x="3185" y="4847"/>
                    <a:pt x="3185" y="4847"/>
                    <a:pt x="3188" y="4847"/>
                  </a:cubicBezTo>
                  <a:lnTo>
                    <a:pt x="3188" y="4847"/>
                  </a:lnTo>
                  <a:lnTo>
                    <a:pt x="3188" y="4847"/>
                  </a:lnTo>
                  <a:lnTo>
                    <a:pt x="3188" y="4847"/>
                  </a:lnTo>
                  <a:cubicBezTo>
                    <a:pt x="3188" y="4847"/>
                    <a:pt x="3185" y="4847"/>
                    <a:pt x="3185" y="4850"/>
                  </a:cubicBezTo>
                  <a:cubicBezTo>
                    <a:pt x="3232" y="4867"/>
                    <a:pt x="3282" y="4854"/>
                    <a:pt x="3332" y="4857"/>
                  </a:cubicBezTo>
                  <a:cubicBezTo>
                    <a:pt x="3366" y="4860"/>
                    <a:pt x="3400" y="4857"/>
                    <a:pt x="3433" y="4857"/>
                  </a:cubicBezTo>
                  <a:cubicBezTo>
                    <a:pt x="3450" y="4857"/>
                    <a:pt x="3457" y="4864"/>
                    <a:pt x="3457" y="4874"/>
                  </a:cubicBezTo>
                  <a:cubicBezTo>
                    <a:pt x="3366" y="4887"/>
                    <a:pt x="3272" y="4884"/>
                    <a:pt x="3181" y="4884"/>
                  </a:cubicBezTo>
                  <a:cubicBezTo>
                    <a:pt x="3131" y="4884"/>
                    <a:pt x="3081" y="4891"/>
                    <a:pt x="3030" y="4894"/>
                  </a:cubicBezTo>
                  <a:lnTo>
                    <a:pt x="3030" y="4894"/>
                  </a:lnTo>
                  <a:lnTo>
                    <a:pt x="3030" y="4894"/>
                  </a:lnTo>
                  <a:cubicBezTo>
                    <a:pt x="2980" y="4881"/>
                    <a:pt x="2936" y="4897"/>
                    <a:pt x="2889" y="4907"/>
                  </a:cubicBezTo>
                  <a:cubicBezTo>
                    <a:pt x="2936" y="4907"/>
                    <a:pt x="2986" y="4921"/>
                    <a:pt x="3030" y="4901"/>
                  </a:cubicBezTo>
                  <a:cubicBezTo>
                    <a:pt x="3043" y="4907"/>
                    <a:pt x="3054" y="4911"/>
                    <a:pt x="3067" y="4911"/>
                  </a:cubicBezTo>
                  <a:cubicBezTo>
                    <a:pt x="3161" y="4901"/>
                    <a:pt x="3255" y="4907"/>
                    <a:pt x="3349" y="4904"/>
                  </a:cubicBezTo>
                  <a:cubicBezTo>
                    <a:pt x="3393" y="4904"/>
                    <a:pt x="3433" y="4901"/>
                    <a:pt x="3473" y="4887"/>
                  </a:cubicBezTo>
                  <a:cubicBezTo>
                    <a:pt x="3483" y="4927"/>
                    <a:pt x="3483" y="4927"/>
                    <a:pt x="3416" y="4931"/>
                  </a:cubicBezTo>
                  <a:cubicBezTo>
                    <a:pt x="3413" y="4934"/>
                    <a:pt x="3413" y="4934"/>
                    <a:pt x="3409" y="4934"/>
                  </a:cubicBezTo>
                  <a:cubicBezTo>
                    <a:pt x="3406" y="4934"/>
                    <a:pt x="3403" y="4931"/>
                    <a:pt x="3403" y="4931"/>
                  </a:cubicBezTo>
                  <a:cubicBezTo>
                    <a:pt x="3393" y="4931"/>
                    <a:pt x="3379" y="4931"/>
                    <a:pt x="3369" y="4931"/>
                  </a:cubicBezTo>
                  <a:cubicBezTo>
                    <a:pt x="3366" y="4934"/>
                    <a:pt x="3362" y="4934"/>
                    <a:pt x="3362" y="4934"/>
                  </a:cubicBezTo>
                  <a:cubicBezTo>
                    <a:pt x="3362" y="4938"/>
                    <a:pt x="3362" y="4938"/>
                    <a:pt x="3362" y="4941"/>
                  </a:cubicBezTo>
                  <a:cubicBezTo>
                    <a:pt x="3342" y="4941"/>
                    <a:pt x="3322" y="4941"/>
                    <a:pt x="3305" y="4941"/>
                  </a:cubicBezTo>
                  <a:cubicBezTo>
                    <a:pt x="3302" y="4941"/>
                    <a:pt x="3299" y="4938"/>
                    <a:pt x="3299" y="4938"/>
                  </a:cubicBezTo>
                  <a:cubicBezTo>
                    <a:pt x="3262" y="4938"/>
                    <a:pt x="3222" y="4931"/>
                    <a:pt x="3185" y="4941"/>
                  </a:cubicBezTo>
                  <a:cubicBezTo>
                    <a:pt x="3164" y="4944"/>
                    <a:pt x="3141" y="4948"/>
                    <a:pt x="3121" y="4951"/>
                  </a:cubicBezTo>
                  <a:lnTo>
                    <a:pt x="3121" y="4951"/>
                  </a:lnTo>
                  <a:cubicBezTo>
                    <a:pt x="3107" y="4948"/>
                    <a:pt x="3094" y="4948"/>
                    <a:pt x="3084" y="4951"/>
                  </a:cubicBezTo>
                  <a:lnTo>
                    <a:pt x="3084" y="4951"/>
                  </a:lnTo>
                  <a:lnTo>
                    <a:pt x="3084" y="4951"/>
                  </a:lnTo>
                  <a:cubicBezTo>
                    <a:pt x="3071" y="4951"/>
                    <a:pt x="3060" y="4951"/>
                    <a:pt x="3057" y="4958"/>
                  </a:cubicBezTo>
                  <a:lnTo>
                    <a:pt x="3057" y="4958"/>
                  </a:lnTo>
                  <a:cubicBezTo>
                    <a:pt x="3017" y="4954"/>
                    <a:pt x="2980" y="4954"/>
                    <a:pt x="2943" y="4961"/>
                  </a:cubicBezTo>
                  <a:cubicBezTo>
                    <a:pt x="2940" y="4961"/>
                    <a:pt x="2936" y="4964"/>
                    <a:pt x="2936" y="4964"/>
                  </a:cubicBezTo>
                  <a:cubicBezTo>
                    <a:pt x="2929" y="4964"/>
                    <a:pt x="2923" y="4964"/>
                    <a:pt x="2913" y="4968"/>
                  </a:cubicBezTo>
                  <a:cubicBezTo>
                    <a:pt x="2909" y="4968"/>
                    <a:pt x="2906" y="4968"/>
                    <a:pt x="2903" y="4968"/>
                  </a:cubicBezTo>
                  <a:cubicBezTo>
                    <a:pt x="2903" y="4974"/>
                    <a:pt x="2903" y="4981"/>
                    <a:pt x="2903" y="4984"/>
                  </a:cubicBezTo>
                  <a:lnTo>
                    <a:pt x="2903" y="4984"/>
                  </a:lnTo>
                  <a:cubicBezTo>
                    <a:pt x="2906" y="4988"/>
                    <a:pt x="2906" y="4988"/>
                    <a:pt x="2909" y="4988"/>
                  </a:cubicBezTo>
                  <a:cubicBezTo>
                    <a:pt x="2913" y="4988"/>
                    <a:pt x="2916" y="4988"/>
                    <a:pt x="2916" y="4984"/>
                  </a:cubicBezTo>
                  <a:lnTo>
                    <a:pt x="2916" y="4984"/>
                  </a:lnTo>
                  <a:cubicBezTo>
                    <a:pt x="2919" y="4981"/>
                    <a:pt x="2933" y="4984"/>
                    <a:pt x="2940" y="4978"/>
                  </a:cubicBezTo>
                  <a:lnTo>
                    <a:pt x="2943" y="4981"/>
                  </a:lnTo>
                  <a:cubicBezTo>
                    <a:pt x="2956" y="4981"/>
                    <a:pt x="2966" y="4981"/>
                    <a:pt x="2980" y="4978"/>
                  </a:cubicBezTo>
                  <a:cubicBezTo>
                    <a:pt x="2983" y="4978"/>
                    <a:pt x="2986" y="4978"/>
                    <a:pt x="2990" y="4978"/>
                  </a:cubicBezTo>
                  <a:cubicBezTo>
                    <a:pt x="2997" y="4981"/>
                    <a:pt x="3000" y="4981"/>
                    <a:pt x="3007" y="4978"/>
                  </a:cubicBezTo>
                  <a:cubicBezTo>
                    <a:pt x="3027" y="4974"/>
                    <a:pt x="3050" y="4981"/>
                    <a:pt x="3071" y="4968"/>
                  </a:cubicBezTo>
                  <a:lnTo>
                    <a:pt x="3071" y="4968"/>
                  </a:lnTo>
                  <a:cubicBezTo>
                    <a:pt x="3074" y="4968"/>
                    <a:pt x="3077" y="4968"/>
                    <a:pt x="3081" y="4968"/>
                  </a:cubicBezTo>
                  <a:lnTo>
                    <a:pt x="3081" y="4968"/>
                  </a:lnTo>
                  <a:cubicBezTo>
                    <a:pt x="3090" y="4974"/>
                    <a:pt x="3101" y="4974"/>
                    <a:pt x="3107" y="4968"/>
                  </a:cubicBezTo>
                  <a:lnTo>
                    <a:pt x="3107" y="4968"/>
                  </a:lnTo>
                  <a:lnTo>
                    <a:pt x="3107" y="4968"/>
                  </a:lnTo>
                  <a:lnTo>
                    <a:pt x="3107" y="4968"/>
                  </a:lnTo>
                  <a:cubicBezTo>
                    <a:pt x="3171" y="4964"/>
                    <a:pt x="3238" y="4961"/>
                    <a:pt x="3302" y="4958"/>
                  </a:cubicBezTo>
                  <a:lnTo>
                    <a:pt x="3302" y="4958"/>
                  </a:lnTo>
                  <a:cubicBezTo>
                    <a:pt x="3329" y="4961"/>
                    <a:pt x="3356" y="4961"/>
                    <a:pt x="3383" y="4951"/>
                  </a:cubicBezTo>
                  <a:lnTo>
                    <a:pt x="3383" y="4951"/>
                  </a:lnTo>
                  <a:lnTo>
                    <a:pt x="3383" y="4951"/>
                  </a:lnTo>
                  <a:cubicBezTo>
                    <a:pt x="3386" y="4951"/>
                    <a:pt x="3389" y="4951"/>
                    <a:pt x="3393" y="4951"/>
                  </a:cubicBezTo>
                  <a:lnTo>
                    <a:pt x="3393" y="4951"/>
                  </a:lnTo>
                  <a:cubicBezTo>
                    <a:pt x="3413" y="4951"/>
                    <a:pt x="3433" y="4951"/>
                    <a:pt x="3453" y="4951"/>
                  </a:cubicBezTo>
                  <a:cubicBezTo>
                    <a:pt x="3480" y="4951"/>
                    <a:pt x="3483" y="4961"/>
                    <a:pt x="3483" y="4978"/>
                  </a:cubicBezTo>
                  <a:lnTo>
                    <a:pt x="3483" y="4978"/>
                  </a:lnTo>
                  <a:cubicBezTo>
                    <a:pt x="3457" y="4991"/>
                    <a:pt x="3426" y="4995"/>
                    <a:pt x="3396" y="4998"/>
                  </a:cubicBezTo>
                  <a:cubicBezTo>
                    <a:pt x="3369" y="4998"/>
                    <a:pt x="3342" y="5001"/>
                    <a:pt x="3315" y="5005"/>
                  </a:cubicBezTo>
                  <a:lnTo>
                    <a:pt x="3315" y="5005"/>
                  </a:lnTo>
                  <a:cubicBezTo>
                    <a:pt x="3299" y="5005"/>
                    <a:pt x="3282" y="5005"/>
                    <a:pt x="3265" y="5005"/>
                  </a:cubicBezTo>
                  <a:cubicBezTo>
                    <a:pt x="3245" y="4995"/>
                    <a:pt x="3222" y="4998"/>
                    <a:pt x="3201" y="5005"/>
                  </a:cubicBezTo>
                  <a:cubicBezTo>
                    <a:pt x="3185" y="4995"/>
                    <a:pt x="3164" y="4998"/>
                    <a:pt x="3148" y="4998"/>
                  </a:cubicBezTo>
                  <a:lnTo>
                    <a:pt x="3148" y="4998"/>
                  </a:lnTo>
                  <a:cubicBezTo>
                    <a:pt x="3141" y="4998"/>
                    <a:pt x="3138" y="4998"/>
                    <a:pt x="3134" y="4998"/>
                  </a:cubicBezTo>
                  <a:lnTo>
                    <a:pt x="3134" y="4998"/>
                  </a:lnTo>
                  <a:cubicBezTo>
                    <a:pt x="3121" y="4995"/>
                    <a:pt x="3107" y="5001"/>
                    <a:pt x="3094" y="5005"/>
                  </a:cubicBezTo>
                  <a:lnTo>
                    <a:pt x="3094" y="5005"/>
                  </a:lnTo>
                  <a:cubicBezTo>
                    <a:pt x="3090" y="5005"/>
                    <a:pt x="3087" y="5005"/>
                    <a:pt x="3084" y="5005"/>
                  </a:cubicBezTo>
                  <a:cubicBezTo>
                    <a:pt x="3043" y="5005"/>
                    <a:pt x="3007" y="5005"/>
                    <a:pt x="2966" y="5005"/>
                  </a:cubicBezTo>
                  <a:cubicBezTo>
                    <a:pt x="2960" y="5011"/>
                    <a:pt x="2953" y="5018"/>
                    <a:pt x="2946" y="5025"/>
                  </a:cubicBezTo>
                  <a:cubicBezTo>
                    <a:pt x="2929" y="5045"/>
                    <a:pt x="2936" y="5058"/>
                    <a:pt x="2973" y="5055"/>
                  </a:cubicBezTo>
                  <a:cubicBezTo>
                    <a:pt x="3000" y="5055"/>
                    <a:pt x="3023" y="5055"/>
                    <a:pt x="3050" y="5055"/>
                  </a:cubicBezTo>
                  <a:cubicBezTo>
                    <a:pt x="3081" y="5052"/>
                    <a:pt x="3114" y="5058"/>
                    <a:pt x="3148" y="5052"/>
                  </a:cubicBezTo>
                  <a:cubicBezTo>
                    <a:pt x="3151" y="5052"/>
                    <a:pt x="3154" y="5052"/>
                    <a:pt x="3161" y="5052"/>
                  </a:cubicBezTo>
                  <a:cubicBezTo>
                    <a:pt x="3168" y="5055"/>
                    <a:pt x="3178" y="5055"/>
                    <a:pt x="3185" y="5052"/>
                  </a:cubicBezTo>
                  <a:lnTo>
                    <a:pt x="3185" y="5052"/>
                  </a:lnTo>
                  <a:cubicBezTo>
                    <a:pt x="3188" y="5048"/>
                    <a:pt x="3191" y="5045"/>
                    <a:pt x="3188" y="5045"/>
                  </a:cubicBezTo>
                  <a:cubicBezTo>
                    <a:pt x="3191" y="5048"/>
                    <a:pt x="3198" y="5048"/>
                    <a:pt x="3201" y="5048"/>
                  </a:cubicBezTo>
                  <a:cubicBezTo>
                    <a:pt x="3225" y="5035"/>
                    <a:pt x="3252" y="5055"/>
                    <a:pt x="3275" y="5042"/>
                  </a:cubicBezTo>
                  <a:lnTo>
                    <a:pt x="3275" y="5042"/>
                  </a:lnTo>
                  <a:cubicBezTo>
                    <a:pt x="3285" y="5042"/>
                    <a:pt x="3292" y="5045"/>
                    <a:pt x="3302" y="5042"/>
                  </a:cubicBezTo>
                  <a:lnTo>
                    <a:pt x="3302" y="5042"/>
                  </a:lnTo>
                  <a:cubicBezTo>
                    <a:pt x="3305" y="5045"/>
                    <a:pt x="3309" y="5048"/>
                    <a:pt x="3312" y="5048"/>
                  </a:cubicBezTo>
                  <a:lnTo>
                    <a:pt x="3312" y="5048"/>
                  </a:lnTo>
                  <a:cubicBezTo>
                    <a:pt x="3279" y="5058"/>
                    <a:pt x="3245" y="5068"/>
                    <a:pt x="3208" y="5078"/>
                  </a:cubicBezTo>
                  <a:lnTo>
                    <a:pt x="3208" y="5078"/>
                  </a:lnTo>
                  <a:cubicBezTo>
                    <a:pt x="3128" y="5092"/>
                    <a:pt x="3047" y="5099"/>
                    <a:pt x="2963" y="5105"/>
                  </a:cubicBezTo>
                  <a:cubicBezTo>
                    <a:pt x="2953" y="5109"/>
                    <a:pt x="2943" y="5112"/>
                    <a:pt x="2933" y="5112"/>
                  </a:cubicBezTo>
                  <a:cubicBezTo>
                    <a:pt x="2923" y="5116"/>
                    <a:pt x="2913" y="5116"/>
                    <a:pt x="2903" y="5116"/>
                  </a:cubicBezTo>
                  <a:cubicBezTo>
                    <a:pt x="2903" y="5112"/>
                    <a:pt x="2899" y="5112"/>
                    <a:pt x="2896" y="5109"/>
                  </a:cubicBezTo>
                  <a:cubicBezTo>
                    <a:pt x="2872" y="5102"/>
                    <a:pt x="2849" y="5105"/>
                    <a:pt x="2825" y="5105"/>
                  </a:cubicBezTo>
                  <a:cubicBezTo>
                    <a:pt x="2684" y="5116"/>
                    <a:pt x="2543" y="5129"/>
                    <a:pt x="2403" y="5142"/>
                  </a:cubicBezTo>
                  <a:cubicBezTo>
                    <a:pt x="2379" y="5149"/>
                    <a:pt x="2355" y="5149"/>
                    <a:pt x="2332" y="5152"/>
                  </a:cubicBezTo>
                  <a:cubicBezTo>
                    <a:pt x="2275" y="5159"/>
                    <a:pt x="2218" y="5163"/>
                    <a:pt x="2161" y="5169"/>
                  </a:cubicBezTo>
                  <a:cubicBezTo>
                    <a:pt x="2134" y="5176"/>
                    <a:pt x="2104" y="5173"/>
                    <a:pt x="2087" y="5193"/>
                  </a:cubicBezTo>
                  <a:lnTo>
                    <a:pt x="2087" y="5196"/>
                  </a:lnTo>
                  <a:lnTo>
                    <a:pt x="2084" y="5196"/>
                  </a:lnTo>
                  <a:cubicBezTo>
                    <a:pt x="2057" y="5179"/>
                    <a:pt x="2023" y="5183"/>
                    <a:pt x="1993" y="5186"/>
                  </a:cubicBezTo>
                  <a:cubicBezTo>
                    <a:pt x="1853" y="5199"/>
                    <a:pt x="1715" y="5213"/>
                    <a:pt x="1574" y="5223"/>
                  </a:cubicBezTo>
                  <a:cubicBezTo>
                    <a:pt x="1551" y="5223"/>
                    <a:pt x="1524" y="5230"/>
                    <a:pt x="1507" y="5243"/>
                  </a:cubicBezTo>
                  <a:cubicBezTo>
                    <a:pt x="1497" y="5236"/>
                    <a:pt x="1487" y="5236"/>
                    <a:pt x="1474" y="5240"/>
                  </a:cubicBezTo>
                  <a:cubicBezTo>
                    <a:pt x="1470" y="5240"/>
                    <a:pt x="1470" y="5243"/>
                    <a:pt x="1470" y="5243"/>
                  </a:cubicBezTo>
                  <a:cubicBezTo>
                    <a:pt x="1454" y="5240"/>
                    <a:pt x="1433" y="5240"/>
                    <a:pt x="1417" y="5240"/>
                  </a:cubicBezTo>
                  <a:cubicBezTo>
                    <a:pt x="1387" y="5240"/>
                    <a:pt x="1353" y="5240"/>
                    <a:pt x="1323" y="5243"/>
                  </a:cubicBezTo>
                  <a:cubicBezTo>
                    <a:pt x="1289" y="5253"/>
                    <a:pt x="1255" y="5250"/>
                    <a:pt x="1222" y="5250"/>
                  </a:cubicBezTo>
                  <a:cubicBezTo>
                    <a:pt x="1212" y="5250"/>
                    <a:pt x="1202" y="5253"/>
                    <a:pt x="1195" y="5256"/>
                  </a:cubicBezTo>
                  <a:cubicBezTo>
                    <a:pt x="1185" y="5263"/>
                    <a:pt x="1175" y="5263"/>
                    <a:pt x="1165" y="5256"/>
                  </a:cubicBezTo>
                  <a:cubicBezTo>
                    <a:pt x="1158" y="5256"/>
                    <a:pt x="1151" y="5256"/>
                    <a:pt x="1145" y="5256"/>
                  </a:cubicBezTo>
                  <a:cubicBezTo>
                    <a:pt x="1094" y="5260"/>
                    <a:pt x="1041" y="5260"/>
                    <a:pt x="990" y="5260"/>
                  </a:cubicBezTo>
                  <a:cubicBezTo>
                    <a:pt x="930" y="5260"/>
                    <a:pt x="863" y="5250"/>
                    <a:pt x="806" y="5273"/>
                  </a:cubicBezTo>
                  <a:cubicBezTo>
                    <a:pt x="802" y="5277"/>
                    <a:pt x="799" y="5277"/>
                    <a:pt x="796" y="5280"/>
                  </a:cubicBezTo>
                  <a:cubicBezTo>
                    <a:pt x="779" y="5280"/>
                    <a:pt x="766" y="5280"/>
                    <a:pt x="749" y="5283"/>
                  </a:cubicBezTo>
                  <a:cubicBezTo>
                    <a:pt x="745" y="5280"/>
                    <a:pt x="742" y="5277"/>
                    <a:pt x="742" y="5273"/>
                  </a:cubicBezTo>
                  <a:cubicBezTo>
                    <a:pt x="725" y="5270"/>
                    <a:pt x="708" y="5270"/>
                    <a:pt x="692" y="5273"/>
                  </a:cubicBezTo>
                  <a:cubicBezTo>
                    <a:pt x="645" y="5280"/>
                    <a:pt x="594" y="5277"/>
                    <a:pt x="554" y="5300"/>
                  </a:cubicBezTo>
                  <a:cubicBezTo>
                    <a:pt x="551" y="5300"/>
                    <a:pt x="547" y="5300"/>
                    <a:pt x="544" y="5300"/>
                  </a:cubicBezTo>
                  <a:cubicBezTo>
                    <a:pt x="541" y="5303"/>
                    <a:pt x="534" y="5307"/>
                    <a:pt x="527" y="5313"/>
                  </a:cubicBezTo>
                  <a:cubicBezTo>
                    <a:pt x="544" y="5324"/>
                    <a:pt x="564" y="5317"/>
                    <a:pt x="581" y="5317"/>
                  </a:cubicBezTo>
                  <a:cubicBezTo>
                    <a:pt x="655" y="5310"/>
                    <a:pt x="729" y="5313"/>
                    <a:pt x="799" y="5300"/>
                  </a:cubicBezTo>
                  <a:cubicBezTo>
                    <a:pt x="856" y="5297"/>
                    <a:pt x="913" y="5293"/>
                    <a:pt x="967" y="5290"/>
                  </a:cubicBezTo>
                  <a:cubicBezTo>
                    <a:pt x="977" y="5290"/>
                    <a:pt x="984" y="5290"/>
                    <a:pt x="994" y="5290"/>
                  </a:cubicBezTo>
                  <a:cubicBezTo>
                    <a:pt x="997" y="5290"/>
                    <a:pt x="1001" y="5290"/>
                    <a:pt x="1007" y="5290"/>
                  </a:cubicBezTo>
                  <a:lnTo>
                    <a:pt x="1007" y="5290"/>
                  </a:lnTo>
                  <a:cubicBezTo>
                    <a:pt x="1061" y="5290"/>
                    <a:pt x="1115" y="5293"/>
                    <a:pt x="1168" y="5280"/>
                  </a:cubicBezTo>
                  <a:cubicBezTo>
                    <a:pt x="1178" y="5280"/>
                    <a:pt x="1188" y="5280"/>
                    <a:pt x="1198" y="5280"/>
                  </a:cubicBezTo>
                  <a:cubicBezTo>
                    <a:pt x="1205" y="5280"/>
                    <a:pt x="1209" y="5280"/>
                    <a:pt x="1212" y="5280"/>
                  </a:cubicBezTo>
                  <a:cubicBezTo>
                    <a:pt x="1242" y="5280"/>
                    <a:pt x="1276" y="5280"/>
                    <a:pt x="1306" y="5273"/>
                  </a:cubicBezTo>
                  <a:cubicBezTo>
                    <a:pt x="1309" y="5273"/>
                    <a:pt x="1316" y="5273"/>
                    <a:pt x="1319" y="5273"/>
                  </a:cubicBezTo>
                  <a:cubicBezTo>
                    <a:pt x="1333" y="5273"/>
                    <a:pt x="1343" y="5273"/>
                    <a:pt x="1356" y="5270"/>
                  </a:cubicBezTo>
                  <a:cubicBezTo>
                    <a:pt x="1373" y="5270"/>
                    <a:pt x="1390" y="5270"/>
                    <a:pt x="1407" y="5270"/>
                  </a:cubicBezTo>
                  <a:cubicBezTo>
                    <a:pt x="1410" y="5270"/>
                    <a:pt x="1413" y="5270"/>
                    <a:pt x="1420" y="5270"/>
                  </a:cubicBezTo>
                  <a:cubicBezTo>
                    <a:pt x="1444" y="5270"/>
                    <a:pt x="1467" y="5273"/>
                    <a:pt x="1487" y="5263"/>
                  </a:cubicBezTo>
                  <a:cubicBezTo>
                    <a:pt x="1491" y="5266"/>
                    <a:pt x="1494" y="5263"/>
                    <a:pt x="1497" y="5263"/>
                  </a:cubicBezTo>
                  <a:lnTo>
                    <a:pt x="1497" y="5263"/>
                  </a:lnTo>
                  <a:lnTo>
                    <a:pt x="1497" y="5263"/>
                  </a:lnTo>
                  <a:cubicBezTo>
                    <a:pt x="1544" y="5260"/>
                    <a:pt x="1591" y="5266"/>
                    <a:pt x="1638" y="5253"/>
                  </a:cubicBezTo>
                  <a:cubicBezTo>
                    <a:pt x="1789" y="5240"/>
                    <a:pt x="1937" y="5230"/>
                    <a:pt x="2087" y="5216"/>
                  </a:cubicBezTo>
                  <a:cubicBezTo>
                    <a:pt x="2100" y="5216"/>
                    <a:pt x="2114" y="5216"/>
                    <a:pt x="2127" y="5209"/>
                  </a:cubicBezTo>
                  <a:cubicBezTo>
                    <a:pt x="2218" y="5199"/>
                    <a:pt x="2305" y="5189"/>
                    <a:pt x="2396" y="5179"/>
                  </a:cubicBezTo>
                  <a:cubicBezTo>
                    <a:pt x="2470" y="5173"/>
                    <a:pt x="2543" y="5166"/>
                    <a:pt x="2617" y="5159"/>
                  </a:cubicBezTo>
                  <a:cubicBezTo>
                    <a:pt x="2681" y="5156"/>
                    <a:pt x="2742" y="5149"/>
                    <a:pt x="2802" y="5142"/>
                  </a:cubicBezTo>
                  <a:cubicBezTo>
                    <a:pt x="2819" y="5142"/>
                    <a:pt x="2832" y="5142"/>
                    <a:pt x="2849" y="5142"/>
                  </a:cubicBezTo>
                  <a:cubicBezTo>
                    <a:pt x="2862" y="5135"/>
                    <a:pt x="2882" y="5142"/>
                    <a:pt x="2896" y="5132"/>
                  </a:cubicBezTo>
                  <a:lnTo>
                    <a:pt x="2896" y="5132"/>
                  </a:lnTo>
                  <a:cubicBezTo>
                    <a:pt x="2916" y="5132"/>
                    <a:pt x="2933" y="5132"/>
                    <a:pt x="2950" y="5132"/>
                  </a:cubicBezTo>
                  <a:lnTo>
                    <a:pt x="2950" y="5132"/>
                  </a:lnTo>
                  <a:lnTo>
                    <a:pt x="2950" y="5132"/>
                  </a:lnTo>
                  <a:cubicBezTo>
                    <a:pt x="2956" y="5135"/>
                    <a:pt x="2960" y="5139"/>
                    <a:pt x="2966" y="5142"/>
                  </a:cubicBezTo>
                  <a:cubicBezTo>
                    <a:pt x="2956" y="5145"/>
                    <a:pt x="2943" y="5142"/>
                    <a:pt x="2929" y="5149"/>
                  </a:cubicBezTo>
                  <a:cubicBezTo>
                    <a:pt x="2926" y="5149"/>
                    <a:pt x="2923" y="5152"/>
                    <a:pt x="2919" y="5152"/>
                  </a:cubicBezTo>
                  <a:cubicBezTo>
                    <a:pt x="2909" y="5152"/>
                    <a:pt x="2899" y="5152"/>
                    <a:pt x="2889" y="5152"/>
                  </a:cubicBezTo>
                  <a:cubicBezTo>
                    <a:pt x="2876" y="5159"/>
                    <a:pt x="2859" y="5149"/>
                    <a:pt x="2849" y="5159"/>
                  </a:cubicBezTo>
                  <a:cubicBezTo>
                    <a:pt x="2735" y="5176"/>
                    <a:pt x="2624" y="5189"/>
                    <a:pt x="2510" y="5203"/>
                  </a:cubicBezTo>
                  <a:cubicBezTo>
                    <a:pt x="2493" y="5206"/>
                    <a:pt x="2480" y="5213"/>
                    <a:pt x="2463" y="5216"/>
                  </a:cubicBezTo>
                  <a:cubicBezTo>
                    <a:pt x="2439" y="5216"/>
                    <a:pt x="2416" y="5213"/>
                    <a:pt x="2399" y="5223"/>
                  </a:cubicBezTo>
                  <a:cubicBezTo>
                    <a:pt x="2382" y="5223"/>
                    <a:pt x="2365" y="5226"/>
                    <a:pt x="2352" y="5233"/>
                  </a:cubicBezTo>
                  <a:cubicBezTo>
                    <a:pt x="2352" y="5233"/>
                    <a:pt x="2349" y="5233"/>
                    <a:pt x="2346" y="5233"/>
                  </a:cubicBezTo>
                  <a:cubicBezTo>
                    <a:pt x="2312" y="5233"/>
                    <a:pt x="2275" y="5230"/>
                    <a:pt x="2241" y="5243"/>
                  </a:cubicBezTo>
                  <a:cubicBezTo>
                    <a:pt x="2208" y="5243"/>
                    <a:pt x="2171" y="5240"/>
                    <a:pt x="2141" y="5253"/>
                  </a:cubicBezTo>
                  <a:cubicBezTo>
                    <a:pt x="2100" y="5246"/>
                    <a:pt x="2060" y="5253"/>
                    <a:pt x="2020" y="5260"/>
                  </a:cubicBezTo>
                  <a:cubicBezTo>
                    <a:pt x="2017" y="5260"/>
                    <a:pt x="2013" y="5260"/>
                    <a:pt x="2010" y="5263"/>
                  </a:cubicBezTo>
                  <a:cubicBezTo>
                    <a:pt x="1977" y="5260"/>
                    <a:pt x="1944" y="5263"/>
                    <a:pt x="1910" y="5270"/>
                  </a:cubicBezTo>
                  <a:cubicBezTo>
                    <a:pt x="1900" y="5270"/>
                    <a:pt x="1893" y="5270"/>
                    <a:pt x="1883" y="5270"/>
                  </a:cubicBezTo>
                  <a:cubicBezTo>
                    <a:pt x="1819" y="5270"/>
                    <a:pt x="1752" y="5266"/>
                    <a:pt x="1689" y="5280"/>
                  </a:cubicBezTo>
                  <a:cubicBezTo>
                    <a:pt x="1672" y="5280"/>
                    <a:pt x="1655" y="5280"/>
                    <a:pt x="1638" y="5280"/>
                  </a:cubicBezTo>
                  <a:cubicBezTo>
                    <a:pt x="1635" y="5280"/>
                    <a:pt x="1628" y="5280"/>
                    <a:pt x="1625" y="5280"/>
                  </a:cubicBezTo>
                  <a:cubicBezTo>
                    <a:pt x="1571" y="5287"/>
                    <a:pt x="1511" y="5283"/>
                    <a:pt x="1457" y="5297"/>
                  </a:cubicBezTo>
                  <a:lnTo>
                    <a:pt x="1457" y="5297"/>
                  </a:lnTo>
                  <a:cubicBezTo>
                    <a:pt x="1454" y="5297"/>
                    <a:pt x="1450" y="5300"/>
                    <a:pt x="1444" y="5300"/>
                  </a:cubicBezTo>
                  <a:cubicBezTo>
                    <a:pt x="1423" y="5300"/>
                    <a:pt x="1400" y="5300"/>
                    <a:pt x="1380" y="5307"/>
                  </a:cubicBezTo>
                  <a:lnTo>
                    <a:pt x="1380" y="5307"/>
                  </a:lnTo>
                  <a:cubicBezTo>
                    <a:pt x="1376" y="5307"/>
                    <a:pt x="1373" y="5307"/>
                    <a:pt x="1366" y="5307"/>
                  </a:cubicBezTo>
                  <a:cubicBezTo>
                    <a:pt x="1360" y="5303"/>
                    <a:pt x="1350" y="5307"/>
                    <a:pt x="1343" y="5310"/>
                  </a:cubicBezTo>
                  <a:cubicBezTo>
                    <a:pt x="1336" y="5310"/>
                    <a:pt x="1333" y="5310"/>
                    <a:pt x="1329" y="5310"/>
                  </a:cubicBezTo>
                  <a:lnTo>
                    <a:pt x="1329" y="5310"/>
                  </a:lnTo>
                  <a:lnTo>
                    <a:pt x="1329" y="5310"/>
                  </a:lnTo>
                  <a:cubicBezTo>
                    <a:pt x="1312" y="5307"/>
                    <a:pt x="1299" y="5310"/>
                    <a:pt x="1286" y="5317"/>
                  </a:cubicBezTo>
                  <a:cubicBezTo>
                    <a:pt x="1279" y="5317"/>
                    <a:pt x="1272" y="5317"/>
                    <a:pt x="1266" y="5317"/>
                  </a:cubicBezTo>
                  <a:cubicBezTo>
                    <a:pt x="1219" y="5317"/>
                    <a:pt x="1175" y="5313"/>
                    <a:pt x="1131" y="5327"/>
                  </a:cubicBezTo>
                  <a:lnTo>
                    <a:pt x="1131" y="5327"/>
                  </a:lnTo>
                  <a:cubicBezTo>
                    <a:pt x="1118" y="5324"/>
                    <a:pt x="1101" y="5324"/>
                    <a:pt x="1084" y="5327"/>
                  </a:cubicBezTo>
                  <a:cubicBezTo>
                    <a:pt x="997" y="5330"/>
                    <a:pt x="910" y="5320"/>
                    <a:pt x="823" y="5344"/>
                  </a:cubicBezTo>
                  <a:cubicBezTo>
                    <a:pt x="786" y="5340"/>
                    <a:pt x="745" y="5340"/>
                    <a:pt x="705" y="5344"/>
                  </a:cubicBezTo>
                  <a:cubicBezTo>
                    <a:pt x="655" y="5350"/>
                    <a:pt x="605" y="5350"/>
                    <a:pt x="554" y="5354"/>
                  </a:cubicBezTo>
                  <a:cubicBezTo>
                    <a:pt x="544" y="5357"/>
                    <a:pt x="537" y="5364"/>
                    <a:pt x="527" y="5364"/>
                  </a:cubicBezTo>
                  <a:cubicBezTo>
                    <a:pt x="500" y="5364"/>
                    <a:pt x="517" y="5374"/>
                    <a:pt x="517" y="5381"/>
                  </a:cubicBezTo>
                  <a:cubicBezTo>
                    <a:pt x="527" y="5384"/>
                    <a:pt x="541" y="5387"/>
                    <a:pt x="551" y="5391"/>
                  </a:cubicBezTo>
                  <a:lnTo>
                    <a:pt x="554" y="5391"/>
                  </a:lnTo>
                  <a:cubicBezTo>
                    <a:pt x="554" y="5394"/>
                    <a:pt x="554" y="5394"/>
                    <a:pt x="551" y="5397"/>
                  </a:cubicBezTo>
                  <a:cubicBezTo>
                    <a:pt x="581" y="5411"/>
                    <a:pt x="615" y="5407"/>
                    <a:pt x="645" y="5397"/>
                  </a:cubicBezTo>
                  <a:cubicBezTo>
                    <a:pt x="729" y="5384"/>
                    <a:pt x="816" y="5384"/>
                    <a:pt x="903" y="5381"/>
                  </a:cubicBezTo>
                  <a:cubicBezTo>
                    <a:pt x="977" y="5377"/>
                    <a:pt x="1051" y="5384"/>
                    <a:pt x="1125" y="5374"/>
                  </a:cubicBezTo>
                  <a:lnTo>
                    <a:pt x="1125" y="5374"/>
                  </a:lnTo>
                  <a:cubicBezTo>
                    <a:pt x="1128" y="5377"/>
                    <a:pt x="1131" y="5377"/>
                    <a:pt x="1135" y="5374"/>
                  </a:cubicBezTo>
                  <a:cubicBezTo>
                    <a:pt x="1138" y="5381"/>
                    <a:pt x="1145" y="5377"/>
                    <a:pt x="1151" y="5374"/>
                  </a:cubicBezTo>
                  <a:cubicBezTo>
                    <a:pt x="1165" y="5377"/>
                    <a:pt x="1175" y="5374"/>
                    <a:pt x="1185" y="5370"/>
                  </a:cubicBezTo>
                  <a:lnTo>
                    <a:pt x="1185" y="5370"/>
                  </a:lnTo>
                  <a:cubicBezTo>
                    <a:pt x="1222" y="5370"/>
                    <a:pt x="1262" y="5374"/>
                    <a:pt x="1296" y="5367"/>
                  </a:cubicBezTo>
                  <a:cubicBezTo>
                    <a:pt x="1299" y="5367"/>
                    <a:pt x="1302" y="5367"/>
                    <a:pt x="1306" y="5364"/>
                  </a:cubicBezTo>
                  <a:cubicBezTo>
                    <a:pt x="1360" y="5364"/>
                    <a:pt x="1417" y="5364"/>
                    <a:pt x="1470" y="5354"/>
                  </a:cubicBezTo>
                  <a:cubicBezTo>
                    <a:pt x="1474" y="5354"/>
                    <a:pt x="1480" y="5354"/>
                    <a:pt x="1484" y="5354"/>
                  </a:cubicBezTo>
                  <a:lnTo>
                    <a:pt x="1484" y="5354"/>
                  </a:lnTo>
                  <a:cubicBezTo>
                    <a:pt x="1514" y="5354"/>
                    <a:pt x="1544" y="5357"/>
                    <a:pt x="1574" y="5347"/>
                  </a:cubicBezTo>
                  <a:lnTo>
                    <a:pt x="1574" y="5347"/>
                  </a:lnTo>
                  <a:cubicBezTo>
                    <a:pt x="1584" y="5347"/>
                    <a:pt x="1591" y="5347"/>
                    <a:pt x="1598" y="5344"/>
                  </a:cubicBezTo>
                  <a:cubicBezTo>
                    <a:pt x="1605" y="5344"/>
                    <a:pt x="1608" y="5344"/>
                    <a:pt x="1612" y="5344"/>
                  </a:cubicBezTo>
                  <a:lnTo>
                    <a:pt x="1612" y="5344"/>
                  </a:lnTo>
                  <a:lnTo>
                    <a:pt x="1612" y="5344"/>
                  </a:lnTo>
                  <a:cubicBezTo>
                    <a:pt x="1658" y="5347"/>
                    <a:pt x="1702" y="5347"/>
                    <a:pt x="1746" y="5337"/>
                  </a:cubicBezTo>
                  <a:lnTo>
                    <a:pt x="1746" y="5337"/>
                  </a:lnTo>
                  <a:cubicBezTo>
                    <a:pt x="1766" y="5340"/>
                    <a:pt x="1786" y="5340"/>
                    <a:pt x="1806" y="5337"/>
                  </a:cubicBezTo>
                  <a:cubicBezTo>
                    <a:pt x="1836" y="5337"/>
                    <a:pt x="1870" y="5337"/>
                    <a:pt x="1900" y="5327"/>
                  </a:cubicBezTo>
                  <a:cubicBezTo>
                    <a:pt x="1977" y="5327"/>
                    <a:pt x="2054" y="5324"/>
                    <a:pt x="2127" y="5310"/>
                  </a:cubicBezTo>
                  <a:lnTo>
                    <a:pt x="2127" y="5310"/>
                  </a:lnTo>
                  <a:cubicBezTo>
                    <a:pt x="2151" y="5310"/>
                    <a:pt x="2174" y="5310"/>
                    <a:pt x="2191" y="5300"/>
                  </a:cubicBezTo>
                  <a:lnTo>
                    <a:pt x="2191" y="5300"/>
                  </a:lnTo>
                  <a:lnTo>
                    <a:pt x="2191" y="5300"/>
                  </a:lnTo>
                  <a:cubicBezTo>
                    <a:pt x="2208" y="5300"/>
                    <a:pt x="2221" y="5300"/>
                    <a:pt x="2231" y="5290"/>
                  </a:cubicBezTo>
                  <a:cubicBezTo>
                    <a:pt x="2251" y="5290"/>
                    <a:pt x="2268" y="5287"/>
                    <a:pt x="2282" y="5280"/>
                  </a:cubicBezTo>
                  <a:cubicBezTo>
                    <a:pt x="2305" y="5283"/>
                    <a:pt x="2329" y="5280"/>
                    <a:pt x="2349" y="5277"/>
                  </a:cubicBezTo>
                  <a:cubicBezTo>
                    <a:pt x="2352" y="5273"/>
                    <a:pt x="2355" y="5273"/>
                    <a:pt x="2362" y="5273"/>
                  </a:cubicBezTo>
                  <a:lnTo>
                    <a:pt x="2362" y="5273"/>
                  </a:lnTo>
                  <a:lnTo>
                    <a:pt x="2362" y="5273"/>
                  </a:lnTo>
                  <a:lnTo>
                    <a:pt x="2362" y="5273"/>
                  </a:lnTo>
                  <a:lnTo>
                    <a:pt x="2362" y="5273"/>
                  </a:lnTo>
                  <a:cubicBezTo>
                    <a:pt x="2416" y="5270"/>
                    <a:pt x="2463" y="5253"/>
                    <a:pt x="2517" y="5243"/>
                  </a:cubicBezTo>
                  <a:lnTo>
                    <a:pt x="2517" y="5243"/>
                  </a:lnTo>
                  <a:cubicBezTo>
                    <a:pt x="2631" y="5230"/>
                    <a:pt x="2748" y="5223"/>
                    <a:pt x="2862" y="5199"/>
                  </a:cubicBezTo>
                  <a:cubicBezTo>
                    <a:pt x="2872" y="5199"/>
                    <a:pt x="2879" y="5199"/>
                    <a:pt x="2889" y="5196"/>
                  </a:cubicBezTo>
                  <a:cubicBezTo>
                    <a:pt x="2893" y="5196"/>
                    <a:pt x="2896" y="5196"/>
                    <a:pt x="2903" y="5196"/>
                  </a:cubicBezTo>
                  <a:cubicBezTo>
                    <a:pt x="2923" y="5196"/>
                    <a:pt x="2940" y="5196"/>
                    <a:pt x="2960" y="5193"/>
                  </a:cubicBezTo>
                  <a:cubicBezTo>
                    <a:pt x="2960" y="5193"/>
                    <a:pt x="2963" y="5189"/>
                    <a:pt x="2966" y="5189"/>
                  </a:cubicBezTo>
                  <a:cubicBezTo>
                    <a:pt x="2976" y="5193"/>
                    <a:pt x="2983" y="5193"/>
                    <a:pt x="2993" y="5189"/>
                  </a:cubicBezTo>
                  <a:cubicBezTo>
                    <a:pt x="3027" y="5189"/>
                    <a:pt x="3060" y="5183"/>
                    <a:pt x="3094" y="5179"/>
                  </a:cubicBezTo>
                  <a:lnTo>
                    <a:pt x="3094" y="5179"/>
                  </a:lnTo>
                  <a:cubicBezTo>
                    <a:pt x="3131" y="5176"/>
                    <a:pt x="3168" y="5186"/>
                    <a:pt x="3201" y="5173"/>
                  </a:cubicBezTo>
                  <a:lnTo>
                    <a:pt x="3201" y="5173"/>
                  </a:lnTo>
                  <a:cubicBezTo>
                    <a:pt x="3258" y="5169"/>
                    <a:pt x="3312" y="5156"/>
                    <a:pt x="3366" y="5142"/>
                  </a:cubicBezTo>
                  <a:lnTo>
                    <a:pt x="3366" y="5142"/>
                  </a:lnTo>
                  <a:lnTo>
                    <a:pt x="3366" y="5142"/>
                  </a:lnTo>
                  <a:cubicBezTo>
                    <a:pt x="3396" y="5139"/>
                    <a:pt x="3426" y="5139"/>
                    <a:pt x="3457" y="5142"/>
                  </a:cubicBezTo>
                  <a:cubicBezTo>
                    <a:pt x="3480" y="5145"/>
                    <a:pt x="3504" y="5145"/>
                    <a:pt x="3520" y="5132"/>
                  </a:cubicBezTo>
                  <a:cubicBezTo>
                    <a:pt x="3594" y="5105"/>
                    <a:pt x="3611" y="5055"/>
                    <a:pt x="3621" y="5005"/>
                  </a:cubicBezTo>
                  <a:cubicBezTo>
                    <a:pt x="3634" y="4951"/>
                    <a:pt x="3631" y="4897"/>
                    <a:pt x="3624" y="4844"/>
                  </a:cubicBezTo>
                  <a:cubicBezTo>
                    <a:pt x="3624" y="4840"/>
                    <a:pt x="3618" y="4834"/>
                    <a:pt x="3614" y="4827"/>
                  </a:cubicBezTo>
                  <a:cubicBezTo>
                    <a:pt x="3611" y="4817"/>
                    <a:pt x="3611" y="4806"/>
                    <a:pt x="3611" y="4796"/>
                  </a:cubicBezTo>
                  <a:cubicBezTo>
                    <a:pt x="3607" y="4790"/>
                    <a:pt x="3604" y="4790"/>
                    <a:pt x="3597" y="4790"/>
                  </a:cubicBezTo>
                  <a:cubicBezTo>
                    <a:pt x="3597" y="4780"/>
                    <a:pt x="3597" y="4766"/>
                    <a:pt x="3597" y="4756"/>
                  </a:cubicBezTo>
                  <a:cubicBezTo>
                    <a:pt x="3574" y="4733"/>
                    <a:pt x="3564" y="4706"/>
                    <a:pt x="3557" y="4676"/>
                  </a:cubicBezTo>
                  <a:cubicBezTo>
                    <a:pt x="3527" y="4635"/>
                    <a:pt x="3497" y="4595"/>
                    <a:pt x="3467" y="4555"/>
                  </a:cubicBezTo>
                  <a:lnTo>
                    <a:pt x="3467" y="4555"/>
                  </a:lnTo>
                  <a:lnTo>
                    <a:pt x="3467" y="4555"/>
                  </a:lnTo>
                  <a:cubicBezTo>
                    <a:pt x="3470" y="4548"/>
                    <a:pt x="3470" y="4538"/>
                    <a:pt x="3483" y="4535"/>
                  </a:cubicBezTo>
                  <a:lnTo>
                    <a:pt x="3483" y="4535"/>
                  </a:lnTo>
                  <a:lnTo>
                    <a:pt x="3483" y="4535"/>
                  </a:lnTo>
                  <a:cubicBezTo>
                    <a:pt x="3504" y="4545"/>
                    <a:pt x="3517" y="4558"/>
                    <a:pt x="3524" y="4575"/>
                  </a:cubicBezTo>
                  <a:cubicBezTo>
                    <a:pt x="3534" y="4595"/>
                    <a:pt x="3544" y="4619"/>
                    <a:pt x="3567" y="4632"/>
                  </a:cubicBezTo>
                  <a:cubicBezTo>
                    <a:pt x="3567" y="4635"/>
                    <a:pt x="3567" y="4635"/>
                    <a:pt x="3567" y="4635"/>
                  </a:cubicBezTo>
                  <a:cubicBezTo>
                    <a:pt x="3571" y="4635"/>
                    <a:pt x="3571" y="4639"/>
                    <a:pt x="3574" y="4642"/>
                  </a:cubicBezTo>
                  <a:lnTo>
                    <a:pt x="3574" y="4642"/>
                  </a:lnTo>
                  <a:cubicBezTo>
                    <a:pt x="3574" y="4645"/>
                    <a:pt x="3574" y="4645"/>
                    <a:pt x="3574" y="4645"/>
                  </a:cubicBezTo>
                  <a:lnTo>
                    <a:pt x="3577" y="4645"/>
                  </a:lnTo>
                  <a:cubicBezTo>
                    <a:pt x="3577" y="4649"/>
                    <a:pt x="3577" y="4649"/>
                    <a:pt x="3577" y="4649"/>
                  </a:cubicBezTo>
                  <a:cubicBezTo>
                    <a:pt x="3581" y="4656"/>
                    <a:pt x="3581" y="4659"/>
                    <a:pt x="3587" y="4662"/>
                  </a:cubicBezTo>
                  <a:cubicBezTo>
                    <a:pt x="3591" y="4666"/>
                    <a:pt x="3594" y="4669"/>
                    <a:pt x="3597" y="4672"/>
                  </a:cubicBezTo>
                  <a:cubicBezTo>
                    <a:pt x="3634" y="4702"/>
                    <a:pt x="3658" y="4739"/>
                    <a:pt x="3698" y="4766"/>
                  </a:cubicBezTo>
                  <a:lnTo>
                    <a:pt x="3698" y="4766"/>
                  </a:lnTo>
                  <a:cubicBezTo>
                    <a:pt x="3718" y="4790"/>
                    <a:pt x="3738" y="4813"/>
                    <a:pt x="3755" y="4837"/>
                  </a:cubicBezTo>
                  <a:cubicBezTo>
                    <a:pt x="3768" y="4854"/>
                    <a:pt x="3782" y="4867"/>
                    <a:pt x="3802" y="4877"/>
                  </a:cubicBezTo>
                  <a:cubicBezTo>
                    <a:pt x="3826" y="4901"/>
                    <a:pt x="3849" y="4924"/>
                    <a:pt x="3879" y="4941"/>
                  </a:cubicBezTo>
                  <a:cubicBezTo>
                    <a:pt x="3906" y="4961"/>
                    <a:pt x="3916" y="4988"/>
                    <a:pt x="3947" y="5005"/>
                  </a:cubicBezTo>
                  <a:lnTo>
                    <a:pt x="3947" y="5005"/>
                  </a:lnTo>
                  <a:lnTo>
                    <a:pt x="3947" y="5005"/>
                  </a:lnTo>
                  <a:cubicBezTo>
                    <a:pt x="3947" y="5011"/>
                    <a:pt x="3953" y="5015"/>
                    <a:pt x="3960" y="5015"/>
                  </a:cubicBezTo>
                  <a:cubicBezTo>
                    <a:pt x="3957" y="5011"/>
                    <a:pt x="3950" y="5008"/>
                    <a:pt x="3947" y="5005"/>
                  </a:cubicBezTo>
                  <a:cubicBezTo>
                    <a:pt x="3953" y="5008"/>
                    <a:pt x="3957" y="5011"/>
                    <a:pt x="3960" y="5015"/>
                  </a:cubicBezTo>
                  <a:cubicBezTo>
                    <a:pt x="3960" y="5018"/>
                    <a:pt x="3960" y="5021"/>
                    <a:pt x="3960" y="5021"/>
                  </a:cubicBezTo>
                  <a:cubicBezTo>
                    <a:pt x="3997" y="5042"/>
                    <a:pt x="4010" y="5078"/>
                    <a:pt x="4050" y="5099"/>
                  </a:cubicBezTo>
                  <a:cubicBezTo>
                    <a:pt x="4050" y="5102"/>
                    <a:pt x="4054" y="5109"/>
                    <a:pt x="4061" y="5112"/>
                  </a:cubicBezTo>
                  <a:cubicBezTo>
                    <a:pt x="4061" y="5109"/>
                    <a:pt x="4061" y="5105"/>
                    <a:pt x="4057" y="5102"/>
                  </a:cubicBezTo>
                  <a:cubicBezTo>
                    <a:pt x="4061" y="5105"/>
                    <a:pt x="4061" y="5109"/>
                    <a:pt x="4061" y="5112"/>
                  </a:cubicBezTo>
                  <a:cubicBezTo>
                    <a:pt x="4077" y="5135"/>
                    <a:pt x="4091" y="5159"/>
                    <a:pt x="4125" y="5173"/>
                  </a:cubicBezTo>
                  <a:cubicBezTo>
                    <a:pt x="4138" y="5193"/>
                    <a:pt x="4165" y="5203"/>
                    <a:pt x="4188" y="5216"/>
                  </a:cubicBezTo>
                  <a:cubicBezTo>
                    <a:pt x="4188" y="5223"/>
                    <a:pt x="4192" y="5230"/>
                    <a:pt x="4192" y="5233"/>
                  </a:cubicBezTo>
                  <a:cubicBezTo>
                    <a:pt x="4195" y="5236"/>
                    <a:pt x="4198" y="5236"/>
                    <a:pt x="4202" y="5236"/>
                  </a:cubicBezTo>
                  <a:lnTo>
                    <a:pt x="4205" y="5233"/>
                  </a:lnTo>
                  <a:cubicBezTo>
                    <a:pt x="4205" y="5236"/>
                    <a:pt x="4205" y="5236"/>
                    <a:pt x="4205" y="5236"/>
                  </a:cubicBezTo>
                  <a:lnTo>
                    <a:pt x="4202" y="5236"/>
                  </a:lnTo>
                  <a:lnTo>
                    <a:pt x="4202" y="5236"/>
                  </a:lnTo>
                  <a:lnTo>
                    <a:pt x="4202" y="5236"/>
                  </a:lnTo>
                  <a:cubicBezTo>
                    <a:pt x="4205" y="5236"/>
                    <a:pt x="4205" y="5236"/>
                    <a:pt x="4205" y="5236"/>
                  </a:cubicBezTo>
                  <a:lnTo>
                    <a:pt x="4205" y="5236"/>
                  </a:lnTo>
                  <a:cubicBezTo>
                    <a:pt x="4205" y="5240"/>
                    <a:pt x="4205" y="5240"/>
                    <a:pt x="4208" y="5243"/>
                  </a:cubicBezTo>
                  <a:cubicBezTo>
                    <a:pt x="4208" y="5246"/>
                    <a:pt x="4208" y="5250"/>
                    <a:pt x="4208" y="5253"/>
                  </a:cubicBezTo>
                  <a:cubicBezTo>
                    <a:pt x="4215" y="5253"/>
                    <a:pt x="4218" y="5256"/>
                    <a:pt x="4218" y="5263"/>
                  </a:cubicBezTo>
                  <a:cubicBezTo>
                    <a:pt x="4222" y="5263"/>
                    <a:pt x="4225" y="5266"/>
                    <a:pt x="4229" y="5266"/>
                  </a:cubicBezTo>
                  <a:cubicBezTo>
                    <a:pt x="4229" y="5270"/>
                    <a:pt x="4229" y="5270"/>
                    <a:pt x="4229" y="5270"/>
                  </a:cubicBezTo>
                  <a:cubicBezTo>
                    <a:pt x="4232" y="5273"/>
                    <a:pt x="4232" y="5273"/>
                    <a:pt x="4232" y="5273"/>
                  </a:cubicBezTo>
                  <a:lnTo>
                    <a:pt x="4232" y="5273"/>
                  </a:lnTo>
                  <a:lnTo>
                    <a:pt x="4232" y="5273"/>
                  </a:lnTo>
                  <a:cubicBezTo>
                    <a:pt x="4232" y="5273"/>
                    <a:pt x="4232" y="5277"/>
                    <a:pt x="4229" y="5280"/>
                  </a:cubicBezTo>
                  <a:cubicBezTo>
                    <a:pt x="4232" y="5283"/>
                    <a:pt x="4232" y="5283"/>
                    <a:pt x="4232" y="5283"/>
                  </a:cubicBezTo>
                  <a:cubicBezTo>
                    <a:pt x="4232" y="5287"/>
                    <a:pt x="4232" y="5287"/>
                    <a:pt x="4232" y="5287"/>
                  </a:cubicBezTo>
                  <a:cubicBezTo>
                    <a:pt x="4232" y="5290"/>
                    <a:pt x="4235" y="5290"/>
                    <a:pt x="4239" y="5290"/>
                  </a:cubicBezTo>
                  <a:lnTo>
                    <a:pt x="4239" y="5290"/>
                  </a:lnTo>
                  <a:lnTo>
                    <a:pt x="4239" y="5290"/>
                  </a:lnTo>
                  <a:cubicBezTo>
                    <a:pt x="4239" y="5297"/>
                    <a:pt x="4235" y="5303"/>
                    <a:pt x="4242" y="5307"/>
                  </a:cubicBezTo>
                  <a:cubicBezTo>
                    <a:pt x="4245" y="5310"/>
                    <a:pt x="4245" y="5310"/>
                    <a:pt x="4245" y="5310"/>
                  </a:cubicBezTo>
                  <a:cubicBezTo>
                    <a:pt x="4245" y="5313"/>
                    <a:pt x="4245" y="5313"/>
                    <a:pt x="4245" y="5313"/>
                  </a:cubicBezTo>
                  <a:cubicBezTo>
                    <a:pt x="4249" y="5313"/>
                    <a:pt x="4252" y="5317"/>
                    <a:pt x="4255" y="5317"/>
                  </a:cubicBezTo>
                  <a:lnTo>
                    <a:pt x="4255" y="5317"/>
                  </a:lnTo>
                  <a:cubicBezTo>
                    <a:pt x="4255" y="5324"/>
                    <a:pt x="4255" y="5330"/>
                    <a:pt x="4255" y="5337"/>
                  </a:cubicBezTo>
                  <a:cubicBezTo>
                    <a:pt x="4259" y="5337"/>
                    <a:pt x="4265" y="5337"/>
                    <a:pt x="4269" y="5340"/>
                  </a:cubicBezTo>
                  <a:cubicBezTo>
                    <a:pt x="4265" y="5344"/>
                    <a:pt x="4265" y="5344"/>
                    <a:pt x="4265" y="5344"/>
                  </a:cubicBezTo>
                  <a:cubicBezTo>
                    <a:pt x="4269" y="5344"/>
                    <a:pt x="4269" y="5344"/>
                    <a:pt x="4269" y="5344"/>
                  </a:cubicBezTo>
                  <a:cubicBezTo>
                    <a:pt x="4262" y="5354"/>
                    <a:pt x="4262" y="5364"/>
                    <a:pt x="4269" y="5374"/>
                  </a:cubicBezTo>
                  <a:cubicBezTo>
                    <a:pt x="4269" y="5377"/>
                    <a:pt x="4269" y="5384"/>
                    <a:pt x="4272" y="5387"/>
                  </a:cubicBezTo>
                  <a:cubicBezTo>
                    <a:pt x="4275" y="5391"/>
                    <a:pt x="4279" y="5391"/>
                    <a:pt x="4282" y="5394"/>
                  </a:cubicBezTo>
                  <a:cubicBezTo>
                    <a:pt x="4282" y="5404"/>
                    <a:pt x="4282" y="5414"/>
                    <a:pt x="4282" y="5427"/>
                  </a:cubicBezTo>
                  <a:cubicBezTo>
                    <a:pt x="4259" y="5427"/>
                    <a:pt x="4235" y="5434"/>
                    <a:pt x="4215" y="5421"/>
                  </a:cubicBezTo>
                  <a:lnTo>
                    <a:pt x="4215" y="5421"/>
                  </a:lnTo>
                  <a:lnTo>
                    <a:pt x="4215" y="5421"/>
                  </a:lnTo>
                  <a:cubicBezTo>
                    <a:pt x="4215" y="5417"/>
                    <a:pt x="4215" y="5414"/>
                    <a:pt x="4218" y="5411"/>
                  </a:cubicBezTo>
                  <a:cubicBezTo>
                    <a:pt x="4208" y="5404"/>
                    <a:pt x="4208" y="5397"/>
                    <a:pt x="4208" y="5391"/>
                  </a:cubicBezTo>
                  <a:cubicBezTo>
                    <a:pt x="4218" y="5381"/>
                    <a:pt x="4202" y="5384"/>
                    <a:pt x="4195" y="5381"/>
                  </a:cubicBezTo>
                  <a:lnTo>
                    <a:pt x="4195" y="5381"/>
                  </a:lnTo>
                  <a:cubicBezTo>
                    <a:pt x="4192" y="5374"/>
                    <a:pt x="4188" y="5367"/>
                    <a:pt x="4178" y="5364"/>
                  </a:cubicBezTo>
                  <a:cubicBezTo>
                    <a:pt x="4182" y="5364"/>
                    <a:pt x="4182" y="5364"/>
                    <a:pt x="4182" y="5360"/>
                  </a:cubicBezTo>
                  <a:cubicBezTo>
                    <a:pt x="4185" y="5354"/>
                    <a:pt x="4185" y="5350"/>
                    <a:pt x="4175" y="5347"/>
                  </a:cubicBezTo>
                  <a:cubicBezTo>
                    <a:pt x="4151" y="5334"/>
                    <a:pt x="4148" y="5313"/>
                    <a:pt x="4128" y="5297"/>
                  </a:cubicBezTo>
                  <a:cubicBezTo>
                    <a:pt x="4125" y="5293"/>
                    <a:pt x="4121" y="5290"/>
                    <a:pt x="4114" y="5290"/>
                  </a:cubicBezTo>
                  <a:lnTo>
                    <a:pt x="4114" y="5290"/>
                  </a:lnTo>
                  <a:cubicBezTo>
                    <a:pt x="4104" y="5287"/>
                    <a:pt x="4097" y="5287"/>
                    <a:pt x="4087" y="5290"/>
                  </a:cubicBezTo>
                  <a:cubicBezTo>
                    <a:pt x="3973" y="5293"/>
                    <a:pt x="3863" y="5303"/>
                    <a:pt x="3752" y="5327"/>
                  </a:cubicBezTo>
                  <a:cubicBezTo>
                    <a:pt x="3738" y="5327"/>
                    <a:pt x="3722" y="5327"/>
                    <a:pt x="3708" y="5334"/>
                  </a:cubicBezTo>
                  <a:lnTo>
                    <a:pt x="3708" y="5334"/>
                  </a:lnTo>
                  <a:cubicBezTo>
                    <a:pt x="3604" y="5344"/>
                    <a:pt x="3497" y="5354"/>
                    <a:pt x="3393" y="5364"/>
                  </a:cubicBezTo>
                  <a:cubicBezTo>
                    <a:pt x="3369" y="5360"/>
                    <a:pt x="3346" y="5364"/>
                    <a:pt x="3322" y="5370"/>
                  </a:cubicBezTo>
                  <a:cubicBezTo>
                    <a:pt x="3312" y="5370"/>
                    <a:pt x="3299" y="5374"/>
                    <a:pt x="3289" y="5374"/>
                  </a:cubicBezTo>
                  <a:cubicBezTo>
                    <a:pt x="3265" y="5374"/>
                    <a:pt x="3242" y="5370"/>
                    <a:pt x="3218" y="5381"/>
                  </a:cubicBezTo>
                  <a:cubicBezTo>
                    <a:pt x="3195" y="5384"/>
                    <a:pt x="3168" y="5377"/>
                    <a:pt x="3144" y="5391"/>
                  </a:cubicBezTo>
                  <a:lnTo>
                    <a:pt x="3144" y="5391"/>
                  </a:lnTo>
                  <a:cubicBezTo>
                    <a:pt x="3134" y="5391"/>
                    <a:pt x="3128" y="5391"/>
                    <a:pt x="3121" y="5391"/>
                  </a:cubicBezTo>
                  <a:lnTo>
                    <a:pt x="3121" y="5391"/>
                  </a:lnTo>
                  <a:cubicBezTo>
                    <a:pt x="3118" y="5391"/>
                    <a:pt x="3111" y="5391"/>
                    <a:pt x="3107" y="5391"/>
                  </a:cubicBezTo>
                  <a:cubicBezTo>
                    <a:pt x="3094" y="5387"/>
                    <a:pt x="3084" y="5387"/>
                    <a:pt x="3071" y="5391"/>
                  </a:cubicBezTo>
                  <a:cubicBezTo>
                    <a:pt x="3037" y="5391"/>
                    <a:pt x="3003" y="5391"/>
                    <a:pt x="2966" y="5397"/>
                  </a:cubicBezTo>
                  <a:cubicBezTo>
                    <a:pt x="2879" y="5411"/>
                    <a:pt x="2785" y="5414"/>
                    <a:pt x="2694" y="5421"/>
                  </a:cubicBezTo>
                  <a:cubicBezTo>
                    <a:pt x="2664" y="5421"/>
                    <a:pt x="2631" y="5417"/>
                    <a:pt x="2600" y="5427"/>
                  </a:cubicBezTo>
                  <a:cubicBezTo>
                    <a:pt x="2594" y="5427"/>
                    <a:pt x="2587" y="5427"/>
                    <a:pt x="2577" y="5427"/>
                  </a:cubicBezTo>
                  <a:lnTo>
                    <a:pt x="2577" y="5427"/>
                  </a:lnTo>
                  <a:lnTo>
                    <a:pt x="2577" y="5427"/>
                  </a:lnTo>
                  <a:cubicBezTo>
                    <a:pt x="2560" y="5427"/>
                    <a:pt x="2540" y="5427"/>
                    <a:pt x="2523" y="5434"/>
                  </a:cubicBezTo>
                  <a:cubicBezTo>
                    <a:pt x="2520" y="5434"/>
                    <a:pt x="2517" y="5434"/>
                    <a:pt x="2513" y="5438"/>
                  </a:cubicBezTo>
                  <a:cubicBezTo>
                    <a:pt x="2493" y="5438"/>
                    <a:pt x="2473" y="5438"/>
                    <a:pt x="2456" y="5445"/>
                  </a:cubicBezTo>
                  <a:cubicBezTo>
                    <a:pt x="2446" y="5445"/>
                    <a:pt x="2436" y="5448"/>
                    <a:pt x="2423" y="5448"/>
                  </a:cubicBezTo>
                  <a:cubicBezTo>
                    <a:pt x="2406" y="5448"/>
                    <a:pt x="2386" y="5441"/>
                    <a:pt x="2369" y="5455"/>
                  </a:cubicBezTo>
                  <a:lnTo>
                    <a:pt x="2369" y="5455"/>
                  </a:lnTo>
                  <a:lnTo>
                    <a:pt x="2369" y="5455"/>
                  </a:lnTo>
                  <a:lnTo>
                    <a:pt x="2369" y="5455"/>
                  </a:lnTo>
                  <a:lnTo>
                    <a:pt x="2369" y="5455"/>
                  </a:lnTo>
                  <a:lnTo>
                    <a:pt x="2369" y="5455"/>
                  </a:lnTo>
                  <a:cubicBezTo>
                    <a:pt x="2258" y="5455"/>
                    <a:pt x="2147" y="5465"/>
                    <a:pt x="2036" y="5478"/>
                  </a:cubicBezTo>
                  <a:cubicBezTo>
                    <a:pt x="2027" y="5478"/>
                    <a:pt x="2017" y="5478"/>
                    <a:pt x="2010" y="5481"/>
                  </a:cubicBezTo>
                  <a:cubicBezTo>
                    <a:pt x="1996" y="5478"/>
                    <a:pt x="1984" y="5478"/>
                    <a:pt x="1974" y="5481"/>
                  </a:cubicBezTo>
                  <a:cubicBezTo>
                    <a:pt x="1947" y="5485"/>
                    <a:pt x="1917" y="5478"/>
                    <a:pt x="1890" y="5491"/>
                  </a:cubicBezTo>
                  <a:cubicBezTo>
                    <a:pt x="1880" y="5488"/>
                    <a:pt x="1866" y="5488"/>
                    <a:pt x="1856" y="5491"/>
                  </a:cubicBezTo>
                  <a:cubicBezTo>
                    <a:pt x="1826" y="5491"/>
                    <a:pt x="1793" y="5491"/>
                    <a:pt x="1766" y="5502"/>
                  </a:cubicBezTo>
                  <a:cubicBezTo>
                    <a:pt x="1672" y="5498"/>
                    <a:pt x="1578" y="5515"/>
                    <a:pt x="1484" y="5522"/>
                  </a:cubicBezTo>
                  <a:cubicBezTo>
                    <a:pt x="1393" y="5532"/>
                    <a:pt x="1302" y="5538"/>
                    <a:pt x="1212" y="5545"/>
                  </a:cubicBezTo>
                  <a:cubicBezTo>
                    <a:pt x="1195" y="5548"/>
                    <a:pt x="1182" y="5548"/>
                    <a:pt x="1168" y="5555"/>
                  </a:cubicBezTo>
                  <a:cubicBezTo>
                    <a:pt x="1162" y="5555"/>
                    <a:pt x="1155" y="5555"/>
                    <a:pt x="1148" y="5555"/>
                  </a:cubicBezTo>
                  <a:cubicBezTo>
                    <a:pt x="1105" y="5555"/>
                    <a:pt x="1064" y="5569"/>
                    <a:pt x="1021" y="5565"/>
                  </a:cubicBezTo>
                  <a:cubicBezTo>
                    <a:pt x="1017" y="5569"/>
                    <a:pt x="1017" y="5572"/>
                    <a:pt x="1014" y="5572"/>
                  </a:cubicBezTo>
                  <a:lnTo>
                    <a:pt x="1014" y="5572"/>
                  </a:lnTo>
                  <a:cubicBezTo>
                    <a:pt x="1007" y="5572"/>
                    <a:pt x="1004" y="5572"/>
                    <a:pt x="997" y="5575"/>
                  </a:cubicBezTo>
                  <a:cubicBezTo>
                    <a:pt x="987" y="5572"/>
                    <a:pt x="973" y="5572"/>
                    <a:pt x="964" y="5572"/>
                  </a:cubicBezTo>
                  <a:cubicBezTo>
                    <a:pt x="913" y="5565"/>
                    <a:pt x="863" y="5579"/>
                    <a:pt x="812" y="5582"/>
                  </a:cubicBezTo>
                  <a:cubicBezTo>
                    <a:pt x="802" y="5585"/>
                    <a:pt x="792" y="5589"/>
                    <a:pt x="782" y="5592"/>
                  </a:cubicBezTo>
                  <a:lnTo>
                    <a:pt x="782" y="5592"/>
                  </a:lnTo>
                  <a:cubicBezTo>
                    <a:pt x="772" y="5592"/>
                    <a:pt x="759" y="5592"/>
                    <a:pt x="749" y="5595"/>
                  </a:cubicBezTo>
                  <a:cubicBezTo>
                    <a:pt x="705" y="5585"/>
                    <a:pt x="665" y="5606"/>
                    <a:pt x="621" y="5602"/>
                  </a:cubicBezTo>
                  <a:cubicBezTo>
                    <a:pt x="662" y="5622"/>
                    <a:pt x="705" y="5609"/>
                    <a:pt x="749" y="5609"/>
                  </a:cubicBezTo>
                  <a:lnTo>
                    <a:pt x="749" y="5609"/>
                  </a:lnTo>
                  <a:cubicBezTo>
                    <a:pt x="779" y="5609"/>
                    <a:pt x="809" y="5606"/>
                    <a:pt x="839" y="5602"/>
                  </a:cubicBezTo>
                  <a:cubicBezTo>
                    <a:pt x="900" y="5602"/>
                    <a:pt x="964" y="5595"/>
                    <a:pt x="1024" y="5585"/>
                  </a:cubicBezTo>
                  <a:lnTo>
                    <a:pt x="1024" y="5585"/>
                  </a:lnTo>
                  <a:lnTo>
                    <a:pt x="1024" y="5585"/>
                  </a:lnTo>
                  <a:cubicBezTo>
                    <a:pt x="1027" y="5585"/>
                    <a:pt x="1031" y="5585"/>
                    <a:pt x="1031" y="5582"/>
                  </a:cubicBezTo>
                  <a:cubicBezTo>
                    <a:pt x="1081" y="5585"/>
                    <a:pt x="1131" y="5579"/>
                    <a:pt x="1178" y="5565"/>
                  </a:cubicBezTo>
                  <a:cubicBezTo>
                    <a:pt x="1182" y="5569"/>
                    <a:pt x="1185" y="5569"/>
                    <a:pt x="1185" y="5565"/>
                  </a:cubicBezTo>
                  <a:cubicBezTo>
                    <a:pt x="1192" y="5565"/>
                    <a:pt x="1195" y="5565"/>
                    <a:pt x="1198" y="5565"/>
                  </a:cubicBezTo>
                  <a:cubicBezTo>
                    <a:pt x="1205" y="5565"/>
                    <a:pt x="1209" y="5565"/>
                    <a:pt x="1212" y="5565"/>
                  </a:cubicBezTo>
                  <a:cubicBezTo>
                    <a:pt x="1309" y="5565"/>
                    <a:pt x="1407" y="5552"/>
                    <a:pt x="1504" y="5542"/>
                  </a:cubicBezTo>
                  <a:cubicBezTo>
                    <a:pt x="1531" y="5542"/>
                    <a:pt x="1558" y="5535"/>
                    <a:pt x="1588" y="5538"/>
                  </a:cubicBezTo>
                  <a:cubicBezTo>
                    <a:pt x="1605" y="5538"/>
                    <a:pt x="1621" y="5538"/>
                    <a:pt x="1638" y="5538"/>
                  </a:cubicBezTo>
                  <a:cubicBezTo>
                    <a:pt x="1635" y="5542"/>
                    <a:pt x="1635" y="5545"/>
                    <a:pt x="1638" y="5548"/>
                  </a:cubicBezTo>
                  <a:cubicBezTo>
                    <a:pt x="1638" y="5555"/>
                    <a:pt x="1638" y="5562"/>
                    <a:pt x="1655" y="5562"/>
                  </a:cubicBezTo>
                  <a:cubicBezTo>
                    <a:pt x="1662" y="5562"/>
                    <a:pt x="1662" y="5559"/>
                    <a:pt x="1662" y="5552"/>
                  </a:cubicBezTo>
                  <a:cubicBezTo>
                    <a:pt x="1665" y="5545"/>
                    <a:pt x="1662" y="5542"/>
                    <a:pt x="1655" y="5538"/>
                  </a:cubicBezTo>
                  <a:cubicBezTo>
                    <a:pt x="1685" y="5538"/>
                    <a:pt x="1712" y="5538"/>
                    <a:pt x="1739" y="5528"/>
                  </a:cubicBezTo>
                  <a:cubicBezTo>
                    <a:pt x="1766" y="5522"/>
                    <a:pt x="1793" y="5522"/>
                    <a:pt x="1819" y="5522"/>
                  </a:cubicBezTo>
                  <a:cubicBezTo>
                    <a:pt x="1836" y="5522"/>
                    <a:pt x="1853" y="5522"/>
                    <a:pt x="1866" y="5518"/>
                  </a:cubicBezTo>
                  <a:cubicBezTo>
                    <a:pt x="1890" y="5515"/>
                    <a:pt x="1913" y="5512"/>
                    <a:pt x="1934" y="5515"/>
                  </a:cubicBezTo>
                  <a:cubicBezTo>
                    <a:pt x="1954" y="5515"/>
                    <a:pt x="1974" y="5512"/>
                    <a:pt x="1993" y="5508"/>
                  </a:cubicBezTo>
                  <a:cubicBezTo>
                    <a:pt x="2013" y="5505"/>
                    <a:pt x="2033" y="5505"/>
                    <a:pt x="2050" y="5502"/>
                  </a:cubicBezTo>
                  <a:cubicBezTo>
                    <a:pt x="2057" y="5498"/>
                    <a:pt x="2060" y="5495"/>
                    <a:pt x="2064" y="5491"/>
                  </a:cubicBezTo>
                  <a:cubicBezTo>
                    <a:pt x="2067" y="5491"/>
                    <a:pt x="2070" y="5491"/>
                    <a:pt x="2074" y="5491"/>
                  </a:cubicBezTo>
                  <a:cubicBezTo>
                    <a:pt x="2084" y="5495"/>
                    <a:pt x="2090" y="5498"/>
                    <a:pt x="2100" y="5502"/>
                  </a:cubicBezTo>
                  <a:cubicBezTo>
                    <a:pt x="2194" y="5505"/>
                    <a:pt x="2282" y="5485"/>
                    <a:pt x="2376" y="5481"/>
                  </a:cubicBezTo>
                  <a:cubicBezTo>
                    <a:pt x="2386" y="5481"/>
                    <a:pt x="2393" y="5478"/>
                    <a:pt x="2399" y="5474"/>
                  </a:cubicBezTo>
                  <a:cubicBezTo>
                    <a:pt x="2413" y="5474"/>
                    <a:pt x="2429" y="5474"/>
                    <a:pt x="2443" y="5471"/>
                  </a:cubicBezTo>
                  <a:cubicBezTo>
                    <a:pt x="2456" y="5471"/>
                    <a:pt x="2466" y="5468"/>
                    <a:pt x="2480" y="5468"/>
                  </a:cubicBezTo>
                  <a:lnTo>
                    <a:pt x="2483" y="5468"/>
                  </a:lnTo>
                  <a:cubicBezTo>
                    <a:pt x="2483" y="5468"/>
                    <a:pt x="2486" y="5468"/>
                    <a:pt x="2490" y="5468"/>
                  </a:cubicBezTo>
                  <a:cubicBezTo>
                    <a:pt x="2500" y="5465"/>
                    <a:pt x="2513" y="5465"/>
                    <a:pt x="2527" y="5461"/>
                  </a:cubicBezTo>
                  <a:cubicBezTo>
                    <a:pt x="2540" y="5458"/>
                    <a:pt x="2554" y="5458"/>
                    <a:pt x="2570" y="5458"/>
                  </a:cubicBezTo>
                  <a:cubicBezTo>
                    <a:pt x="2584" y="5458"/>
                    <a:pt x="2597" y="5455"/>
                    <a:pt x="2607" y="5455"/>
                  </a:cubicBezTo>
                  <a:cubicBezTo>
                    <a:pt x="2627" y="5448"/>
                    <a:pt x="2647" y="5448"/>
                    <a:pt x="2668" y="5451"/>
                  </a:cubicBezTo>
                  <a:cubicBezTo>
                    <a:pt x="2765" y="5455"/>
                    <a:pt x="2862" y="5448"/>
                    <a:pt x="2956" y="5434"/>
                  </a:cubicBezTo>
                  <a:cubicBezTo>
                    <a:pt x="3030" y="5421"/>
                    <a:pt x="3104" y="5431"/>
                    <a:pt x="3178" y="5414"/>
                  </a:cubicBezTo>
                  <a:cubicBezTo>
                    <a:pt x="3185" y="5411"/>
                    <a:pt x="3188" y="5407"/>
                    <a:pt x="3188" y="5401"/>
                  </a:cubicBezTo>
                  <a:cubicBezTo>
                    <a:pt x="3208" y="5414"/>
                    <a:pt x="3235" y="5411"/>
                    <a:pt x="3258" y="5407"/>
                  </a:cubicBezTo>
                  <a:cubicBezTo>
                    <a:pt x="3272" y="5404"/>
                    <a:pt x="3289" y="5401"/>
                    <a:pt x="3299" y="5394"/>
                  </a:cubicBezTo>
                  <a:cubicBezTo>
                    <a:pt x="3302" y="5394"/>
                    <a:pt x="3302" y="5394"/>
                    <a:pt x="3305" y="5394"/>
                  </a:cubicBezTo>
                  <a:cubicBezTo>
                    <a:pt x="3312" y="5397"/>
                    <a:pt x="3319" y="5394"/>
                    <a:pt x="3325" y="5394"/>
                  </a:cubicBezTo>
                  <a:cubicBezTo>
                    <a:pt x="3342" y="5394"/>
                    <a:pt x="3362" y="5394"/>
                    <a:pt x="3379" y="5394"/>
                  </a:cubicBezTo>
                  <a:cubicBezTo>
                    <a:pt x="3480" y="5394"/>
                    <a:pt x="3581" y="5381"/>
                    <a:pt x="3678" y="5367"/>
                  </a:cubicBezTo>
                  <a:cubicBezTo>
                    <a:pt x="3691" y="5364"/>
                    <a:pt x="3708" y="5357"/>
                    <a:pt x="3722" y="5357"/>
                  </a:cubicBezTo>
                  <a:cubicBezTo>
                    <a:pt x="3732" y="5354"/>
                    <a:pt x="3742" y="5354"/>
                    <a:pt x="3748" y="5350"/>
                  </a:cubicBezTo>
                  <a:cubicBezTo>
                    <a:pt x="3752" y="5347"/>
                    <a:pt x="3755" y="5347"/>
                    <a:pt x="3755" y="5344"/>
                  </a:cubicBezTo>
                  <a:cubicBezTo>
                    <a:pt x="3762" y="5344"/>
                    <a:pt x="3765" y="5344"/>
                    <a:pt x="3768" y="5344"/>
                  </a:cubicBezTo>
                  <a:cubicBezTo>
                    <a:pt x="3772" y="5344"/>
                    <a:pt x="3775" y="5344"/>
                    <a:pt x="3779" y="5347"/>
                  </a:cubicBezTo>
                  <a:cubicBezTo>
                    <a:pt x="3863" y="5344"/>
                    <a:pt x="3943" y="5330"/>
                    <a:pt x="4024" y="5324"/>
                  </a:cubicBezTo>
                  <a:cubicBezTo>
                    <a:pt x="4027" y="5324"/>
                    <a:pt x="4034" y="5324"/>
                    <a:pt x="4037" y="5324"/>
                  </a:cubicBezTo>
                  <a:cubicBezTo>
                    <a:pt x="4037" y="5327"/>
                    <a:pt x="4040" y="5330"/>
                    <a:pt x="4040" y="5334"/>
                  </a:cubicBezTo>
                  <a:lnTo>
                    <a:pt x="4040" y="5334"/>
                  </a:lnTo>
                  <a:cubicBezTo>
                    <a:pt x="4050" y="5337"/>
                    <a:pt x="4057" y="5344"/>
                    <a:pt x="4061" y="5354"/>
                  </a:cubicBezTo>
                  <a:cubicBezTo>
                    <a:pt x="4050" y="5354"/>
                    <a:pt x="4040" y="5354"/>
                    <a:pt x="4037" y="5360"/>
                  </a:cubicBezTo>
                  <a:cubicBezTo>
                    <a:pt x="4010" y="5364"/>
                    <a:pt x="3987" y="5364"/>
                    <a:pt x="3960" y="5364"/>
                  </a:cubicBezTo>
                  <a:cubicBezTo>
                    <a:pt x="3960" y="5370"/>
                    <a:pt x="3963" y="5374"/>
                    <a:pt x="3967" y="5377"/>
                  </a:cubicBezTo>
                  <a:cubicBezTo>
                    <a:pt x="3990" y="5384"/>
                    <a:pt x="4014" y="5384"/>
                    <a:pt x="4037" y="5374"/>
                  </a:cubicBezTo>
                  <a:cubicBezTo>
                    <a:pt x="4037" y="5374"/>
                    <a:pt x="4037" y="5370"/>
                    <a:pt x="4040" y="5370"/>
                  </a:cubicBezTo>
                  <a:cubicBezTo>
                    <a:pt x="4050" y="5377"/>
                    <a:pt x="4057" y="5370"/>
                    <a:pt x="4061" y="5364"/>
                  </a:cubicBezTo>
                  <a:cubicBezTo>
                    <a:pt x="4064" y="5367"/>
                    <a:pt x="4067" y="5367"/>
                    <a:pt x="4071" y="5370"/>
                  </a:cubicBezTo>
                  <a:cubicBezTo>
                    <a:pt x="4061" y="5384"/>
                    <a:pt x="4034" y="5387"/>
                    <a:pt x="4020" y="5401"/>
                  </a:cubicBezTo>
                  <a:cubicBezTo>
                    <a:pt x="4004" y="5397"/>
                    <a:pt x="3990" y="5401"/>
                    <a:pt x="3973" y="5404"/>
                  </a:cubicBezTo>
                  <a:lnTo>
                    <a:pt x="3973" y="5407"/>
                  </a:lnTo>
                  <a:cubicBezTo>
                    <a:pt x="3990" y="5411"/>
                    <a:pt x="4007" y="5411"/>
                    <a:pt x="4020" y="5407"/>
                  </a:cubicBezTo>
                  <a:cubicBezTo>
                    <a:pt x="4024" y="5411"/>
                    <a:pt x="4024" y="5411"/>
                    <a:pt x="4027" y="5414"/>
                  </a:cubicBezTo>
                  <a:cubicBezTo>
                    <a:pt x="4050" y="5421"/>
                    <a:pt x="4074" y="5417"/>
                    <a:pt x="4094" y="5407"/>
                  </a:cubicBezTo>
                  <a:cubicBezTo>
                    <a:pt x="4097" y="5404"/>
                    <a:pt x="4097" y="5404"/>
                    <a:pt x="4101" y="5401"/>
                  </a:cubicBezTo>
                  <a:lnTo>
                    <a:pt x="4101" y="5401"/>
                  </a:lnTo>
                  <a:lnTo>
                    <a:pt x="4097" y="5404"/>
                  </a:lnTo>
                  <a:cubicBezTo>
                    <a:pt x="4094" y="5414"/>
                    <a:pt x="4101" y="5424"/>
                    <a:pt x="4104" y="5434"/>
                  </a:cubicBezTo>
                  <a:cubicBezTo>
                    <a:pt x="4081" y="5438"/>
                    <a:pt x="4061" y="5438"/>
                    <a:pt x="4037" y="5438"/>
                  </a:cubicBezTo>
                  <a:cubicBezTo>
                    <a:pt x="4034" y="5438"/>
                    <a:pt x="4030" y="5441"/>
                    <a:pt x="4027" y="5438"/>
                  </a:cubicBezTo>
                  <a:cubicBezTo>
                    <a:pt x="4024" y="5438"/>
                    <a:pt x="4024" y="5438"/>
                    <a:pt x="4024" y="5438"/>
                  </a:cubicBezTo>
                  <a:cubicBezTo>
                    <a:pt x="4017" y="5438"/>
                    <a:pt x="4007" y="5438"/>
                    <a:pt x="4000" y="5438"/>
                  </a:cubicBezTo>
                  <a:cubicBezTo>
                    <a:pt x="3997" y="5438"/>
                    <a:pt x="3993" y="5441"/>
                    <a:pt x="3993" y="5445"/>
                  </a:cubicBezTo>
                  <a:cubicBezTo>
                    <a:pt x="3967" y="5441"/>
                    <a:pt x="3936" y="5441"/>
                    <a:pt x="3906" y="5445"/>
                  </a:cubicBezTo>
                  <a:cubicBezTo>
                    <a:pt x="3910" y="5448"/>
                    <a:pt x="3910" y="5448"/>
                    <a:pt x="3910" y="5448"/>
                  </a:cubicBezTo>
                  <a:lnTo>
                    <a:pt x="3910" y="5448"/>
                  </a:lnTo>
                  <a:lnTo>
                    <a:pt x="3910" y="5448"/>
                  </a:lnTo>
                  <a:cubicBezTo>
                    <a:pt x="3893" y="5448"/>
                    <a:pt x="3876" y="5448"/>
                    <a:pt x="3859" y="5448"/>
                  </a:cubicBezTo>
                  <a:cubicBezTo>
                    <a:pt x="3836" y="5455"/>
                    <a:pt x="3806" y="5448"/>
                    <a:pt x="3779" y="5455"/>
                  </a:cubicBezTo>
                  <a:cubicBezTo>
                    <a:pt x="3772" y="5455"/>
                    <a:pt x="3762" y="5455"/>
                    <a:pt x="3755" y="5458"/>
                  </a:cubicBezTo>
                  <a:cubicBezTo>
                    <a:pt x="3695" y="5465"/>
                    <a:pt x="3631" y="5458"/>
                    <a:pt x="3574" y="5474"/>
                  </a:cubicBezTo>
                  <a:lnTo>
                    <a:pt x="3574" y="5474"/>
                  </a:lnTo>
                  <a:cubicBezTo>
                    <a:pt x="3547" y="5474"/>
                    <a:pt x="3524" y="5474"/>
                    <a:pt x="3497" y="5474"/>
                  </a:cubicBezTo>
                  <a:cubicBezTo>
                    <a:pt x="3507" y="5485"/>
                    <a:pt x="3524" y="5481"/>
                    <a:pt x="3534" y="5485"/>
                  </a:cubicBezTo>
                  <a:cubicBezTo>
                    <a:pt x="3547" y="5485"/>
                    <a:pt x="3561" y="5481"/>
                    <a:pt x="3574" y="5481"/>
                  </a:cubicBezTo>
                  <a:lnTo>
                    <a:pt x="3574" y="5481"/>
                  </a:lnTo>
                  <a:cubicBezTo>
                    <a:pt x="3641" y="5474"/>
                    <a:pt x="3711" y="5478"/>
                    <a:pt x="3782" y="5465"/>
                  </a:cubicBezTo>
                  <a:lnTo>
                    <a:pt x="3782" y="5465"/>
                  </a:lnTo>
                  <a:lnTo>
                    <a:pt x="3782" y="5465"/>
                  </a:lnTo>
                  <a:cubicBezTo>
                    <a:pt x="3822" y="5461"/>
                    <a:pt x="3866" y="5468"/>
                    <a:pt x="3910" y="5458"/>
                  </a:cubicBezTo>
                  <a:lnTo>
                    <a:pt x="3910" y="5458"/>
                  </a:lnTo>
                  <a:cubicBezTo>
                    <a:pt x="3943" y="5458"/>
                    <a:pt x="3977" y="5455"/>
                    <a:pt x="4010" y="5455"/>
                  </a:cubicBezTo>
                  <a:cubicBezTo>
                    <a:pt x="4044" y="5451"/>
                    <a:pt x="4081" y="5448"/>
                    <a:pt x="4114" y="5448"/>
                  </a:cubicBezTo>
                  <a:cubicBezTo>
                    <a:pt x="4131" y="5455"/>
                    <a:pt x="4138" y="5465"/>
                    <a:pt x="4135" y="5474"/>
                  </a:cubicBezTo>
                  <a:cubicBezTo>
                    <a:pt x="4131" y="5478"/>
                    <a:pt x="4128" y="5478"/>
                    <a:pt x="4125" y="5481"/>
                  </a:cubicBezTo>
                  <a:lnTo>
                    <a:pt x="4121" y="5481"/>
                  </a:lnTo>
                  <a:cubicBezTo>
                    <a:pt x="4104" y="5485"/>
                    <a:pt x="4084" y="5485"/>
                    <a:pt x="4064" y="5485"/>
                  </a:cubicBezTo>
                  <a:lnTo>
                    <a:pt x="4064" y="5485"/>
                  </a:lnTo>
                  <a:cubicBezTo>
                    <a:pt x="3990" y="5485"/>
                    <a:pt x="3913" y="5485"/>
                    <a:pt x="3839" y="5485"/>
                  </a:cubicBezTo>
                  <a:cubicBezTo>
                    <a:pt x="3826" y="5485"/>
                    <a:pt x="3812" y="5485"/>
                    <a:pt x="3802" y="5491"/>
                  </a:cubicBezTo>
                  <a:lnTo>
                    <a:pt x="3802" y="5491"/>
                  </a:lnTo>
                  <a:lnTo>
                    <a:pt x="3802" y="5491"/>
                  </a:lnTo>
                  <a:cubicBezTo>
                    <a:pt x="3755" y="5491"/>
                    <a:pt x="3711" y="5491"/>
                    <a:pt x="3665" y="5495"/>
                  </a:cubicBezTo>
                  <a:cubicBezTo>
                    <a:pt x="3614" y="5488"/>
                    <a:pt x="3571" y="5502"/>
                    <a:pt x="3520" y="5502"/>
                  </a:cubicBezTo>
                  <a:lnTo>
                    <a:pt x="3520" y="5502"/>
                  </a:lnTo>
                  <a:cubicBezTo>
                    <a:pt x="3477" y="5498"/>
                    <a:pt x="3436" y="5512"/>
                    <a:pt x="3393" y="5512"/>
                  </a:cubicBezTo>
                  <a:cubicBezTo>
                    <a:pt x="3393" y="5528"/>
                    <a:pt x="3406" y="5525"/>
                    <a:pt x="3419" y="5522"/>
                  </a:cubicBezTo>
                  <a:cubicBezTo>
                    <a:pt x="3443" y="5518"/>
                    <a:pt x="3470" y="5518"/>
                    <a:pt x="3493" y="5518"/>
                  </a:cubicBezTo>
                  <a:cubicBezTo>
                    <a:pt x="3504" y="5515"/>
                    <a:pt x="3514" y="5515"/>
                    <a:pt x="3524" y="5512"/>
                  </a:cubicBezTo>
                  <a:lnTo>
                    <a:pt x="3524" y="5512"/>
                  </a:lnTo>
                  <a:cubicBezTo>
                    <a:pt x="3544" y="5512"/>
                    <a:pt x="3564" y="5512"/>
                    <a:pt x="3584" y="5512"/>
                  </a:cubicBezTo>
                  <a:cubicBezTo>
                    <a:pt x="3624" y="5512"/>
                    <a:pt x="3661" y="5512"/>
                    <a:pt x="3698" y="5508"/>
                  </a:cubicBezTo>
                  <a:cubicBezTo>
                    <a:pt x="3705" y="5508"/>
                    <a:pt x="3705" y="5505"/>
                    <a:pt x="3705" y="5502"/>
                  </a:cubicBezTo>
                  <a:cubicBezTo>
                    <a:pt x="3742" y="5508"/>
                    <a:pt x="3779" y="5505"/>
                    <a:pt x="3819" y="5502"/>
                  </a:cubicBezTo>
                  <a:cubicBezTo>
                    <a:pt x="3836" y="5502"/>
                    <a:pt x="3853" y="5502"/>
                    <a:pt x="3869" y="5498"/>
                  </a:cubicBezTo>
                  <a:lnTo>
                    <a:pt x="3869" y="5498"/>
                  </a:lnTo>
                  <a:lnTo>
                    <a:pt x="3869" y="5498"/>
                  </a:lnTo>
                  <a:cubicBezTo>
                    <a:pt x="3903" y="5502"/>
                    <a:pt x="3936" y="5502"/>
                    <a:pt x="3973" y="5502"/>
                  </a:cubicBezTo>
                  <a:cubicBezTo>
                    <a:pt x="4017" y="5498"/>
                    <a:pt x="4061" y="5505"/>
                    <a:pt x="4104" y="5495"/>
                  </a:cubicBezTo>
                  <a:lnTo>
                    <a:pt x="4104" y="5495"/>
                  </a:lnTo>
                  <a:cubicBezTo>
                    <a:pt x="4107" y="5495"/>
                    <a:pt x="4111" y="5495"/>
                    <a:pt x="4118" y="5495"/>
                  </a:cubicBezTo>
                  <a:cubicBezTo>
                    <a:pt x="4114" y="5498"/>
                    <a:pt x="4114" y="5502"/>
                    <a:pt x="4114" y="5505"/>
                  </a:cubicBezTo>
                  <a:cubicBezTo>
                    <a:pt x="4087" y="5495"/>
                    <a:pt x="4057" y="5505"/>
                    <a:pt x="4027" y="5505"/>
                  </a:cubicBezTo>
                  <a:cubicBezTo>
                    <a:pt x="3997" y="5508"/>
                    <a:pt x="3963" y="5508"/>
                    <a:pt x="3933" y="5508"/>
                  </a:cubicBezTo>
                  <a:cubicBezTo>
                    <a:pt x="3916" y="5508"/>
                    <a:pt x="3903" y="5508"/>
                    <a:pt x="3889" y="5512"/>
                  </a:cubicBezTo>
                  <a:cubicBezTo>
                    <a:pt x="3883" y="5515"/>
                    <a:pt x="3879" y="5518"/>
                    <a:pt x="3879" y="5525"/>
                  </a:cubicBezTo>
                  <a:lnTo>
                    <a:pt x="3879" y="5528"/>
                  </a:lnTo>
                  <a:cubicBezTo>
                    <a:pt x="3843" y="5528"/>
                    <a:pt x="3806" y="5528"/>
                    <a:pt x="3765" y="5532"/>
                  </a:cubicBezTo>
                  <a:cubicBezTo>
                    <a:pt x="3765" y="5525"/>
                    <a:pt x="3765" y="5525"/>
                    <a:pt x="3765" y="5525"/>
                  </a:cubicBezTo>
                  <a:cubicBezTo>
                    <a:pt x="3725" y="5532"/>
                    <a:pt x="3681" y="5535"/>
                    <a:pt x="3638" y="5538"/>
                  </a:cubicBezTo>
                  <a:lnTo>
                    <a:pt x="3638" y="5538"/>
                  </a:lnTo>
                  <a:cubicBezTo>
                    <a:pt x="3628" y="5538"/>
                    <a:pt x="3621" y="5538"/>
                    <a:pt x="3611" y="5535"/>
                  </a:cubicBezTo>
                  <a:cubicBezTo>
                    <a:pt x="3591" y="5538"/>
                    <a:pt x="3567" y="5545"/>
                    <a:pt x="3547" y="5548"/>
                  </a:cubicBezTo>
                  <a:cubicBezTo>
                    <a:pt x="3540" y="5552"/>
                    <a:pt x="3540" y="5552"/>
                    <a:pt x="3547" y="5555"/>
                  </a:cubicBezTo>
                  <a:cubicBezTo>
                    <a:pt x="3571" y="5559"/>
                    <a:pt x="3601" y="5552"/>
                    <a:pt x="3621" y="5562"/>
                  </a:cubicBezTo>
                  <a:lnTo>
                    <a:pt x="3621" y="5562"/>
                  </a:lnTo>
                  <a:lnTo>
                    <a:pt x="3621" y="5562"/>
                  </a:lnTo>
                  <a:cubicBezTo>
                    <a:pt x="3607" y="5565"/>
                    <a:pt x="3591" y="5565"/>
                    <a:pt x="3574" y="5569"/>
                  </a:cubicBezTo>
                  <a:lnTo>
                    <a:pt x="3574" y="5569"/>
                  </a:lnTo>
                  <a:lnTo>
                    <a:pt x="3574" y="5569"/>
                  </a:lnTo>
                  <a:cubicBezTo>
                    <a:pt x="3547" y="5569"/>
                    <a:pt x="3520" y="5572"/>
                    <a:pt x="3497" y="5575"/>
                  </a:cubicBezTo>
                  <a:lnTo>
                    <a:pt x="3497" y="5575"/>
                  </a:lnTo>
                  <a:cubicBezTo>
                    <a:pt x="3467" y="5572"/>
                    <a:pt x="3443" y="5589"/>
                    <a:pt x="3416" y="5582"/>
                  </a:cubicBezTo>
                  <a:cubicBezTo>
                    <a:pt x="3409" y="5582"/>
                    <a:pt x="3403" y="5585"/>
                    <a:pt x="3393" y="5585"/>
                  </a:cubicBezTo>
                  <a:cubicBezTo>
                    <a:pt x="3409" y="5602"/>
                    <a:pt x="3436" y="5592"/>
                    <a:pt x="3457" y="5595"/>
                  </a:cubicBezTo>
                  <a:cubicBezTo>
                    <a:pt x="3460" y="5595"/>
                    <a:pt x="3467" y="5595"/>
                    <a:pt x="3470" y="5592"/>
                  </a:cubicBezTo>
                  <a:cubicBezTo>
                    <a:pt x="3473" y="5595"/>
                    <a:pt x="3477" y="5595"/>
                    <a:pt x="3483" y="5592"/>
                  </a:cubicBezTo>
                  <a:lnTo>
                    <a:pt x="3483" y="5592"/>
                  </a:lnTo>
                  <a:cubicBezTo>
                    <a:pt x="3487" y="5589"/>
                    <a:pt x="3493" y="5589"/>
                    <a:pt x="3500" y="5585"/>
                  </a:cubicBezTo>
                  <a:cubicBezTo>
                    <a:pt x="3537" y="5585"/>
                    <a:pt x="3574" y="5582"/>
                    <a:pt x="3611" y="5582"/>
                  </a:cubicBezTo>
                  <a:cubicBezTo>
                    <a:pt x="3611" y="5582"/>
                    <a:pt x="3611" y="5579"/>
                    <a:pt x="3614" y="5575"/>
                  </a:cubicBezTo>
                  <a:cubicBezTo>
                    <a:pt x="3648" y="5575"/>
                    <a:pt x="3678" y="5575"/>
                    <a:pt x="3711" y="5575"/>
                  </a:cubicBezTo>
                  <a:cubicBezTo>
                    <a:pt x="3715" y="5575"/>
                    <a:pt x="3715" y="5579"/>
                    <a:pt x="3718" y="5579"/>
                  </a:cubicBezTo>
                  <a:cubicBezTo>
                    <a:pt x="3768" y="5595"/>
                    <a:pt x="3822" y="5585"/>
                    <a:pt x="3873" y="5585"/>
                  </a:cubicBezTo>
                  <a:cubicBezTo>
                    <a:pt x="3950" y="5582"/>
                    <a:pt x="4030" y="5582"/>
                    <a:pt x="4107" y="5572"/>
                  </a:cubicBezTo>
                  <a:cubicBezTo>
                    <a:pt x="4111" y="5569"/>
                    <a:pt x="4114" y="5569"/>
                    <a:pt x="4114" y="5565"/>
                  </a:cubicBezTo>
                  <a:cubicBezTo>
                    <a:pt x="4118" y="5569"/>
                    <a:pt x="4118" y="5572"/>
                    <a:pt x="4121" y="5572"/>
                  </a:cubicBezTo>
                  <a:cubicBezTo>
                    <a:pt x="4094" y="5572"/>
                    <a:pt x="4064" y="5579"/>
                    <a:pt x="4037" y="5585"/>
                  </a:cubicBezTo>
                  <a:cubicBezTo>
                    <a:pt x="4020" y="5589"/>
                    <a:pt x="4000" y="5592"/>
                    <a:pt x="3980" y="5589"/>
                  </a:cubicBezTo>
                  <a:cubicBezTo>
                    <a:pt x="3957" y="5589"/>
                    <a:pt x="3933" y="5589"/>
                    <a:pt x="3910" y="5592"/>
                  </a:cubicBezTo>
                  <a:cubicBezTo>
                    <a:pt x="3886" y="5599"/>
                    <a:pt x="3859" y="5599"/>
                    <a:pt x="3832" y="5599"/>
                  </a:cubicBezTo>
                  <a:cubicBezTo>
                    <a:pt x="3822" y="5602"/>
                    <a:pt x="3812" y="5602"/>
                    <a:pt x="3802" y="5606"/>
                  </a:cubicBezTo>
                  <a:cubicBezTo>
                    <a:pt x="3799" y="5606"/>
                    <a:pt x="3796" y="5606"/>
                    <a:pt x="3792" y="5609"/>
                  </a:cubicBezTo>
                  <a:cubicBezTo>
                    <a:pt x="3748" y="5589"/>
                    <a:pt x="3705" y="5606"/>
                    <a:pt x="3665" y="5619"/>
                  </a:cubicBezTo>
                  <a:cubicBezTo>
                    <a:pt x="3661" y="5622"/>
                    <a:pt x="3661" y="5622"/>
                    <a:pt x="3661" y="5622"/>
                  </a:cubicBezTo>
                  <a:cubicBezTo>
                    <a:pt x="3661" y="5619"/>
                    <a:pt x="3658" y="5619"/>
                    <a:pt x="3654" y="5616"/>
                  </a:cubicBezTo>
                  <a:cubicBezTo>
                    <a:pt x="3621" y="5619"/>
                    <a:pt x="3581" y="5612"/>
                    <a:pt x="3547" y="5622"/>
                  </a:cubicBezTo>
                  <a:cubicBezTo>
                    <a:pt x="3544" y="5622"/>
                    <a:pt x="3540" y="5622"/>
                    <a:pt x="3537" y="5622"/>
                  </a:cubicBezTo>
                  <a:cubicBezTo>
                    <a:pt x="3514" y="5626"/>
                    <a:pt x="3490" y="5622"/>
                    <a:pt x="3467" y="5629"/>
                  </a:cubicBezTo>
                  <a:cubicBezTo>
                    <a:pt x="3450" y="5629"/>
                    <a:pt x="3429" y="5629"/>
                    <a:pt x="3413" y="5632"/>
                  </a:cubicBezTo>
                  <a:cubicBezTo>
                    <a:pt x="3406" y="5632"/>
                    <a:pt x="3400" y="5632"/>
                    <a:pt x="3393" y="5632"/>
                  </a:cubicBezTo>
                  <a:cubicBezTo>
                    <a:pt x="3389" y="5632"/>
                    <a:pt x="3389" y="5636"/>
                    <a:pt x="3386" y="5639"/>
                  </a:cubicBezTo>
                  <a:lnTo>
                    <a:pt x="3386" y="5639"/>
                  </a:lnTo>
                  <a:cubicBezTo>
                    <a:pt x="3379" y="5639"/>
                    <a:pt x="3372" y="5639"/>
                    <a:pt x="3366" y="5639"/>
                  </a:cubicBezTo>
                  <a:cubicBezTo>
                    <a:pt x="3342" y="5639"/>
                    <a:pt x="3319" y="5636"/>
                    <a:pt x="3299" y="5649"/>
                  </a:cubicBezTo>
                  <a:cubicBezTo>
                    <a:pt x="3292" y="5649"/>
                    <a:pt x="3282" y="5649"/>
                    <a:pt x="3275" y="5649"/>
                  </a:cubicBezTo>
                  <a:lnTo>
                    <a:pt x="3275" y="5649"/>
                  </a:lnTo>
                  <a:lnTo>
                    <a:pt x="3275" y="5649"/>
                  </a:lnTo>
                  <a:cubicBezTo>
                    <a:pt x="3255" y="5649"/>
                    <a:pt x="3235" y="5646"/>
                    <a:pt x="3218" y="5656"/>
                  </a:cubicBezTo>
                  <a:cubicBezTo>
                    <a:pt x="3211" y="5656"/>
                    <a:pt x="3205" y="5656"/>
                    <a:pt x="3198" y="5659"/>
                  </a:cubicBezTo>
                  <a:lnTo>
                    <a:pt x="3198" y="5659"/>
                  </a:lnTo>
                  <a:lnTo>
                    <a:pt x="3198" y="5659"/>
                  </a:lnTo>
                  <a:cubicBezTo>
                    <a:pt x="3134" y="5659"/>
                    <a:pt x="3067" y="5663"/>
                    <a:pt x="3003" y="5676"/>
                  </a:cubicBezTo>
                  <a:cubicBezTo>
                    <a:pt x="2953" y="5676"/>
                    <a:pt x="2903" y="5676"/>
                    <a:pt x="2849" y="5686"/>
                  </a:cubicBezTo>
                  <a:cubicBezTo>
                    <a:pt x="2779" y="5683"/>
                    <a:pt x="2711" y="5689"/>
                    <a:pt x="2644" y="5703"/>
                  </a:cubicBezTo>
                  <a:cubicBezTo>
                    <a:pt x="2533" y="5703"/>
                    <a:pt x="2429" y="5720"/>
                    <a:pt x="2322" y="5730"/>
                  </a:cubicBezTo>
                  <a:cubicBezTo>
                    <a:pt x="2308" y="5726"/>
                    <a:pt x="2295" y="5730"/>
                    <a:pt x="2282" y="5733"/>
                  </a:cubicBezTo>
                  <a:cubicBezTo>
                    <a:pt x="2265" y="5733"/>
                    <a:pt x="2251" y="5730"/>
                    <a:pt x="2238" y="5740"/>
                  </a:cubicBezTo>
                  <a:cubicBezTo>
                    <a:pt x="2231" y="5740"/>
                    <a:pt x="2225" y="5740"/>
                    <a:pt x="2218" y="5740"/>
                  </a:cubicBezTo>
                  <a:cubicBezTo>
                    <a:pt x="2184" y="5716"/>
                    <a:pt x="2198" y="5689"/>
                    <a:pt x="2194" y="5663"/>
                  </a:cubicBezTo>
                  <a:cubicBezTo>
                    <a:pt x="2198" y="5663"/>
                    <a:pt x="2201" y="5659"/>
                    <a:pt x="2208" y="5659"/>
                  </a:cubicBezTo>
                  <a:cubicBezTo>
                    <a:pt x="2218" y="5656"/>
                    <a:pt x="2228" y="5656"/>
                    <a:pt x="2241" y="5656"/>
                  </a:cubicBezTo>
                  <a:cubicBezTo>
                    <a:pt x="2285" y="5646"/>
                    <a:pt x="2336" y="5656"/>
                    <a:pt x="2379" y="5636"/>
                  </a:cubicBezTo>
                  <a:cubicBezTo>
                    <a:pt x="2386" y="5636"/>
                    <a:pt x="2389" y="5629"/>
                    <a:pt x="2389" y="5626"/>
                  </a:cubicBezTo>
                  <a:cubicBezTo>
                    <a:pt x="2386" y="5595"/>
                    <a:pt x="2355" y="5592"/>
                    <a:pt x="2322" y="5592"/>
                  </a:cubicBezTo>
                  <a:cubicBezTo>
                    <a:pt x="2315" y="5592"/>
                    <a:pt x="2308" y="5595"/>
                    <a:pt x="2302" y="5595"/>
                  </a:cubicBezTo>
                  <a:cubicBezTo>
                    <a:pt x="2218" y="5602"/>
                    <a:pt x="2134" y="5595"/>
                    <a:pt x="2050" y="5606"/>
                  </a:cubicBezTo>
                  <a:cubicBezTo>
                    <a:pt x="2027" y="5609"/>
                    <a:pt x="2003" y="5602"/>
                    <a:pt x="1986" y="5619"/>
                  </a:cubicBezTo>
                  <a:cubicBezTo>
                    <a:pt x="1984" y="5619"/>
                    <a:pt x="1980" y="5616"/>
                    <a:pt x="1974" y="5619"/>
                  </a:cubicBezTo>
                  <a:lnTo>
                    <a:pt x="1974" y="5619"/>
                  </a:lnTo>
                  <a:cubicBezTo>
                    <a:pt x="1954" y="5616"/>
                    <a:pt x="1934" y="5616"/>
                    <a:pt x="1913" y="5619"/>
                  </a:cubicBezTo>
                  <a:lnTo>
                    <a:pt x="1913" y="5619"/>
                  </a:lnTo>
                  <a:cubicBezTo>
                    <a:pt x="1913" y="5616"/>
                    <a:pt x="1910" y="5616"/>
                    <a:pt x="1910" y="5612"/>
                  </a:cubicBezTo>
                  <a:cubicBezTo>
                    <a:pt x="1900" y="5612"/>
                    <a:pt x="1887" y="5612"/>
                    <a:pt x="1880" y="5619"/>
                  </a:cubicBezTo>
                  <a:cubicBezTo>
                    <a:pt x="1876" y="5619"/>
                    <a:pt x="1876" y="5619"/>
                    <a:pt x="1873" y="5619"/>
                  </a:cubicBezTo>
                  <a:cubicBezTo>
                    <a:pt x="1870" y="5619"/>
                    <a:pt x="1866" y="5616"/>
                    <a:pt x="1863" y="5616"/>
                  </a:cubicBezTo>
                  <a:cubicBezTo>
                    <a:pt x="1846" y="5609"/>
                    <a:pt x="1833" y="5612"/>
                    <a:pt x="1819" y="5619"/>
                  </a:cubicBezTo>
                  <a:cubicBezTo>
                    <a:pt x="1803" y="5622"/>
                    <a:pt x="1786" y="5626"/>
                    <a:pt x="1766" y="5629"/>
                  </a:cubicBezTo>
                  <a:lnTo>
                    <a:pt x="1766" y="5629"/>
                  </a:lnTo>
                  <a:lnTo>
                    <a:pt x="1766" y="5629"/>
                  </a:lnTo>
                  <a:cubicBezTo>
                    <a:pt x="1756" y="5629"/>
                    <a:pt x="1742" y="5629"/>
                    <a:pt x="1729" y="5629"/>
                  </a:cubicBezTo>
                  <a:cubicBezTo>
                    <a:pt x="1726" y="5629"/>
                    <a:pt x="1719" y="5629"/>
                    <a:pt x="1715" y="5629"/>
                  </a:cubicBezTo>
                  <a:cubicBezTo>
                    <a:pt x="1695" y="5632"/>
                    <a:pt x="1672" y="5629"/>
                    <a:pt x="1652" y="5639"/>
                  </a:cubicBezTo>
                  <a:cubicBezTo>
                    <a:pt x="1621" y="5639"/>
                    <a:pt x="1588" y="5636"/>
                    <a:pt x="1561" y="5646"/>
                  </a:cubicBezTo>
                  <a:lnTo>
                    <a:pt x="1561" y="5646"/>
                  </a:lnTo>
                  <a:cubicBezTo>
                    <a:pt x="1537" y="5646"/>
                    <a:pt x="1517" y="5646"/>
                    <a:pt x="1497" y="5649"/>
                  </a:cubicBezTo>
                  <a:lnTo>
                    <a:pt x="1497" y="5649"/>
                  </a:lnTo>
                  <a:lnTo>
                    <a:pt x="1497" y="5649"/>
                  </a:lnTo>
                  <a:cubicBezTo>
                    <a:pt x="1464" y="5646"/>
                    <a:pt x="1427" y="5652"/>
                    <a:pt x="1393" y="5656"/>
                  </a:cubicBezTo>
                  <a:cubicBezTo>
                    <a:pt x="1360" y="5636"/>
                    <a:pt x="1323" y="5649"/>
                    <a:pt x="1286" y="5652"/>
                  </a:cubicBezTo>
                  <a:cubicBezTo>
                    <a:pt x="1269" y="5652"/>
                    <a:pt x="1252" y="5649"/>
                    <a:pt x="1239" y="5656"/>
                  </a:cubicBezTo>
                  <a:cubicBezTo>
                    <a:pt x="1118" y="5652"/>
                    <a:pt x="997" y="5663"/>
                    <a:pt x="876" y="5676"/>
                  </a:cubicBezTo>
                  <a:lnTo>
                    <a:pt x="876" y="5676"/>
                  </a:lnTo>
                  <a:cubicBezTo>
                    <a:pt x="856" y="5676"/>
                    <a:pt x="833" y="5676"/>
                    <a:pt x="812" y="5676"/>
                  </a:cubicBezTo>
                  <a:cubicBezTo>
                    <a:pt x="792" y="5683"/>
                    <a:pt x="769" y="5683"/>
                    <a:pt x="749" y="5686"/>
                  </a:cubicBezTo>
                  <a:cubicBezTo>
                    <a:pt x="745" y="5709"/>
                    <a:pt x="779" y="5693"/>
                    <a:pt x="786" y="5703"/>
                  </a:cubicBezTo>
                  <a:cubicBezTo>
                    <a:pt x="816" y="5703"/>
                    <a:pt x="849" y="5706"/>
                    <a:pt x="876" y="5693"/>
                  </a:cubicBezTo>
                  <a:cubicBezTo>
                    <a:pt x="954" y="5699"/>
                    <a:pt x="1024" y="5683"/>
                    <a:pt x="1098" y="5683"/>
                  </a:cubicBezTo>
                  <a:cubicBezTo>
                    <a:pt x="1141" y="5683"/>
                    <a:pt x="1182" y="5676"/>
                    <a:pt x="1225" y="5676"/>
                  </a:cubicBezTo>
                  <a:lnTo>
                    <a:pt x="1225" y="5676"/>
                  </a:lnTo>
                  <a:cubicBezTo>
                    <a:pt x="1272" y="5693"/>
                    <a:pt x="1323" y="5686"/>
                    <a:pt x="1370" y="5673"/>
                  </a:cubicBezTo>
                  <a:lnTo>
                    <a:pt x="1370" y="5673"/>
                  </a:lnTo>
                  <a:cubicBezTo>
                    <a:pt x="1373" y="5676"/>
                    <a:pt x="1376" y="5676"/>
                    <a:pt x="1380" y="5676"/>
                  </a:cubicBezTo>
                  <a:lnTo>
                    <a:pt x="1380" y="5676"/>
                  </a:lnTo>
                  <a:cubicBezTo>
                    <a:pt x="1400" y="5676"/>
                    <a:pt x="1417" y="5679"/>
                    <a:pt x="1433" y="5669"/>
                  </a:cubicBezTo>
                  <a:cubicBezTo>
                    <a:pt x="1457" y="5673"/>
                    <a:pt x="1497" y="5656"/>
                    <a:pt x="1494" y="5693"/>
                  </a:cubicBezTo>
                  <a:cubicBezTo>
                    <a:pt x="1494" y="5706"/>
                    <a:pt x="1521" y="5703"/>
                    <a:pt x="1537" y="5696"/>
                  </a:cubicBezTo>
                  <a:lnTo>
                    <a:pt x="1537" y="5696"/>
                  </a:lnTo>
                  <a:cubicBezTo>
                    <a:pt x="1615" y="5693"/>
                    <a:pt x="1692" y="5693"/>
                    <a:pt x="1769" y="5683"/>
                  </a:cubicBezTo>
                  <a:cubicBezTo>
                    <a:pt x="1809" y="5679"/>
                    <a:pt x="1853" y="5686"/>
                    <a:pt x="1897" y="5686"/>
                  </a:cubicBezTo>
                  <a:cubicBezTo>
                    <a:pt x="1900" y="5709"/>
                    <a:pt x="1903" y="5733"/>
                    <a:pt x="1907" y="5756"/>
                  </a:cubicBezTo>
                  <a:lnTo>
                    <a:pt x="1907" y="5756"/>
                  </a:lnTo>
                  <a:cubicBezTo>
                    <a:pt x="1887" y="5763"/>
                    <a:pt x="1863" y="5767"/>
                    <a:pt x="1840" y="5767"/>
                  </a:cubicBezTo>
                  <a:cubicBezTo>
                    <a:pt x="1669" y="5784"/>
                    <a:pt x="1497" y="5794"/>
                    <a:pt x="1329" y="5807"/>
                  </a:cubicBezTo>
                  <a:cubicBezTo>
                    <a:pt x="1312" y="5807"/>
                    <a:pt x="1296" y="5807"/>
                    <a:pt x="1286" y="5813"/>
                  </a:cubicBezTo>
                  <a:cubicBezTo>
                    <a:pt x="1279" y="5813"/>
                    <a:pt x="1272" y="5813"/>
                    <a:pt x="1262" y="5813"/>
                  </a:cubicBezTo>
                  <a:cubicBezTo>
                    <a:pt x="1245" y="5813"/>
                    <a:pt x="1229" y="5813"/>
                    <a:pt x="1212" y="5813"/>
                  </a:cubicBezTo>
                  <a:cubicBezTo>
                    <a:pt x="1205" y="5810"/>
                    <a:pt x="1195" y="5810"/>
                    <a:pt x="1185" y="5813"/>
                  </a:cubicBezTo>
                  <a:cubicBezTo>
                    <a:pt x="1061" y="5820"/>
                    <a:pt x="937" y="5830"/>
                    <a:pt x="812" y="5841"/>
                  </a:cubicBezTo>
                  <a:cubicBezTo>
                    <a:pt x="779" y="5837"/>
                    <a:pt x="745" y="5844"/>
                    <a:pt x="712" y="5844"/>
                  </a:cubicBezTo>
                  <a:cubicBezTo>
                    <a:pt x="712" y="5844"/>
                    <a:pt x="708" y="5847"/>
                    <a:pt x="708" y="5851"/>
                  </a:cubicBezTo>
                  <a:cubicBezTo>
                    <a:pt x="692" y="5851"/>
                    <a:pt x="678" y="5851"/>
                    <a:pt x="665" y="5851"/>
                  </a:cubicBezTo>
                  <a:cubicBezTo>
                    <a:pt x="648" y="5847"/>
                    <a:pt x="641" y="5857"/>
                    <a:pt x="638" y="5867"/>
                  </a:cubicBezTo>
                  <a:cubicBezTo>
                    <a:pt x="638" y="5867"/>
                    <a:pt x="638" y="5871"/>
                    <a:pt x="638" y="5874"/>
                  </a:cubicBezTo>
                  <a:cubicBezTo>
                    <a:pt x="641" y="5871"/>
                    <a:pt x="645" y="5871"/>
                    <a:pt x="645" y="5867"/>
                  </a:cubicBezTo>
                  <a:cubicBezTo>
                    <a:pt x="665" y="5861"/>
                    <a:pt x="682" y="5861"/>
                    <a:pt x="702" y="5864"/>
                  </a:cubicBezTo>
                  <a:cubicBezTo>
                    <a:pt x="712" y="5867"/>
                    <a:pt x="725" y="5871"/>
                    <a:pt x="735" y="5867"/>
                  </a:cubicBezTo>
                  <a:cubicBezTo>
                    <a:pt x="745" y="5871"/>
                    <a:pt x="752" y="5871"/>
                    <a:pt x="759" y="5871"/>
                  </a:cubicBezTo>
                  <a:cubicBezTo>
                    <a:pt x="776" y="5871"/>
                    <a:pt x="789" y="5867"/>
                    <a:pt x="799" y="5861"/>
                  </a:cubicBezTo>
                  <a:cubicBezTo>
                    <a:pt x="799" y="5861"/>
                    <a:pt x="802" y="5864"/>
                    <a:pt x="809" y="5867"/>
                  </a:cubicBezTo>
                  <a:cubicBezTo>
                    <a:pt x="873" y="5881"/>
                    <a:pt x="940" y="5864"/>
                    <a:pt x="1007" y="5861"/>
                  </a:cubicBezTo>
                  <a:cubicBezTo>
                    <a:pt x="994" y="5864"/>
                    <a:pt x="980" y="5864"/>
                    <a:pt x="967" y="5867"/>
                  </a:cubicBezTo>
                  <a:cubicBezTo>
                    <a:pt x="947" y="5871"/>
                    <a:pt x="930" y="5877"/>
                    <a:pt x="910" y="5877"/>
                  </a:cubicBezTo>
                  <a:cubicBezTo>
                    <a:pt x="903" y="5877"/>
                    <a:pt x="896" y="5877"/>
                    <a:pt x="890" y="5881"/>
                  </a:cubicBezTo>
                  <a:cubicBezTo>
                    <a:pt x="886" y="5881"/>
                    <a:pt x="883" y="5881"/>
                    <a:pt x="883" y="5884"/>
                  </a:cubicBezTo>
                  <a:cubicBezTo>
                    <a:pt x="839" y="5877"/>
                    <a:pt x="799" y="5877"/>
                    <a:pt x="755" y="5888"/>
                  </a:cubicBezTo>
                  <a:cubicBezTo>
                    <a:pt x="755" y="5884"/>
                    <a:pt x="752" y="5884"/>
                    <a:pt x="752" y="5881"/>
                  </a:cubicBezTo>
                  <a:cubicBezTo>
                    <a:pt x="708" y="5867"/>
                    <a:pt x="662" y="5877"/>
                    <a:pt x="615" y="5874"/>
                  </a:cubicBezTo>
                  <a:cubicBezTo>
                    <a:pt x="587" y="5881"/>
                    <a:pt x="554" y="5874"/>
                    <a:pt x="530" y="5888"/>
                  </a:cubicBezTo>
                  <a:cubicBezTo>
                    <a:pt x="524" y="5891"/>
                    <a:pt x="520" y="5894"/>
                    <a:pt x="517" y="5898"/>
                  </a:cubicBezTo>
                  <a:lnTo>
                    <a:pt x="517" y="5898"/>
                  </a:lnTo>
                  <a:lnTo>
                    <a:pt x="517" y="5898"/>
                  </a:lnTo>
                  <a:cubicBezTo>
                    <a:pt x="477" y="5894"/>
                    <a:pt x="443" y="5904"/>
                    <a:pt x="406" y="5918"/>
                  </a:cubicBezTo>
                  <a:cubicBezTo>
                    <a:pt x="420" y="5928"/>
                    <a:pt x="443" y="5918"/>
                    <a:pt x="450" y="5934"/>
                  </a:cubicBezTo>
                  <a:cubicBezTo>
                    <a:pt x="447" y="5934"/>
                    <a:pt x="443" y="5938"/>
                    <a:pt x="437" y="5941"/>
                  </a:cubicBezTo>
                  <a:cubicBezTo>
                    <a:pt x="413" y="5945"/>
                    <a:pt x="390" y="5948"/>
                    <a:pt x="366" y="5955"/>
                  </a:cubicBezTo>
                  <a:cubicBezTo>
                    <a:pt x="349" y="5958"/>
                    <a:pt x="339" y="5965"/>
                    <a:pt x="343" y="5978"/>
                  </a:cubicBezTo>
                  <a:cubicBezTo>
                    <a:pt x="349" y="5988"/>
                    <a:pt x="363" y="5988"/>
                    <a:pt x="373" y="5988"/>
                  </a:cubicBezTo>
                  <a:cubicBezTo>
                    <a:pt x="396" y="5988"/>
                    <a:pt x="416" y="5988"/>
                    <a:pt x="437" y="5988"/>
                  </a:cubicBezTo>
                  <a:lnTo>
                    <a:pt x="440" y="5985"/>
                  </a:lnTo>
                  <a:cubicBezTo>
                    <a:pt x="494" y="5985"/>
                    <a:pt x="551" y="5991"/>
                    <a:pt x="601" y="5971"/>
                  </a:cubicBezTo>
                  <a:cubicBezTo>
                    <a:pt x="605" y="5985"/>
                    <a:pt x="621" y="5985"/>
                    <a:pt x="638" y="5981"/>
                  </a:cubicBezTo>
                  <a:cubicBezTo>
                    <a:pt x="651" y="5981"/>
                    <a:pt x="668" y="5968"/>
                    <a:pt x="685" y="5978"/>
                  </a:cubicBezTo>
                  <a:lnTo>
                    <a:pt x="685" y="5978"/>
                  </a:lnTo>
                  <a:cubicBezTo>
                    <a:pt x="685" y="5981"/>
                    <a:pt x="688" y="5981"/>
                    <a:pt x="692" y="5981"/>
                  </a:cubicBezTo>
                  <a:cubicBezTo>
                    <a:pt x="695" y="5981"/>
                    <a:pt x="695" y="5981"/>
                    <a:pt x="695" y="5978"/>
                  </a:cubicBezTo>
                  <a:cubicBezTo>
                    <a:pt x="698" y="5978"/>
                    <a:pt x="702" y="5978"/>
                    <a:pt x="705" y="5978"/>
                  </a:cubicBezTo>
                  <a:cubicBezTo>
                    <a:pt x="776" y="5968"/>
                    <a:pt x="846" y="5981"/>
                    <a:pt x="916" y="5968"/>
                  </a:cubicBezTo>
                  <a:cubicBezTo>
                    <a:pt x="920" y="5968"/>
                    <a:pt x="923" y="5968"/>
                    <a:pt x="930" y="5971"/>
                  </a:cubicBezTo>
                  <a:cubicBezTo>
                    <a:pt x="937" y="5971"/>
                    <a:pt x="947" y="5971"/>
                    <a:pt x="954" y="5971"/>
                  </a:cubicBezTo>
                  <a:cubicBezTo>
                    <a:pt x="967" y="5965"/>
                    <a:pt x="980" y="5965"/>
                    <a:pt x="994" y="5971"/>
                  </a:cubicBezTo>
                  <a:lnTo>
                    <a:pt x="994" y="5971"/>
                  </a:lnTo>
                  <a:cubicBezTo>
                    <a:pt x="1007" y="5968"/>
                    <a:pt x="1021" y="5965"/>
                    <a:pt x="1031" y="5961"/>
                  </a:cubicBezTo>
                  <a:lnTo>
                    <a:pt x="1031" y="5961"/>
                  </a:lnTo>
                  <a:lnTo>
                    <a:pt x="1031" y="5961"/>
                  </a:lnTo>
                  <a:cubicBezTo>
                    <a:pt x="1054" y="5961"/>
                    <a:pt x="1074" y="5961"/>
                    <a:pt x="1098" y="5961"/>
                  </a:cubicBezTo>
                  <a:cubicBezTo>
                    <a:pt x="1108" y="5961"/>
                    <a:pt x="1121" y="5961"/>
                    <a:pt x="1135" y="5961"/>
                  </a:cubicBezTo>
                  <a:lnTo>
                    <a:pt x="1135" y="5961"/>
                  </a:lnTo>
                  <a:lnTo>
                    <a:pt x="1135" y="5961"/>
                  </a:lnTo>
                  <a:cubicBezTo>
                    <a:pt x="1145" y="5961"/>
                    <a:pt x="1151" y="5961"/>
                    <a:pt x="1162" y="5961"/>
                  </a:cubicBezTo>
                  <a:cubicBezTo>
                    <a:pt x="1209" y="5961"/>
                    <a:pt x="1255" y="5961"/>
                    <a:pt x="1302" y="5958"/>
                  </a:cubicBezTo>
                  <a:lnTo>
                    <a:pt x="1306" y="5955"/>
                  </a:lnTo>
                  <a:lnTo>
                    <a:pt x="1306" y="5951"/>
                  </a:lnTo>
                  <a:cubicBezTo>
                    <a:pt x="1323" y="5958"/>
                    <a:pt x="1340" y="5958"/>
                    <a:pt x="1356" y="5955"/>
                  </a:cubicBezTo>
                  <a:cubicBezTo>
                    <a:pt x="1366" y="5951"/>
                    <a:pt x="1380" y="5951"/>
                    <a:pt x="1393" y="5951"/>
                  </a:cubicBezTo>
                  <a:cubicBezTo>
                    <a:pt x="1450" y="5955"/>
                    <a:pt x="1504" y="5941"/>
                    <a:pt x="1561" y="5941"/>
                  </a:cubicBezTo>
                  <a:cubicBezTo>
                    <a:pt x="1568" y="5938"/>
                    <a:pt x="1578" y="5938"/>
                    <a:pt x="1588" y="5934"/>
                  </a:cubicBezTo>
                  <a:cubicBezTo>
                    <a:pt x="1591" y="5931"/>
                    <a:pt x="1594" y="5928"/>
                    <a:pt x="1598" y="5921"/>
                  </a:cubicBezTo>
                  <a:lnTo>
                    <a:pt x="1598" y="5918"/>
                  </a:lnTo>
                  <a:cubicBezTo>
                    <a:pt x="1554" y="5921"/>
                    <a:pt x="1511" y="5921"/>
                    <a:pt x="1470" y="5934"/>
                  </a:cubicBezTo>
                  <a:lnTo>
                    <a:pt x="1470" y="5934"/>
                  </a:lnTo>
                  <a:lnTo>
                    <a:pt x="1470" y="5934"/>
                  </a:lnTo>
                  <a:cubicBezTo>
                    <a:pt x="1467" y="5934"/>
                    <a:pt x="1460" y="5931"/>
                    <a:pt x="1457" y="5934"/>
                  </a:cubicBezTo>
                  <a:cubicBezTo>
                    <a:pt x="1460" y="5934"/>
                    <a:pt x="1460" y="5934"/>
                    <a:pt x="1464" y="5934"/>
                  </a:cubicBezTo>
                  <a:cubicBezTo>
                    <a:pt x="1464" y="5934"/>
                    <a:pt x="1464" y="5938"/>
                    <a:pt x="1460" y="5934"/>
                  </a:cubicBezTo>
                  <a:lnTo>
                    <a:pt x="1457" y="5934"/>
                  </a:lnTo>
                  <a:cubicBezTo>
                    <a:pt x="1454" y="5931"/>
                    <a:pt x="1450" y="5931"/>
                    <a:pt x="1444" y="5934"/>
                  </a:cubicBezTo>
                  <a:lnTo>
                    <a:pt x="1444" y="5934"/>
                  </a:lnTo>
                  <a:cubicBezTo>
                    <a:pt x="1433" y="5934"/>
                    <a:pt x="1420" y="5934"/>
                    <a:pt x="1407" y="5934"/>
                  </a:cubicBezTo>
                  <a:cubicBezTo>
                    <a:pt x="1400" y="5934"/>
                    <a:pt x="1390" y="5934"/>
                    <a:pt x="1380" y="5934"/>
                  </a:cubicBezTo>
                  <a:cubicBezTo>
                    <a:pt x="1376" y="5934"/>
                    <a:pt x="1376" y="5938"/>
                    <a:pt x="1376" y="5941"/>
                  </a:cubicBezTo>
                  <a:cubicBezTo>
                    <a:pt x="1353" y="5934"/>
                    <a:pt x="1333" y="5938"/>
                    <a:pt x="1309" y="5938"/>
                  </a:cubicBezTo>
                  <a:cubicBezTo>
                    <a:pt x="1306" y="5941"/>
                    <a:pt x="1302" y="5941"/>
                    <a:pt x="1302" y="5945"/>
                  </a:cubicBezTo>
                  <a:cubicBezTo>
                    <a:pt x="1296" y="5945"/>
                    <a:pt x="1293" y="5945"/>
                    <a:pt x="1286" y="5945"/>
                  </a:cubicBezTo>
                  <a:cubicBezTo>
                    <a:pt x="1276" y="5941"/>
                    <a:pt x="1266" y="5941"/>
                    <a:pt x="1252" y="5938"/>
                  </a:cubicBezTo>
                  <a:cubicBezTo>
                    <a:pt x="1249" y="5934"/>
                    <a:pt x="1242" y="5934"/>
                    <a:pt x="1235" y="5934"/>
                  </a:cubicBezTo>
                  <a:cubicBezTo>
                    <a:pt x="1212" y="5934"/>
                    <a:pt x="1185" y="5928"/>
                    <a:pt x="1168" y="5945"/>
                  </a:cubicBezTo>
                  <a:cubicBezTo>
                    <a:pt x="1168" y="5941"/>
                    <a:pt x="1165" y="5934"/>
                    <a:pt x="1162" y="5931"/>
                  </a:cubicBezTo>
                  <a:lnTo>
                    <a:pt x="1162" y="5931"/>
                  </a:lnTo>
                  <a:cubicBezTo>
                    <a:pt x="1178" y="5931"/>
                    <a:pt x="1195" y="5931"/>
                    <a:pt x="1212" y="5931"/>
                  </a:cubicBezTo>
                  <a:lnTo>
                    <a:pt x="1212" y="5931"/>
                  </a:lnTo>
                  <a:cubicBezTo>
                    <a:pt x="1215" y="5931"/>
                    <a:pt x="1219" y="5931"/>
                    <a:pt x="1222" y="5931"/>
                  </a:cubicBezTo>
                  <a:cubicBezTo>
                    <a:pt x="1225" y="5931"/>
                    <a:pt x="1229" y="5931"/>
                    <a:pt x="1235" y="5928"/>
                  </a:cubicBezTo>
                  <a:cubicBezTo>
                    <a:pt x="1249" y="5934"/>
                    <a:pt x="1262" y="5934"/>
                    <a:pt x="1279" y="5924"/>
                  </a:cubicBezTo>
                  <a:cubicBezTo>
                    <a:pt x="1283" y="5924"/>
                    <a:pt x="1289" y="5924"/>
                    <a:pt x="1293" y="5924"/>
                  </a:cubicBezTo>
                  <a:cubicBezTo>
                    <a:pt x="1299" y="5924"/>
                    <a:pt x="1309" y="5928"/>
                    <a:pt x="1319" y="5928"/>
                  </a:cubicBezTo>
                  <a:cubicBezTo>
                    <a:pt x="1430" y="5931"/>
                    <a:pt x="1541" y="5908"/>
                    <a:pt x="1652" y="5898"/>
                  </a:cubicBezTo>
                  <a:cubicBezTo>
                    <a:pt x="1665" y="5894"/>
                    <a:pt x="1679" y="5891"/>
                    <a:pt x="1689" y="5888"/>
                  </a:cubicBezTo>
                  <a:lnTo>
                    <a:pt x="1689" y="5888"/>
                  </a:lnTo>
                  <a:lnTo>
                    <a:pt x="1689" y="5888"/>
                  </a:lnTo>
                  <a:cubicBezTo>
                    <a:pt x="1712" y="5891"/>
                    <a:pt x="1736" y="5891"/>
                    <a:pt x="1756" y="5881"/>
                  </a:cubicBezTo>
                  <a:lnTo>
                    <a:pt x="1756" y="5881"/>
                  </a:lnTo>
                  <a:cubicBezTo>
                    <a:pt x="1803" y="5877"/>
                    <a:pt x="1850" y="5874"/>
                    <a:pt x="1897" y="5871"/>
                  </a:cubicBezTo>
                  <a:lnTo>
                    <a:pt x="1897" y="5871"/>
                  </a:lnTo>
                  <a:cubicBezTo>
                    <a:pt x="1903" y="5861"/>
                    <a:pt x="1923" y="5867"/>
                    <a:pt x="1920" y="5881"/>
                  </a:cubicBezTo>
                  <a:lnTo>
                    <a:pt x="1917" y="5884"/>
                  </a:lnTo>
                  <a:lnTo>
                    <a:pt x="1917" y="5884"/>
                  </a:lnTo>
                  <a:lnTo>
                    <a:pt x="1917" y="5888"/>
                  </a:lnTo>
                  <a:cubicBezTo>
                    <a:pt x="1917" y="5888"/>
                    <a:pt x="1917" y="5891"/>
                    <a:pt x="1917" y="5894"/>
                  </a:cubicBezTo>
                  <a:lnTo>
                    <a:pt x="1917" y="5898"/>
                  </a:lnTo>
                  <a:cubicBezTo>
                    <a:pt x="1907" y="5941"/>
                    <a:pt x="1920" y="5991"/>
                    <a:pt x="1907" y="6035"/>
                  </a:cubicBezTo>
                  <a:cubicBezTo>
                    <a:pt x="1917" y="6032"/>
                    <a:pt x="1927" y="6028"/>
                    <a:pt x="1937" y="6025"/>
                  </a:cubicBezTo>
                  <a:lnTo>
                    <a:pt x="1937" y="6025"/>
                  </a:lnTo>
                  <a:lnTo>
                    <a:pt x="1940" y="6022"/>
                  </a:lnTo>
                  <a:cubicBezTo>
                    <a:pt x="1944" y="6022"/>
                    <a:pt x="1944" y="6022"/>
                    <a:pt x="1947" y="6022"/>
                  </a:cubicBezTo>
                  <a:lnTo>
                    <a:pt x="1947" y="6022"/>
                  </a:lnTo>
                  <a:cubicBezTo>
                    <a:pt x="1964" y="6015"/>
                    <a:pt x="1980" y="6005"/>
                    <a:pt x="1996" y="5998"/>
                  </a:cubicBezTo>
                  <a:cubicBezTo>
                    <a:pt x="2020" y="5985"/>
                    <a:pt x="2047" y="5961"/>
                    <a:pt x="2074" y="5958"/>
                  </a:cubicBezTo>
                  <a:cubicBezTo>
                    <a:pt x="2080" y="5958"/>
                    <a:pt x="2084" y="5958"/>
                    <a:pt x="2087" y="5958"/>
                  </a:cubicBezTo>
                  <a:cubicBezTo>
                    <a:pt x="2087" y="5955"/>
                    <a:pt x="2090" y="5955"/>
                    <a:pt x="2090" y="5951"/>
                  </a:cubicBezTo>
                  <a:cubicBezTo>
                    <a:pt x="2094" y="5955"/>
                    <a:pt x="2100" y="5958"/>
                    <a:pt x="2104" y="5961"/>
                  </a:cubicBezTo>
                  <a:cubicBezTo>
                    <a:pt x="2107" y="5961"/>
                    <a:pt x="2111" y="5965"/>
                    <a:pt x="2117" y="5968"/>
                  </a:cubicBezTo>
                  <a:cubicBezTo>
                    <a:pt x="2121" y="5971"/>
                    <a:pt x="2124" y="5975"/>
                    <a:pt x="2127" y="5975"/>
                  </a:cubicBezTo>
                  <a:lnTo>
                    <a:pt x="2127" y="5978"/>
                  </a:lnTo>
                  <a:cubicBezTo>
                    <a:pt x="2151" y="5991"/>
                    <a:pt x="2178" y="6008"/>
                    <a:pt x="2208" y="6018"/>
                  </a:cubicBezTo>
                  <a:cubicBezTo>
                    <a:pt x="2218" y="5961"/>
                    <a:pt x="2208" y="5904"/>
                    <a:pt x="2208" y="5844"/>
                  </a:cubicBezTo>
                  <a:cubicBezTo>
                    <a:pt x="2208" y="5841"/>
                    <a:pt x="2211" y="5834"/>
                    <a:pt x="2218" y="5834"/>
                  </a:cubicBezTo>
                  <a:cubicBezTo>
                    <a:pt x="2225" y="5834"/>
                    <a:pt x="2231" y="5834"/>
                    <a:pt x="2235" y="5834"/>
                  </a:cubicBezTo>
                  <a:cubicBezTo>
                    <a:pt x="2241" y="5830"/>
                    <a:pt x="2248" y="5830"/>
                    <a:pt x="2255" y="5830"/>
                  </a:cubicBezTo>
                  <a:cubicBezTo>
                    <a:pt x="2258" y="5827"/>
                    <a:pt x="2258" y="5827"/>
                    <a:pt x="2258" y="5824"/>
                  </a:cubicBezTo>
                  <a:lnTo>
                    <a:pt x="2258" y="5824"/>
                  </a:lnTo>
                  <a:cubicBezTo>
                    <a:pt x="2308" y="5824"/>
                    <a:pt x="2359" y="5824"/>
                    <a:pt x="2409" y="5820"/>
                  </a:cubicBezTo>
                  <a:cubicBezTo>
                    <a:pt x="2413" y="5820"/>
                    <a:pt x="2413" y="5820"/>
                    <a:pt x="2413" y="5820"/>
                  </a:cubicBezTo>
                  <a:cubicBezTo>
                    <a:pt x="2426" y="5834"/>
                    <a:pt x="2443" y="5827"/>
                    <a:pt x="2460" y="5824"/>
                  </a:cubicBezTo>
                  <a:cubicBezTo>
                    <a:pt x="2453" y="5834"/>
                    <a:pt x="2433" y="5824"/>
                    <a:pt x="2423" y="5841"/>
                  </a:cubicBezTo>
                  <a:cubicBezTo>
                    <a:pt x="2463" y="5851"/>
                    <a:pt x="2500" y="5847"/>
                    <a:pt x="2540" y="5844"/>
                  </a:cubicBezTo>
                  <a:cubicBezTo>
                    <a:pt x="2634" y="5841"/>
                    <a:pt x="2728" y="5841"/>
                    <a:pt x="2825" y="5841"/>
                  </a:cubicBezTo>
                  <a:lnTo>
                    <a:pt x="2825" y="5841"/>
                  </a:lnTo>
                  <a:lnTo>
                    <a:pt x="2825" y="5841"/>
                  </a:lnTo>
                  <a:cubicBezTo>
                    <a:pt x="2829" y="5841"/>
                    <a:pt x="2832" y="5841"/>
                    <a:pt x="2836" y="5841"/>
                  </a:cubicBezTo>
                  <a:lnTo>
                    <a:pt x="2836" y="5841"/>
                  </a:lnTo>
                  <a:lnTo>
                    <a:pt x="2836" y="5841"/>
                  </a:lnTo>
                  <a:cubicBezTo>
                    <a:pt x="2842" y="5841"/>
                    <a:pt x="2846" y="5841"/>
                    <a:pt x="2849" y="5841"/>
                  </a:cubicBezTo>
                  <a:lnTo>
                    <a:pt x="2849" y="5841"/>
                  </a:lnTo>
                  <a:lnTo>
                    <a:pt x="2849" y="5841"/>
                  </a:lnTo>
                  <a:cubicBezTo>
                    <a:pt x="2859" y="5844"/>
                    <a:pt x="2866" y="5844"/>
                    <a:pt x="2876" y="5841"/>
                  </a:cubicBezTo>
                  <a:cubicBezTo>
                    <a:pt x="2889" y="5841"/>
                    <a:pt x="2903" y="5841"/>
                    <a:pt x="2916" y="5841"/>
                  </a:cubicBezTo>
                  <a:lnTo>
                    <a:pt x="2919" y="5837"/>
                  </a:lnTo>
                  <a:cubicBezTo>
                    <a:pt x="2923" y="5837"/>
                    <a:pt x="2926" y="5841"/>
                    <a:pt x="2929" y="5841"/>
                  </a:cubicBezTo>
                  <a:cubicBezTo>
                    <a:pt x="2940" y="5837"/>
                    <a:pt x="2953" y="5837"/>
                    <a:pt x="2963" y="5837"/>
                  </a:cubicBezTo>
                  <a:cubicBezTo>
                    <a:pt x="2970" y="5834"/>
                    <a:pt x="2973" y="5834"/>
                    <a:pt x="2976" y="5830"/>
                  </a:cubicBezTo>
                  <a:cubicBezTo>
                    <a:pt x="3007" y="5830"/>
                    <a:pt x="3037" y="5830"/>
                    <a:pt x="3071" y="5834"/>
                  </a:cubicBezTo>
                  <a:cubicBezTo>
                    <a:pt x="3124" y="5830"/>
                    <a:pt x="3181" y="5824"/>
                    <a:pt x="3235" y="5820"/>
                  </a:cubicBezTo>
                  <a:lnTo>
                    <a:pt x="3235" y="5820"/>
                  </a:lnTo>
                  <a:lnTo>
                    <a:pt x="3235" y="5820"/>
                  </a:lnTo>
                  <a:cubicBezTo>
                    <a:pt x="3245" y="5820"/>
                    <a:pt x="3255" y="5820"/>
                    <a:pt x="3265" y="5820"/>
                  </a:cubicBezTo>
                  <a:cubicBezTo>
                    <a:pt x="3272" y="5820"/>
                    <a:pt x="3279" y="5824"/>
                    <a:pt x="3289" y="5824"/>
                  </a:cubicBezTo>
                  <a:cubicBezTo>
                    <a:pt x="3336" y="5824"/>
                    <a:pt x="3386" y="5824"/>
                    <a:pt x="3433" y="5807"/>
                  </a:cubicBezTo>
                  <a:cubicBezTo>
                    <a:pt x="3359" y="5807"/>
                    <a:pt x="3285" y="5807"/>
                    <a:pt x="3211" y="5807"/>
                  </a:cubicBezTo>
                  <a:lnTo>
                    <a:pt x="3215" y="5807"/>
                  </a:lnTo>
                  <a:lnTo>
                    <a:pt x="3211" y="5807"/>
                  </a:lnTo>
                  <a:cubicBezTo>
                    <a:pt x="3134" y="5810"/>
                    <a:pt x="3057" y="5810"/>
                    <a:pt x="2980" y="5813"/>
                  </a:cubicBezTo>
                  <a:cubicBezTo>
                    <a:pt x="2966" y="5810"/>
                    <a:pt x="2953" y="5810"/>
                    <a:pt x="2940" y="5817"/>
                  </a:cubicBezTo>
                  <a:lnTo>
                    <a:pt x="2940" y="5817"/>
                  </a:lnTo>
                  <a:lnTo>
                    <a:pt x="2940" y="5817"/>
                  </a:lnTo>
                  <a:cubicBezTo>
                    <a:pt x="2909" y="5813"/>
                    <a:pt x="2876" y="5810"/>
                    <a:pt x="2846" y="5820"/>
                  </a:cubicBezTo>
                  <a:cubicBezTo>
                    <a:pt x="2839" y="5820"/>
                    <a:pt x="2836" y="5820"/>
                    <a:pt x="2829" y="5820"/>
                  </a:cubicBezTo>
                  <a:lnTo>
                    <a:pt x="2829" y="5820"/>
                  </a:lnTo>
                  <a:cubicBezTo>
                    <a:pt x="2815" y="5817"/>
                    <a:pt x="2805" y="5813"/>
                    <a:pt x="2795" y="5820"/>
                  </a:cubicBezTo>
                  <a:cubicBezTo>
                    <a:pt x="2789" y="5820"/>
                    <a:pt x="2782" y="5820"/>
                    <a:pt x="2775" y="5820"/>
                  </a:cubicBezTo>
                  <a:lnTo>
                    <a:pt x="2775" y="5820"/>
                  </a:lnTo>
                  <a:cubicBezTo>
                    <a:pt x="2755" y="5813"/>
                    <a:pt x="2738" y="5813"/>
                    <a:pt x="2718" y="5820"/>
                  </a:cubicBezTo>
                  <a:cubicBezTo>
                    <a:pt x="2658" y="5824"/>
                    <a:pt x="2597" y="5824"/>
                    <a:pt x="2537" y="5824"/>
                  </a:cubicBezTo>
                  <a:cubicBezTo>
                    <a:pt x="2523" y="5824"/>
                    <a:pt x="2510" y="5824"/>
                    <a:pt x="2503" y="5813"/>
                  </a:cubicBezTo>
                  <a:lnTo>
                    <a:pt x="2503" y="5813"/>
                  </a:lnTo>
                  <a:cubicBezTo>
                    <a:pt x="2557" y="5807"/>
                    <a:pt x="2614" y="5804"/>
                    <a:pt x="2668" y="5797"/>
                  </a:cubicBezTo>
                  <a:cubicBezTo>
                    <a:pt x="2711" y="5797"/>
                    <a:pt x="2758" y="5797"/>
                    <a:pt x="2799" y="5787"/>
                  </a:cubicBezTo>
                  <a:lnTo>
                    <a:pt x="2799" y="5787"/>
                  </a:lnTo>
                  <a:cubicBezTo>
                    <a:pt x="2839" y="5787"/>
                    <a:pt x="2879" y="5787"/>
                    <a:pt x="2916" y="5777"/>
                  </a:cubicBezTo>
                  <a:cubicBezTo>
                    <a:pt x="2923" y="5780"/>
                    <a:pt x="2926" y="5780"/>
                    <a:pt x="2926" y="5777"/>
                  </a:cubicBezTo>
                  <a:cubicBezTo>
                    <a:pt x="2946" y="5777"/>
                    <a:pt x="2966" y="5780"/>
                    <a:pt x="2983" y="5770"/>
                  </a:cubicBezTo>
                  <a:cubicBezTo>
                    <a:pt x="3107" y="5763"/>
                    <a:pt x="3232" y="5756"/>
                    <a:pt x="3352" y="5750"/>
                  </a:cubicBezTo>
                  <a:cubicBezTo>
                    <a:pt x="3393" y="5746"/>
                    <a:pt x="3436" y="5750"/>
                    <a:pt x="3477" y="5740"/>
                  </a:cubicBezTo>
                  <a:lnTo>
                    <a:pt x="3477" y="5740"/>
                  </a:lnTo>
                  <a:lnTo>
                    <a:pt x="3477" y="5740"/>
                  </a:lnTo>
                  <a:cubicBezTo>
                    <a:pt x="3480" y="5743"/>
                    <a:pt x="3480" y="5743"/>
                    <a:pt x="3480" y="5743"/>
                  </a:cubicBezTo>
                  <a:cubicBezTo>
                    <a:pt x="3483" y="5743"/>
                    <a:pt x="3483" y="5743"/>
                    <a:pt x="3483" y="5743"/>
                  </a:cubicBezTo>
                  <a:cubicBezTo>
                    <a:pt x="3493" y="5746"/>
                    <a:pt x="3510" y="5736"/>
                    <a:pt x="3520" y="5746"/>
                  </a:cubicBezTo>
                  <a:cubicBezTo>
                    <a:pt x="3540" y="5760"/>
                    <a:pt x="3561" y="5770"/>
                    <a:pt x="3574" y="5787"/>
                  </a:cubicBezTo>
                  <a:cubicBezTo>
                    <a:pt x="3577" y="5787"/>
                    <a:pt x="3581" y="5790"/>
                    <a:pt x="3581" y="5790"/>
                  </a:cubicBezTo>
                  <a:cubicBezTo>
                    <a:pt x="3581" y="5794"/>
                    <a:pt x="3581" y="5797"/>
                    <a:pt x="3581" y="5800"/>
                  </a:cubicBezTo>
                  <a:cubicBezTo>
                    <a:pt x="3584" y="5813"/>
                    <a:pt x="3581" y="5830"/>
                    <a:pt x="3611" y="5834"/>
                  </a:cubicBezTo>
                  <a:lnTo>
                    <a:pt x="3611" y="5830"/>
                  </a:lnTo>
                  <a:lnTo>
                    <a:pt x="3611" y="5830"/>
                  </a:lnTo>
                  <a:lnTo>
                    <a:pt x="3611" y="5830"/>
                  </a:lnTo>
                  <a:cubicBezTo>
                    <a:pt x="3611" y="5834"/>
                    <a:pt x="3614" y="5837"/>
                    <a:pt x="3614" y="5841"/>
                  </a:cubicBezTo>
                  <a:lnTo>
                    <a:pt x="3614" y="5841"/>
                  </a:lnTo>
                  <a:cubicBezTo>
                    <a:pt x="3614" y="5844"/>
                    <a:pt x="3618" y="5847"/>
                    <a:pt x="3618" y="5851"/>
                  </a:cubicBezTo>
                  <a:cubicBezTo>
                    <a:pt x="3621" y="5857"/>
                    <a:pt x="3624" y="5861"/>
                    <a:pt x="3628" y="5867"/>
                  </a:cubicBezTo>
                  <a:cubicBezTo>
                    <a:pt x="3628" y="5871"/>
                    <a:pt x="3631" y="5874"/>
                    <a:pt x="3631" y="5877"/>
                  </a:cubicBezTo>
                  <a:cubicBezTo>
                    <a:pt x="3634" y="5888"/>
                    <a:pt x="3634" y="5898"/>
                    <a:pt x="3634" y="5908"/>
                  </a:cubicBezTo>
                  <a:cubicBezTo>
                    <a:pt x="3654" y="5968"/>
                    <a:pt x="3641" y="6025"/>
                    <a:pt x="3618" y="6082"/>
                  </a:cubicBezTo>
                  <a:cubicBezTo>
                    <a:pt x="3614" y="6089"/>
                    <a:pt x="3611" y="6092"/>
                    <a:pt x="3607" y="6099"/>
                  </a:cubicBezTo>
                  <a:cubicBezTo>
                    <a:pt x="3604" y="6102"/>
                    <a:pt x="3604" y="6106"/>
                    <a:pt x="3601" y="6109"/>
                  </a:cubicBezTo>
                  <a:cubicBezTo>
                    <a:pt x="3601" y="6112"/>
                    <a:pt x="3597" y="6116"/>
                    <a:pt x="3597" y="6119"/>
                  </a:cubicBezTo>
                  <a:cubicBezTo>
                    <a:pt x="3597" y="6123"/>
                    <a:pt x="3597" y="6123"/>
                    <a:pt x="3597" y="6126"/>
                  </a:cubicBezTo>
                  <a:lnTo>
                    <a:pt x="3597" y="6126"/>
                  </a:lnTo>
                  <a:cubicBezTo>
                    <a:pt x="3594" y="6126"/>
                    <a:pt x="3594" y="6126"/>
                    <a:pt x="3594" y="6123"/>
                  </a:cubicBezTo>
                  <a:cubicBezTo>
                    <a:pt x="3567" y="6119"/>
                    <a:pt x="3554" y="6133"/>
                    <a:pt x="3534" y="6139"/>
                  </a:cubicBezTo>
                  <a:cubicBezTo>
                    <a:pt x="3530" y="6143"/>
                    <a:pt x="3524" y="6146"/>
                    <a:pt x="3524" y="6149"/>
                  </a:cubicBezTo>
                  <a:cubicBezTo>
                    <a:pt x="3514" y="6146"/>
                    <a:pt x="3500" y="6146"/>
                    <a:pt x="3490" y="6146"/>
                  </a:cubicBezTo>
                  <a:cubicBezTo>
                    <a:pt x="3470" y="6149"/>
                    <a:pt x="3453" y="6159"/>
                    <a:pt x="3436" y="6152"/>
                  </a:cubicBezTo>
                  <a:cubicBezTo>
                    <a:pt x="3429" y="6149"/>
                    <a:pt x="3423" y="6149"/>
                    <a:pt x="3419" y="6149"/>
                  </a:cubicBezTo>
                  <a:cubicBezTo>
                    <a:pt x="3416" y="6152"/>
                    <a:pt x="3416" y="6152"/>
                    <a:pt x="3413" y="6152"/>
                  </a:cubicBezTo>
                  <a:cubicBezTo>
                    <a:pt x="3413" y="6152"/>
                    <a:pt x="3413" y="6149"/>
                    <a:pt x="3409" y="6149"/>
                  </a:cubicBezTo>
                  <a:cubicBezTo>
                    <a:pt x="3393" y="6143"/>
                    <a:pt x="3372" y="6139"/>
                    <a:pt x="3356" y="6143"/>
                  </a:cubicBezTo>
                  <a:cubicBezTo>
                    <a:pt x="3379" y="6133"/>
                    <a:pt x="3406" y="6136"/>
                    <a:pt x="3433" y="6136"/>
                  </a:cubicBezTo>
                  <a:cubicBezTo>
                    <a:pt x="3429" y="6136"/>
                    <a:pt x="3429" y="6136"/>
                    <a:pt x="3429" y="6136"/>
                  </a:cubicBezTo>
                  <a:cubicBezTo>
                    <a:pt x="3440" y="6136"/>
                    <a:pt x="3446" y="6136"/>
                    <a:pt x="3457" y="6136"/>
                  </a:cubicBezTo>
                  <a:cubicBezTo>
                    <a:pt x="3517" y="6129"/>
                    <a:pt x="3540" y="6099"/>
                    <a:pt x="3561" y="6062"/>
                  </a:cubicBezTo>
                  <a:cubicBezTo>
                    <a:pt x="3584" y="6028"/>
                    <a:pt x="3591" y="5995"/>
                    <a:pt x="3577" y="5958"/>
                  </a:cubicBezTo>
                  <a:cubicBezTo>
                    <a:pt x="3571" y="5941"/>
                    <a:pt x="3561" y="5928"/>
                    <a:pt x="3564" y="5911"/>
                  </a:cubicBezTo>
                  <a:cubicBezTo>
                    <a:pt x="3571" y="5891"/>
                    <a:pt x="3544" y="5888"/>
                    <a:pt x="3534" y="5877"/>
                  </a:cubicBezTo>
                  <a:lnTo>
                    <a:pt x="3534" y="5877"/>
                  </a:lnTo>
                  <a:cubicBezTo>
                    <a:pt x="3534" y="5874"/>
                    <a:pt x="3530" y="5867"/>
                    <a:pt x="3524" y="5867"/>
                  </a:cubicBezTo>
                  <a:cubicBezTo>
                    <a:pt x="3524" y="5864"/>
                    <a:pt x="3520" y="5861"/>
                    <a:pt x="3517" y="5861"/>
                  </a:cubicBezTo>
                  <a:lnTo>
                    <a:pt x="3517" y="5861"/>
                  </a:lnTo>
                  <a:lnTo>
                    <a:pt x="3517" y="5861"/>
                  </a:lnTo>
                  <a:cubicBezTo>
                    <a:pt x="3517" y="5857"/>
                    <a:pt x="3514" y="5854"/>
                    <a:pt x="3507" y="5854"/>
                  </a:cubicBezTo>
                  <a:cubicBezTo>
                    <a:pt x="3507" y="5851"/>
                    <a:pt x="3507" y="5851"/>
                    <a:pt x="3507" y="5851"/>
                  </a:cubicBezTo>
                  <a:lnTo>
                    <a:pt x="3507" y="5851"/>
                  </a:lnTo>
                  <a:lnTo>
                    <a:pt x="3507" y="5851"/>
                  </a:lnTo>
                  <a:cubicBezTo>
                    <a:pt x="3500" y="5844"/>
                    <a:pt x="3493" y="5837"/>
                    <a:pt x="3483" y="5834"/>
                  </a:cubicBezTo>
                  <a:cubicBezTo>
                    <a:pt x="3473" y="5827"/>
                    <a:pt x="3460" y="5820"/>
                    <a:pt x="3450" y="5830"/>
                  </a:cubicBezTo>
                  <a:cubicBezTo>
                    <a:pt x="3443" y="5837"/>
                    <a:pt x="3453" y="5844"/>
                    <a:pt x="3457" y="5851"/>
                  </a:cubicBezTo>
                  <a:cubicBezTo>
                    <a:pt x="3473" y="5861"/>
                    <a:pt x="3443" y="5861"/>
                    <a:pt x="3446" y="5867"/>
                  </a:cubicBezTo>
                  <a:cubicBezTo>
                    <a:pt x="3463" y="5867"/>
                    <a:pt x="3480" y="5867"/>
                    <a:pt x="3493" y="5871"/>
                  </a:cubicBezTo>
                  <a:cubicBezTo>
                    <a:pt x="3493" y="5871"/>
                    <a:pt x="3497" y="5874"/>
                    <a:pt x="3497" y="5877"/>
                  </a:cubicBezTo>
                  <a:lnTo>
                    <a:pt x="3500" y="5877"/>
                  </a:lnTo>
                  <a:cubicBezTo>
                    <a:pt x="3500" y="5881"/>
                    <a:pt x="3504" y="5881"/>
                    <a:pt x="3500" y="5884"/>
                  </a:cubicBezTo>
                  <a:cubicBezTo>
                    <a:pt x="3500" y="5888"/>
                    <a:pt x="3504" y="5891"/>
                    <a:pt x="3504" y="5894"/>
                  </a:cubicBezTo>
                  <a:cubicBezTo>
                    <a:pt x="3507" y="5898"/>
                    <a:pt x="3507" y="5898"/>
                    <a:pt x="3510" y="5901"/>
                  </a:cubicBezTo>
                  <a:cubicBezTo>
                    <a:pt x="3510" y="5904"/>
                    <a:pt x="3510" y="5904"/>
                    <a:pt x="3510" y="5904"/>
                  </a:cubicBezTo>
                  <a:lnTo>
                    <a:pt x="3514" y="5904"/>
                  </a:lnTo>
                  <a:lnTo>
                    <a:pt x="3514" y="5908"/>
                  </a:lnTo>
                  <a:cubicBezTo>
                    <a:pt x="3517" y="5911"/>
                    <a:pt x="3517" y="5911"/>
                    <a:pt x="3524" y="5914"/>
                  </a:cubicBezTo>
                  <a:cubicBezTo>
                    <a:pt x="3550" y="5968"/>
                    <a:pt x="3574" y="5981"/>
                    <a:pt x="3460" y="5988"/>
                  </a:cubicBezTo>
                  <a:cubicBezTo>
                    <a:pt x="3443" y="5988"/>
                    <a:pt x="3423" y="5988"/>
                    <a:pt x="3406" y="5988"/>
                  </a:cubicBezTo>
                  <a:cubicBezTo>
                    <a:pt x="3349" y="5988"/>
                    <a:pt x="3292" y="5988"/>
                    <a:pt x="3238" y="5988"/>
                  </a:cubicBezTo>
                  <a:cubicBezTo>
                    <a:pt x="3161" y="5988"/>
                    <a:pt x="3081" y="5988"/>
                    <a:pt x="3003" y="5991"/>
                  </a:cubicBezTo>
                  <a:cubicBezTo>
                    <a:pt x="3007" y="5988"/>
                    <a:pt x="3007" y="5988"/>
                    <a:pt x="3007" y="5988"/>
                  </a:cubicBezTo>
                  <a:cubicBezTo>
                    <a:pt x="2993" y="5988"/>
                    <a:pt x="2980" y="5988"/>
                    <a:pt x="2966" y="5988"/>
                  </a:cubicBezTo>
                  <a:cubicBezTo>
                    <a:pt x="2956" y="5995"/>
                    <a:pt x="2950" y="5998"/>
                    <a:pt x="2943" y="6005"/>
                  </a:cubicBezTo>
                  <a:cubicBezTo>
                    <a:pt x="2950" y="6008"/>
                    <a:pt x="2956" y="6008"/>
                    <a:pt x="2963" y="6008"/>
                  </a:cubicBezTo>
                  <a:cubicBezTo>
                    <a:pt x="2956" y="6008"/>
                    <a:pt x="2946" y="6012"/>
                    <a:pt x="2940" y="6015"/>
                  </a:cubicBezTo>
                  <a:cubicBezTo>
                    <a:pt x="2899" y="6012"/>
                    <a:pt x="2862" y="6032"/>
                    <a:pt x="2822" y="6022"/>
                  </a:cubicBezTo>
                  <a:cubicBezTo>
                    <a:pt x="2856" y="6035"/>
                    <a:pt x="2933" y="6035"/>
                    <a:pt x="2990" y="6025"/>
                  </a:cubicBezTo>
                  <a:cubicBezTo>
                    <a:pt x="3047" y="6038"/>
                    <a:pt x="3104" y="6032"/>
                    <a:pt x="3161" y="6035"/>
                  </a:cubicBezTo>
                  <a:cubicBezTo>
                    <a:pt x="3245" y="6035"/>
                    <a:pt x="3329" y="6035"/>
                    <a:pt x="3416" y="6035"/>
                  </a:cubicBezTo>
                  <a:cubicBezTo>
                    <a:pt x="3443" y="6035"/>
                    <a:pt x="3470" y="6038"/>
                    <a:pt x="3497" y="6025"/>
                  </a:cubicBezTo>
                  <a:cubicBezTo>
                    <a:pt x="3493" y="6018"/>
                    <a:pt x="3490" y="6012"/>
                    <a:pt x="3483" y="6008"/>
                  </a:cubicBezTo>
                  <a:cubicBezTo>
                    <a:pt x="3500" y="6005"/>
                    <a:pt x="3517" y="6002"/>
                    <a:pt x="3534" y="5998"/>
                  </a:cubicBezTo>
                  <a:cubicBezTo>
                    <a:pt x="3540" y="5995"/>
                    <a:pt x="3554" y="5988"/>
                    <a:pt x="3554" y="6002"/>
                  </a:cubicBezTo>
                  <a:cubicBezTo>
                    <a:pt x="3554" y="6015"/>
                    <a:pt x="3547" y="6028"/>
                    <a:pt x="3547" y="6042"/>
                  </a:cubicBezTo>
                  <a:lnTo>
                    <a:pt x="3547" y="6042"/>
                  </a:lnTo>
                  <a:cubicBezTo>
                    <a:pt x="3524" y="6052"/>
                    <a:pt x="3524" y="6072"/>
                    <a:pt x="3510" y="6085"/>
                  </a:cubicBezTo>
                  <a:cubicBezTo>
                    <a:pt x="3500" y="6099"/>
                    <a:pt x="3500" y="6119"/>
                    <a:pt x="3467" y="6119"/>
                  </a:cubicBezTo>
                  <a:lnTo>
                    <a:pt x="3467" y="6119"/>
                  </a:lnTo>
                  <a:cubicBezTo>
                    <a:pt x="3436" y="6116"/>
                    <a:pt x="3406" y="6116"/>
                    <a:pt x="3376" y="6126"/>
                  </a:cubicBezTo>
                  <a:lnTo>
                    <a:pt x="3376" y="6126"/>
                  </a:lnTo>
                  <a:cubicBezTo>
                    <a:pt x="3302" y="6126"/>
                    <a:pt x="3232" y="6126"/>
                    <a:pt x="3158" y="6129"/>
                  </a:cubicBezTo>
                  <a:cubicBezTo>
                    <a:pt x="3124" y="6126"/>
                    <a:pt x="3090" y="6126"/>
                    <a:pt x="3057" y="6126"/>
                  </a:cubicBezTo>
                  <a:cubicBezTo>
                    <a:pt x="3023" y="6129"/>
                    <a:pt x="2990" y="6129"/>
                    <a:pt x="2956" y="6129"/>
                  </a:cubicBezTo>
                  <a:cubicBezTo>
                    <a:pt x="2846" y="6123"/>
                    <a:pt x="2738" y="6133"/>
                    <a:pt x="2631" y="6139"/>
                  </a:cubicBezTo>
                  <a:lnTo>
                    <a:pt x="2631" y="6139"/>
                  </a:lnTo>
                  <a:lnTo>
                    <a:pt x="2631" y="6139"/>
                  </a:lnTo>
                  <a:cubicBezTo>
                    <a:pt x="2617" y="6139"/>
                    <a:pt x="2600" y="6139"/>
                    <a:pt x="2590" y="6143"/>
                  </a:cubicBezTo>
                  <a:cubicBezTo>
                    <a:pt x="2577" y="6146"/>
                    <a:pt x="2564" y="6146"/>
                    <a:pt x="2554" y="6146"/>
                  </a:cubicBezTo>
                  <a:cubicBezTo>
                    <a:pt x="2540" y="6146"/>
                    <a:pt x="2530" y="6146"/>
                    <a:pt x="2523" y="6152"/>
                  </a:cubicBezTo>
                  <a:cubicBezTo>
                    <a:pt x="2507" y="6149"/>
                    <a:pt x="2490" y="6149"/>
                    <a:pt x="2476" y="6152"/>
                  </a:cubicBezTo>
                  <a:cubicBezTo>
                    <a:pt x="2466" y="6156"/>
                    <a:pt x="2460" y="6156"/>
                    <a:pt x="2450" y="6156"/>
                  </a:cubicBezTo>
                  <a:cubicBezTo>
                    <a:pt x="2389" y="6156"/>
                    <a:pt x="2325" y="6159"/>
                    <a:pt x="2265" y="6170"/>
                  </a:cubicBezTo>
                  <a:lnTo>
                    <a:pt x="2265" y="6170"/>
                  </a:lnTo>
                  <a:cubicBezTo>
                    <a:pt x="2204" y="6170"/>
                    <a:pt x="2144" y="6170"/>
                    <a:pt x="2084" y="6180"/>
                  </a:cubicBezTo>
                  <a:lnTo>
                    <a:pt x="2084" y="6180"/>
                  </a:lnTo>
                  <a:cubicBezTo>
                    <a:pt x="2064" y="6180"/>
                    <a:pt x="2043" y="6183"/>
                    <a:pt x="2023" y="6183"/>
                  </a:cubicBezTo>
                  <a:cubicBezTo>
                    <a:pt x="1980" y="6180"/>
                    <a:pt x="1937" y="6176"/>
                    <a:pt x="1893" y="6190"/>
                  </a:cubicBezTo>
                  <a:lnTo>
                    <a:pt x="1893" y="6190"/>
                  </a:lnTo>
                  <a:cubicBezTo>
                    <a:pt x="1873" y="6186"/>
                    <a:pt x="1853" y="6190"/>
                    <a:pt x="1833" y="6193"/>
                  </a:cubicBezTo>
                  <a:cubicBezTo>
                    <a:pt x="1739" y="6193"/>
                    <a:pt x="1648" y="6206"/>
                    <a:pt x="1554" y="6213"/>
                  </a:cubicBezTo>
                  <a:cubicBezTo>
                    <a:pt x="1517" y="6216"/>
                    <a:pt x="1477" y="6213"/>
                    <a:pt x="1444" y="6227"/>
                  </a:cubicBezTo>
                  <a:cubicBezTo>
                    <a:pt x="1440" y="6227"/>
                    <a:pt x="1437" y="6227"/>
                    <a:pt x="1433" y="6227"/>
                  </a:cubicBezTo>
                  <a:cubicBezTo>
                    <a:pt x="1333" y="6223"/>
                    <a:pt x="1235" y="6240"/>
                    <a:pt x="1135" y="6237"/>
                  </a:cubicBezTo>
                  <a:cubicBezTo>
                    <a:pt x="1125" y="6237"/>
                    <a:pt x="1118" y="6237"/>
                    <a:pt x="1108" y="6237"/>
                  </a:cubicBezTo>
                  <a:cubicBezTo>
                    <a:pt x="1091" y="6240"/>
                    <a:pt x="1071" y="6237"/>
                    <a:pt x="1054" y="6243"/>
                  </a:cubicBezTo>
                  <a:lnTo>
                    <a:pt x="1054" y="6243"/>
                  </a:lnTo>
                  <a:lnTo>
                    <a:pt x="1054" y="6243"/>
                  </a:lnTo>
                  <a:cubicBezTo>
                    <a:pt x="1048" y="6247"/>
                    <a:pt x="1041" y="6247"/>
                    <a:pt x="1031" y="6247"/>
                  </a:cubicBezTo>
                  <a:cubicBezTo>
                    <a:pt x="1001" y="6243"/>
                    <a:pt x="970" y="6247"/>
                    <a:pt x="940" y="6247"/>
                  </a:cubicBezTo>
                  <a:cubicBezTo>
                    <a:pt x="933" y="6247"/>
                    <a:pt x="923" y="6247"/>
                    <a:pt x="916" y="6247"/>
                  </a:cubicBezTo>
                  <a:cubicBezTo>
                    <a:pt x="903" y="6250"/>
                    <a:pt x="886" y="6247"/>
                    <a:pt x="873" y="6253"/>
                  </a:cubicBezTo>
                  <a:cubicBezTo>
                    <a:pt x="853" y="6253"/>
                    <a:pt x="833" y="6257"/>
                    <a:pt x="812" y="6257"/>
                  </a:cubicBezTo>
                  <a:cubicBezTo>
                    <a:pt x="755" y="6260"/>
                    <a:pt x="702" y="6263"/>
                    <a:pt x="645" y="6267"/>
                  </a:cubicBezTo>
                  <a:lnTo>
                    <a:pt x="645" y="6267"/>
                  </a:lnTo>
                  <a:lnTo>
                    <a:pt x="645" y="6267"/>
                  </a:lnTo>
                  <a:cubicBezTo>
                    <a:pt x="598" y="6267"/>
                    <a:pt x="551" y="6267"/>
                    <a:pt x="504" y="6267"/>
                  </a:cubicBezTo>
                  <a:cubicBezTo>
                    <a:pt x="487" y="6277"/>
                    <a:pt x="470" y="6263"/>
                    <a:pt x="453" y="6267"/>
                  </a:cubicBezTo>
                  <a:cubicBezTo>
                    <a:pt x="453" y="6270"/>
                    <a:pt x="453" y="6277"/>
                    <a:pt x="453" y="6280"/>
                  </a:cubicBezTo>
                  <a:cubicBezTo>
                    <a:pt x="467" y="6284"/>
                    <a:pt x="477" y="6284"/>
                    <a:pt x="490" y="6284"/>
                  </a:cubicBezTo>
                  <a:cubicBezTo>
                    <a:pt x="507" y="6290"/>
                    <a:pt x="524" y="6287"/>
                    <a:pt x="541" y="6287"/>
                  </a:cubicBezTo>
                  <a:cubicBezTo>
                    <a:pt x="551" y="6287"/>
                    <a:pt x="558" y="6284"/>
                    <a:pt x="564" y="6284"/>
                  </a:cubicBezTo>
                  <a:cubicBezTo>
                    <a:pt x="567" y="6284"/>
                    <a:pt x="567" y="6284"/>
                    <a:pt x="567" y="6284"/>
                  </a:cubicBezTo>
                  <a:lnTo>
                    <a:pt x="567" y="6284"/>
                  </a:lnTo>
                  <a:lnTo>
                    <a:pt x="567" y="6284"/>
                  </a:lnTo>
                  <a:cubicBezTo>
                    <a:pt x="571" y="6284"/>
                    <a:pt x="577" y="6284"/>
                    <a:pt x="581" y="6284"/>
                  </a:cubicBezTo>
                  <a:cubicBezTo>
                    <a:pt x="591" y="6284"/>
                    <a:pt x="601" y="6284"/>
                    <a:pt x="611" y="6284"/>
                  </a:cubicBezTo>
                  <a:cubicBezTo>
                    <a:pt x="621" y="6284"/>
                    <a:pt x="628" y="6287"/>
                    <a:pt x="635" y="6287"/>
                  </a:cubicBezTo>
                  <a:cubicBezTo>
                    <a:pt x="638" y="6287"/>
                    <a:pt x="641" y="6287"/>
                    <a:pt x="645" y="6284"/>
                  </a:cubicBezTo>
                  <a:lnTo>
                    <a:pt x="645" y="6287"/>
                  </a:lnTo>
                  <a:cubicBezTo>
                    <a:pt x="651" y="6287"/>
                    <a:pt x="655" y="6290"/>
                    <a:pt x="662" y="6290"/>
                  </a:cubicBezTo>
                  <a:cubicBezTo>
                    <a:pt x="658" y="6290"/>
                    <a:pt x="651" y="6290"/>
                    <a:pt x="648" y="6290"/>
                  </a:cubicBezTo>
                  <a:cubicBezTo>
                    <a:pt x="635" y="6290"/>
                    <a:pt x="625" y="6294"/>
                    <a:pt x="618" y="6300"/>
                  </a:cubicBezTo>
                  <a:cubicBezTo>
                    <a:pt x="618" y="6304"/>
                    <a:pt x="618" y="6304"/>
                    <a:pt x="618" y="6304"/>
                  </a:cubicBezTo>
                  <a:cubicBezTo>
                    <a:pt x="618" y="6304"/>
                    <a:pt x="615" y="6304"/>
                    <a:pt x="611" y="6307"/>
                  </a:cubicBezTo>
                  <a:cubicBezTo>
                    <a:pt x="615" y="6304"/>
                    <a:pt x="618" y="6304"/>
                    <a:pt x="618" y="6304"/>
                  </a:cubicBezTo>
                  <a:cubicBezTo>
                    <a:pt x="577" y="6304"/>
                    <a:pt x="537" y="6304"/>
                    <a:pt x="494" y="6300"/>
                  </a:cubicBezTo>
                  <a:cubicBezTo>
                    <a:pt x="470" y="6300"/>
                    <a:pt x="457" y="6310"/>
                    <a:pt x="440" y="6320"/>
                  </a:cubicBezTo>
                  <a:cubicBezTo>
                    <a:pt x="443" y="6344"/>
                    <a:pt x="467" y="6344"/>
                    <a:pt x="487" y="6347"/>
                  </a:cubicBezTo>
                  <a:cubicBezTo>
                    <a:pt x="520" y="6347"/>
                    <a:pt x="551" y="6344"/>
                    <a:pt x="581" y="6337"/>
                  </a:cubicBezTo>
                  <a:cubicBezTo>
                    <a:pt x="601" y="6344"/>
                    <a:pt x="625" y="6337"/>
                    <a:pt x="645" y="6344"/>
                  </a:cubicBezTo>
                  <a:cubicBezTo>
                    <a:pt x="655" y="6344"/>
                    <a:pt x="662" y="6341"/>
                    <a:pt x="672" y="6337"/>
                  </a:cubicBezTo>
                  <a:lnTo>
                    <a:pt x="672" y="6337"/>
                  </a:lnTo>
                  <a:cubicBezTo>
                    <a:pt x="745" y="6344"/>
                    <a:pt x="816" y="6334"/>
                    <a:pt x="890" y="6324"/>
                  </a:cubicBezTo>
                  <a:cubicBezTo>
                    <a:pt x="900" y="6324"/>
                    <a:pt x="910" y="6324"/>
                    <a:pt x="920" y="6320"/>
                  </a:cubicBezTo>
                  <a:cubicBezTo>
                    <a:pt x="923" y="6324"/>
                    <a:pt x="927" y="6320"/>
                    <a:pt x="930" y="6317"/>
                  </a:cubicBezTo>
                  <a:cubicBezTo>
                    <a:pt x="947" y="6317"/>
                    <a:pt x="967" y="6320"/>
                    <a:pt x="984" y="6310"/>
                  </a:cubicBezTo>
                  <a:cubicBezTo>
                    <a:pt x="990" y="6310"/>
                    <a:pt x="997" y="6310"/>
                    <a:pt x="1004" y="6314"/>
                  </a:cubicBezTo>
                  <a:lnTo>
                    <a:pt x="1004" y="6314"/>
                  </a:lnTo>
                  <a:cubicBezTo>
                    <a:pt x="1007" y="6314"/>
                    <a:pt x="1011" y="6314"/>
                    <a:pt x="1014" y="6314"/>
                  </a:cubicBezTo>
                  <a:cubicBezTo>
                    <a:pt x="1017" y="6314"/>
                    <a:pt x="1017" y="6314"/>
                    <a:pt x="1021" y="6310"/>
                  </a:cubicBezTo>
                  <a:cubicBezTo>
                    <a:pt x="1024" y="6310"/>
                    <a:pt x="1027" y="6310"/>
                    <a:pt x="1031" y="6310"/>
                  </a:cubicBezTo>
                  <a:cubicBezTo>
                    <a:pt x="1078" y="6307"/>
                    <a:pt x="1121" y="6314"/>
                    <a:pt x="1168" y="6304"/>
                  </a:cubicBezTo>
                  <a:cubicBezTo>
                    <a:pt x="1172" y="6304"/>
                    <a:pt x="1175" y="6304"/>
                    <a:pt x="1178" y="6304"/>
                  </a:cubicBezTo>
                  <a:cubicBezTo>
                    <a:pt x="1185" y="6304"/>
                    <a:pt x="1192" y="6310"/>
                    <a:pt x="1198" y="6307"/>
                  </a:cubicBezTo>
                  <a:cubicBezTo>
                    <a:pt x="1266" y="6304"/>
                    <a:pt x="1329" y="6304"/>
                    <a:pt x="1393" y="6294"/>
                  </a:cubicBezTo>
                  <a:cubicBezTo>
                    <a:pt x="1400" y="6297"/>
                    <a:pt x="1410" y="6297"/>
                    <a:pt x="1417" y="6294"/>
                  </a:cubicBezTo>
                  <a:cubicBezTo>
                    <a:pt x="1423" y="6297"/>
                    <a:pt x="1427" y="6297"/>
                    <a:pt x="1433" y="6294"/>
                  </a:cubicBezTo>
                  <a:cubicBezTo>
                    <a:pt x="1430" y="6290"/>
                    <a:pt x="1430" y="6290"/>
                    <a:pt x="1430" y="6290"/>
                  </a:cubicBezTo>
                  <a:lnTo>
                    <a:pt x="1430" y="6290"/>
                  </a:lnTo>
                  <a:lnTo>
                    <a:pt x="1433" y="6294"/>
                  </a:lnTo>
                  <a:cubicBezTo>
                    <a:pt x="1491" y="6294"/>
                    <a:pt x="1548" y="6294"/>
                    <a:pt x="1601" y="6284"/>
                  </a:cubicBezTo>
                  <a:cubicBezTo>
                    <a:pt x="1658" y="6284"/>
                    <a:pt x="1715" y="6287"/>
                    <a:pt x="1769" y="6273"/>
                  </a:cubicBezTo>
                  <a:cubicBezTo>
                    <a:pt x="1783" y="6277"/>
                    <a:pt x="1796" y="6277"/>
                    <a:pt x="1806" y="6273"/>
                  </a:cubicBezTo>
                  <a:lnTo>
                    <a:pt x="1806" y="6273"/>
                  </a:lnTo>
                  <a:cubicBezTo>
                    <a:pt x="1836" y="6270"/>
                    <a:pt x="1866" y="6277"/>
                    <a:pt x="1897" y="6267"/>
                  </a:cubicBezTo>
                  <a:lnTo>
                    <a:pt x="1897" y="6267"/>
                  </a:lnTo>
                  <a:cubicBezTo>
                    <a:pt x="1907" y="6267"/>
                    <a:pt x="1913" y="6263"/>
                    <a:pt x="1923" y="6263"/>
                  </a:cubicBezTo>
                  <a:cubicBezTo>
                    <a:pt x="1960" y="6260"/>
                    <a:pt x="2000" y="6267"/>
                    <a:pt x="2036" y="6257"/>
                  </a:cubicBezTo>
                  <a:lnTo>
                    <a:pt x="2036" y="6257"/>
                  </a:lnTo>
                  <a:lnTo>
                    <a:pt x="2036" y="6257"/>
                  </a:lnTo>
                  <a:cubicBezTo>
                    <a:pt x="2124" y="6253"/>
                    <a:pt x="2208" y="6250"/>
                    <a:pt x="2295" y="6247"/>
                  </a:cubicBezTo>
                  <a:cubicBezTo>
                    <a:pt x="2386" y="6250"/>
                    <a:pt x="2480" y="6243"/>
                    <a:pt x="2570" y="6230"/>
                  </a:cubicBezTo>
                  <a:lnTo>
                    <a:pt x="2570" y="6230"/>
                  </a:lnTo>
                  <a:cubicBezTo>
                    <a:pt x="2704" y="6227"/>
                    <a:pt x="2839" y="6230"/>
                    <a:pt x="2973" y="6220"/>
                  </a:cubicBezTo>
                  <a:cubicBezTo>
                    <a:pt x="3064" y="6213"/>
                    <a:pt x="3158" y="6210"/>
                    <a:pt x="3248" y="6206"/>
                  </a:cubicBezTo>
                  <a:cubicBezTo>
                    <a:pt x="3258" y="6206"/>
                    <a:pt x="3268" y="6206"/>
                    <a:pt x="3279" y="6200"/>
                  </a:cubicBezTo>
                  <a:lnTo>
                    <a:pt x="3279" y="6200"/>
                  </a:lnTo>
                  <a:lnTo>
                    <a:pt x="3279" y="6200"/>
                  </a:lnTo>
                  <a:lnTo>
                    <a:pt x="3279" y="6200"/>
                  </a:lnTo>
                  <a:lnTo>
                    <a:pt x="3275" y="6200"/>
                  </a:lnTo>
                  <a:cubicBezTo>
                    <a:pt x="3312" y="6196"/>
                    <a:pt x="3352" y="6203"/>
                    <a:pt x="3386" y="6193"/>
                  </a:cubicBezTo>
                  <a:cubicBezTo>
                    <a:pt x="3393" y="6196"/>
                    <a:pt x="3400" y="6193"/>
                    <a:pt x="3406" y="6193"/>
                  </a:cubicBezTo>
                  <a:cubicBezTo>
                    <a:pt x="3429" y="6193"/>
                    <a:pt x="3457" y="6193"/>
                    <a:pt x="3483" y="6190"/>
                  </a:cubicBezTo>
                  <a:cubicBezTo>
                    <a:pt x="3534" y="6193"/>
                    <a:pt x="3574" y="6176"/>
                    <a:pt x="3614" y="6156"/>
                  </a:cubicBezTo>
                  <a:cubicBezTo>
                    <a:pt x="3675" y="6136"/>
                    <a:pt x="3678" y="6092"/>
                    <a:pt x="3691" y="6055"/>
                  </a:cubicBezTo>
                  <a:cubicBezTo>
                    <a:pt x="3715" y="5981"/>
                    <a:pt x="3728" y="5908"/>
                    <a:pt x="3718" y="5834"/>
                  </a:cubicBezTo>
                  <a:cubicBezTo>
                    <a:pt x="3715" y="5800"/>
                    <a:pt x="3685" y="5777"/>
                    <a:pt x="3665" y="5750"/>
                  </a:cubicBezTo>
                  <a:lnTo>
                    <a:pt x="3665" y="5750"/>
                  </a:lnTo>
                  <a:cubicBezTo>
                    <a:pt x="3668" y="5743"/>
                    <a:pt x="3671" y="5736"/>
                    <a:pt x="3678" y="5733"/>
                  </a:cubicBezTo>
                  <a:cubicBezTo>
                    <a:pt x="3705" y="5733"/>
                    <a:pt x="3732" y="5733"/>
                    <a:pt x="3755" y="5723"/>
                  </a:cubicBezTo>
                  <a:cubicBezTo>
                    <a:pt x="3782" y="5720"/>
                    <a:pt x="3809" y="5723"/>
                    <a:pt x="3832" y="5713"/>
                  </a:cubicBezTo>
                  <a:lnTo>
                    <a:pt x="3832" y="5713"/>
                  </a:lnTo>
                  <a:lnTo>
                    <a:pt x="3832" y="5713"/>
                  </a:lnTo>
                  <a:cubicBezTo>
                    <a:pt x="3896" y="5709"/>
                    <a:pt x="3957" y="5709"/>
                    <a:pt x="4017" y="5703"/>
                  </a:cubicBezTo>
                  <a:cubicBezTo>
                    <a:pt x="4057" y="5703"/>
                    <a:pt x="4097" y="5699"/>
                    <a:pt x="4131" y="5676"/>
                  </a:cubicBezTo>
                  <a:lnTo>
                    <a:pt x="4131" y="5676"/>
                  </a:lnTo>
                  <a:lnTo>
                    <a:pt x="4131" y="5676"/>
                  </a:lnTo>
                  <a:cubicBezTo>
                    <a:pt x="4135" y="5679"/>
                    <a:pt x="4138" y="5676"/>
                    <a:pt x="4141" y="5676"/>
                  </a:cubicBezTo>
                  <a:cubicBezTo>
                    <a:pt x="4171" y="5676"/>
                    <a:pt x="4202" y="5673"/>
                    <a:pt x="4222" y="5649"/>
                  </a:cubicBezTo>
                  <a:cubicBezTo>
                    <a:pt x="4239" y="5649"/>
                    <a:pt x="4249" y="5642"/>
                    <a:pt x="4259" y="5632"/>
                  </a:cubicBezTo>
                  <a:cubicBezTo>
                    <a:pt x="4319" y="5622"/>
                    <a:pt x="4332" y="5582"/>
                    <a:pt x="4349" y="5548"/>
                  </a:cubicBezTo>
                  <a:lnTo>
                    <a:pt x="4349" y="5548"/>
                  </a:lnTo>
                  <a:cubicBezTo>
                    <a:pt x="4369" y="5512"/>
                    <a:pt x="4373" y="5474"/>
                    <a:pt x="4369" y="5438"/>
                  </a:cubicBezTo>
                  <a:cubicBezTo>
                    <a:pt x="4363" y="5374"/>
                    <a:pt x="4339" y="5317"/>
                    <a:pt x="4299" y="5260"/>
                  </a:cubicBezTo>
                  <a:lnTo>
                    <a:pt x="4299" y="5260"/>
                  </a:lnTo>
                  <a:lnTo>
                    <a:pt x="4299" y="5260"/>
                  </a:lnTo>
                  <a:cubicBezTo>
                    <a:pt x="4299" y="5236"/>
                    <a:pt x="4272" y="5223"/>
                    <a:pt x="4259" y="5206"/>
                  </a:cubicBezTo>
                  <a:cubicBezTo>
                    <a:pt x="4255" y="5186"/>
                    <a:pt x="4239" y="5169"/>
                    <a:pt x="4222" y="5152"/>
                  </a:cubicBezTo>
                  <a:cubicBezTo>
                    <a:pt x="4182" y="5116"/>
                    <a:pt x="4141" y="5078"/>
                    <a:pt x="4101" y="5042"/>
                  </a:cubicBezTo>
                  <a:cubicBezTo>
                    <a:pt x="4101" y="5035"/>
                    <a:pt x="4097" y="5031"/>
                    <a:pt x="4091" y="5031"/>
                  </a:cubicBezTo>
                  <a:lnTo>
                    <a:pt x="4091" y="5031"/>
                  </a:lnTo>
                  <a:lnTo>
                    <a:pt x="4091" y="5031"/>
                  </a:lnTo>
                  <a:cubicBezTo>
                    <a:pt x="4081" y="5008"/>
                    <a:pt x="4061" y="4991"/>
                    <a:pt x="4037" y="4978"/>
                  </a:cubicBezTo>
                  <a:cubicBezTo>
                    <a:pt x="4037" y="4978"/>
                    <a:pt x="4034" y="4978"/>
                    <a:pt x="4034" y="4981"/>
                  </a:cubicBezTo>
                  <a:lnTo>
                    <a:pt x="4034" y="4981"/>
                  </a:lnTo>
                  <a:cubicBezTo>
                    <a:pt x="4037" y="4978"/>
                    <a:pt x="4037" y="4978"/>
                    <a:pt x="4037" y="4978"/>
                  </a:cubicBezTo>
                  <a:cubicBezTo>
                    <a:pt x="4034" y="4961"/>
                    <a:pt x="4014" y="4958"/>
                    <a:pt x="4000" y="4948"/>
                  </a:cubicBezTo>
                  <a:lnTo>
                    <a:pt x="4000" y="4948"/>
                  </a:lnTo>
                  <a:cubicBezTo>
                    <a:pt x="3967" y="4897"/>
                    <a:pt x="3903" y="4864"/>
                    <a:pt x="3859" y="4820"/>
                  </a:cubicBezTo>
                  <a:lnTo>
                    <a:pt x="3859" y="4820"/>
                  </a:lnTo>
                  <a:lnTo>
                    <a:pt x="3859" y="4820"/>
                  </a:lnTo>
                  <a:cubicBezTo>
                    <a:pt x="3856" y="4806"/>
                    <a:pt x="3846" y="4796"/>
                    <a:pt x="3832" y="4793"/>
                  </a:cubicBezTo>
                  <a:cubicBezTo>
                    <a:pt x="3789" y="4733"/>
                    <a:pt x="3732" y="4679"/>
                    <a:pt x="3678" y="4625"/>
                  </a:cubicBezTo>
                  <a:cubicBezTo>
                    <a:pt x="3651" y="4599"/>
                    <a:pt x="3634" y="4568"/>
                    <a:pt x="3601" y="4545"/>
                  </a:cubicBezTo>
                  <a:lnTo>
                    <a:pt x="3601" y="4545"/>
                  </a:lnTo>
                  <a:cubicBezTo>
                    <a:pt x="3601" y="4538"/>
                    <a:pt x="3594" y="4535"/>
                    <a:pt x="3587" y="4535"/>
                  </a:cubicBezTo>
                  <a:cubicBezTo>
                    <a:pt x="3581" y="4511"/>
                    <a:pt x="3557" y="4495"/>
                    <a:pt x="3534" y="4481"/>
                  </a:cubicBezTo>
                  <a:cubicBezTo>
                    <a:pt x="3520" y="4461"/>
                    <a:pt x="3507" y="4441"/>
                    <a:pt x="3487" y="4424"/>
                  </a:cubicBezTo>
                  <a:lnTo>
                    <a:pt x="3487" y="4424"/>
                  </a:lnTo>
                  <a:cubicBezTo>
                    <a:pt x="3467" y="4394"/>
                    <a:pt x="3446" y="4363"/>
                    <a:pt x="3406" y="4340"/>
                  </a:cubicBezTo>
                  <a:cubicBezTo>
                    <a:pt x="3403" y="4320"/>
                    <a:pt x="3389" y="4303"/>
                    <a:pt x="3366" y="4286"/>
                  </a:cubicBezTo>
                  <a:lnTo>
                    <a:pt x="3366" y="4286"/>
                  </a:lnTo>
                  <a:cubicBezTo>
                    <a:pt x="3325" y="4239"/>
                    <a:pt x="3285" y="4192"/>
                    <a:pt x="3258" y="4138"/>
                  </a:cubicBezTo>
                  <a:cubicBezTo>
                    <a:pt x="3245" y="4102"/>
                    <a:pt x="3242" y="4105"/>
                    <a:pt x="3295" y="4092"/>
                  </a:cubicBezTo>
                  <a:cubicBezTo>
                    <a:pt x="3336" y="4085"/>
                    <a:pt x="3383" y="4085"/>
                    <a:pt x="3423" y="4068"/>
                  </a:cubicBezTo>
                  <a:lnTo>
                    <a:pt x="3423" y="4068"/>
                  </a:lnTo>
                  <a:lnTo>
                    <a:pt x="3423" y="4068"/>
                  </a:lnTo>
                  <a:cubicBezTo>
                    <a:pt x="3493" y="4065"/>
                    <a:pt x="3567" y="4075"/>
                    <a:pt x="3638" y="4058"/>
                  </a:cubicBezTo>
                  <a:cubicBezTo>
                    <a:pt x="3644" y="4058"/>
                    <a:pt x="3651" y="4058"/>
                    <a:pt x="3661" y="4058"/>
                  </a:cubicBezTo>
                  <a:lnTo>
                    <a:pt x="3661" y="4058"/>
                  </a:lnTo>
                  <a:cubicBezTo>
                    <a:pt x="3675" y="4065"/>
                    <a:pt x="3691" y="4065"/>
                    <a:pt x="3708" y="4065"/>
                  </a:cubicBezTo>
                  <a:cubicBezTo>
                    <a:pt x="3772" y="4058"/>
                    <a:pt x="3832" y="4058"/>
                    <a:pt x="3893" y="4048"/>
                  </a:cubicBezTo>
                  <a:cubicBezTo>
                    <a:pt x="3900" y="4055"/>
                    <a:pt x="3903" y="4055"/>
                    <a:pt x="3910" y="4048"/>
                  </a:cubicBezTo>
                  <a:cubicBezTo>
                    <a:pt x="3943" y="4045"/>
                    <a:pt x="3977" y="4045"/>
                    <a:pt x="4010" y="4041"/>
                  </a:cubicBezTo>
                  <a:cubicBezTo>
                    <a:pt x="4034" y="4041"/>
                    <a:pt x="4054" y="4041"/>
                    <a:pt x="4077" y="4041"/>
                  </a:cubicBezTo>
                  <a:cubicBezTo>
                    <a:pt x="4118" y="4038"/>
                    <a:pt x="4131" y="4031"/>
                    <a:pt x="4141" y="4001"/>
                  </a:cubicBezTo>
                  <a:cubicBezTo>
                    <a:pt x="4148" y="3974"/>
                    <a:pt x="4148" y="3951"/>
                    <a:pt x="4138" y="3924"/>
                  </a:cubicBezTo>
                  <a:cubicBezTo>
                    <a:pt x="4128" y="3897"/>
                    <a:pt x="4114" y="3874"/>
                    <a:pt x="4101" y="3847"/>
                  </a:cubicBezTo>
                  <a:lnTo>
                    <a:pt x="4101" y="3847"/>
                  </a:lnTo>
                  <a:lnTo>
                    <a:pt x="4101" y="3847"/>
                  </a:lnTo>
                  <a:cubicBezTo>
                    <a:pt x="4101" y="3837"/>
                    <a:pt x="4104" y="3823"/>
                    <a:pt x="4101" y="3813"/>
                  </a:cubicBezTo>
                  <a:cubicBezTo>
                    <a:pt x="4077" y="3756"/>
                    <a:pt x="4050" y="3699"/>
                    <a:pt x="4027" y="3638"/>
                  </a:cubicBezTo>
                  <a:cubicBezTo>
                    <a:pt x="4024" y="3595"/>
                    <a:pt x="4007" y="3551"/>
                    <a:pt x="3973" y="3511"/>
                  </a:cubicBezTo>
                  <a:cubicBezTo>
                    <a:pt x="3977" y="3481"/>
                    <a:pt x="3977" y="3447"/>
                    <a:pt x="3963" y="3413"/>
                  </a:cubicBezTo>
                  <a:cubicBezTo>
                    <a:pt x="3953" y="3393"/>
                    <a:pt x="3940" y="3380"/>
                    <a:pt x="3910" y="3377"/>
                  </a:cubicBezTo>
                  <a:lnTo>
                    <a:pt x="3910" y="3377"/>
                  </a:lnTo>
                  <a:lnTo>
                    <a:pt x="3910" y="3377"/>
                  </a:lnTo>
                  <a:lnTo>
                    <a:pt x="3910" y="3377"/>
                  </a:lnTo>
                  <a:cubicBezTo>
                    <a:pt x="3900" y="3363"/>
                    <a:pt x="3883" y="3356"/>
                    <a:pt x="3869" y="3350"/>
                  </a:cubicBezTo>
                  <a:cubicBezTo>
                    <a:pt x="3856" y="3333"/>
                    <a:pt x="3829" y="3323"/>
                    <a:pt x="3806" y="3313"/>
                  </a:cubicBezTo>
                  <a:cubicBezTo>
                    <a:pt x="3802" y="3306"/>
                    <a:pt x="3799" y="3303"/>
                    <a:pt x="3792" y="3303"/>
                  </a:cubicBezTo>
                  <a:lnTo>
                    <a:pt x="3792" y="3303"/>
                  </a:lnTo>
                  <a:cubicBezTo>
                    <a:pt x="3782" y="3293"/>
                    <a:pt x="3768" y="3289"/>
                    <a:pt x="3755" y="3283"/>
                  </a:cubicBezTo>
                  <a:cubicBezTo>
                    <a:pt x="3752" y="3286"/>
                    <a:pt x="3752" y="3286"/>
                    <a:pt x="3752" y="3286"/>
                  </a:cubicBezTo>
                  <a:lnTo>
                    <a:pt x="3752" y="3286"/>
                  </a:lnTo>
                  <a:lnTo>
                    <a:pt x="3752" y="3286"/>
                  </a:lnTo>
                  <a:cubicBezTo>
                    <a:pt x="3755" y="3283"/>
                    <a:pt x="3755" y="3283"/>
                    <a:pt x="3755" y="3283"/>
                  </a:cubicBezTo>
                  <a:cubicBezTo>
                    <a:pt x="3752" y="3279"/>
                    <a:pt x="3745" y="3276"/>
                    <a:pt x="3742" y="3273"/>
                  </a:cubicBezTo>
                  <a:cubicBezTo>
                    <a:pt x="3742" y="3273"/>
                    <a:pt x="3738" y="3276"/>
                    <a:pt x="3738" y="3279"/>
                  </a:cubicBezTo>
                  <a:lnTo>
                    <a:pt x="3738" y="3279"/>
                  </a:lnTo>
                  <a:cubicBezTo>
                    <a:pt x="3738" y="3276"/>
                    <a:pt x="3738" y="3276"/>
                    <a:pt x="3738" y="3276"/>
                  </a:cubicBezTo>
                  <a:cubicBezTo>
                    <a:pt x="3738" y="3276"/>
                    <a:pt x="3742" y="3276"/>
                    <a:pt x="3742" y="3273"/>
                  </a:cubicBezTo>
                  <a:cubicBezTo>
                    <a:pt x="3742" y="3269"/>
                    <a:pt x="3738" y="3266"/>
                    <a:pt x="3732" y="3266"/>
                  </a:cubicBezTo>
                  <a:cubicBezTo>
                    <a:pt x="3728" y="3266"/>
                    <a:pt x="3728" y="3266"/>
                    <a:pt x="3725" y="3269"/>
                  </a:cubicBezTo>
                  <a:lnTo>
                    <a:pt x="3725" y="3269"/>
                  </a:lnTo>
                  <a:cubicBezTo>
                    <a:pt x="3728" y="3266"/>
                    <a:pt x="3728" y="3266"/>
                    <a:pt x="3732" y="3266"/>
                  </a:cubicBezTo>
                  <a:cubicBezTo>
                    <a:pt x="3728" y="3259"/>
                    <a:pt x="3725" y="3256"/>
                    <a:pt x="3718" y="3256"/>
                  </a:cubicBezTo>
                  <a:lnTo>
                    <a:pt x="3718" y="3256"/>
                  </a:lnTo>
                  <a:cubicBezTo>
                    <a:pt x="3711" y="3242"/>
                    <a:pt x="3695" y="3239"/>
                    <a:pt x="3678" y="3239"/>
                  </a:cubicBezTo>
                  <a:lnTo>
                    <a:pt x="3678" y="3239"/>
                  </a:lnTo>
                  <a:lnTo>
                    <a:pt x="3678" y="3239"/>
                  </a:lnTo>
                  <a:cubicBezTo>
                    <a:pt x="3675" y="3222"/>
                    <a:pt x="3661" y="3212"/>
                    <a:pt x="3638" y="3209"/>
                  </a:cubicBezTo>
                  <a:cubicBezTo>
                    <a:pt x="3638" y="3195"/>
                    <a:pt x="3618" y="3189"/>
                    <a:pt x="3607" y="3175"/>
                  </a:cubicBezTo>
                  <a:cubicBezTo>
                    <a:pt x="3577" y="3165"/>
                    <a:pt x="3557" y="3138"/>
                    <a:pt x="3520" y="3131"/>
                  </a:cubicBezTo>
                  <a:cubicBezTo>
                    <a:pt x="3504" y="3128"/>
                    <a:pt x="3507" y="3118"/>
                    <a:pt x="3507" y="3111"/>
                  </a:cubicBezTo>
                  <a:cubicBezTo>
                    <a:pt x="3510" y="3088"/>
                    <a:pt x="3514" y="3064"/>
                    <a:pt x="3520" y="3041"/>
                  </a:cubicBezTo>
                  <a:cubicBezTo>
                    <a:pt x="3540" y="2981"/>
                    <a:pt x="3510" y="2924"/>
                    <a:pt x="3470" y="2870"/>
                  </a:cubicBezTo>
                  <a:lnTo>
                    <a:pt x="3470" y="2870"/>
                  </a:lnTo>
                  <a:cubicBezTo>
                    <a:pt x="3463" y="2849"/>
                    <a:pt x="3453" y="2830"/>
                    <a:pt x="3433" y="2813"/>
                  </a:cubicBezTo>
                  <a:cubicBezTo>
                    <a:pt x="3433" y="2789"/>
                    <a:pt x="3413" y="2772"/>
                    <a:pt x="3393" y="2752"/>
                  </a:cubicBezTo>
                  <a:lnTo>
                    <a:pt x="3393" y="2752"/>
                  </a:lnTo>
                  <a:lnTo>
                    <a:pt x="3393" y="2752"/>
                  </a:lnTo>
                  <a:cubicBezTo>
                    <a:pt x="3379" y="2715"/>
                    <a:pt x="3346" y="2688"/>
                    <a:pt x="3315" y="2658"/>
                  </a:cubicBezTo>
                  <a:cubicBezTo>
                    <a:pt x="3315" y="2655"/>
                    <a:pt x="3315" y="2652"/>
                    <a:pt x="3312" y="2652"/>
                  </a:cubicBezTo>
                  <a:cubicBezTo>
                    <a:pt x="3315" y="2635"/>
                    <a:pt x="3332" y="2635"/>
                    <a:pt x="3349" y="2631"/>
                  </a:cubicBezTo>
                  <a:cubicBezTo>
                    <a:pt x="3460" y="2621"/>
                    <a:pt x="3567" y="2608"/>
                    <a:pt x="3678" y="2605"/>
                  </a:cubicBezTo>
                  <a:cubicBezTo>
                    <a:pt x="3701" y="2605"/>
                    <a:pt x="3718" y="2598"/>
                    <a:pt x="3742" y="2595"/>
                  </a:cubicBezTo>
                  <a:cubicBezTo>
                    <a:pt x="3812" y="2598"/>
                    <a:pt x="3886" y="2601"/>
                    <a:pt x="3960" y="2605"/>
                  </a:cubicBezTo>
                  <a:lnTo>
                    <a:pt x="3960" y="2605"/>
                  </a:lnTo>
                  <a:cubicBezTo>
                    <a:pt x="3973" y="2608"/>
                    <a:pt x="3983" y="2615"/>
                    <a:pt x="3997" y="2611"/>
                  </a:cubicBezTo>
                  <a:cubicBezTo>
                    <a:pt x="4071" y="2621"/>
                    <a:pt x="4087" y="2615"/>
                    <a:pt x="4087" y="2561"/>
                  </a:cubicBezTo>
                  <a:cubicBezTo>
                    <a:pt x="4087" y="2538"/>
                    <a:pt x="4087" y="2510"/>
                    <a:pt x="4091" y="2484"/>
                  </a:cubicBezTo>
                  <a:cubicBezTo>
                    <a:pt x="4094" y="2386"/>
                    <a:pt x="4097" y="2289"/>
                    <a:pt x="4097" y="2192"/>
                  </a:cubicBezTo>
                  <a:cubicBezTo>
                    <a:pt x="4097" y="2148"/>
                    <a:pt x="4104" y="2101"/>
                    <a:pt x="4111" y="2057"/>
                  </a:cubicBezTo>
                  <a:cubicBezTo>
                    <a:pt x="4118" y="2027"/>
                    <a:pt x="4107" y="2000"/>
                    <a:pt x="4097" y="1974"/>
                  </a:cubicBezTo>
                  <a:cubicBezTo>
                    <a:pt x="4094" y="1963"/>
                    <a:pt x="4081" y="1953"/>
                    <a:pt x="4064" y="1950"/>
                  </a:cubicBezTo>
                  <a:lnTo>
                    <a:pt x="4064" y="1950"/>
                  </a:lnTo>
                  <a:lnTo>
                    <a:pt x="4064" y="1950"/>
                  </a:lnTo>
                  <a:cubicBezTo>
                    <a:pt x="4017" y="1896"/>
                    <a:pt x="3957" y="1856"/>
                    <a:pt x="3903" y="1806"/>
                  </a:cubicBezTo>
                  <a:cubicBezTo>
                    <a:pt x="3889" y="1796"/>
                    <a:pt x="3876" y="1789"/>
                    <a:pt x="3896" y="1779"/>
                  </a:cubicBezTo>
                  <a:cubicBezTo>
                    <a:pt x="3926" y="1779"/>
                    <a:pt x="3957" y="1775"/>
                    <a:pt x="3983" y="1775"/>
                  </a:cubicBezTo>
                  <a:cubicBezTo>
                    <a:pt x="3997" y="1769"/>
                    <a:pt x="4014" y="1775"/>
                    <a:pt x="4024" y="1769"/>
                  </a:cubicBezTo>
                  <a:lnTo>
                    <a:pt x="4024" y="1769"/>
                  </a:lnTo>
                  <a:cubicBezTo>
                    <a:pt x="4034" y="1759"/>
                    <a:pt x="4050" y="1765"/>
                    <a:pt x="4064" y="1759"/>
                  </a:cubicBezTo>
                  <a:moveTo>
                    <a:pt x="2047" y="37"/>
                  </a:moveTo>
                  <a:lnTo>
                    <a:pt x="2047" y="37"/>
                  </a:lnTo>
                  <a:cubicBezTo>
                    <a:pt x="2043" y="37"/>
                    <a:pt x="2043" y="33"/>
                    <a:pt x="2043" y="33"/>
                  </a:cubicBezTo>
                  <a:lnTo>
                    <a:pt x="2043" y="33"/>
                  </a:lnTo>
                  <a:cubicBezTo>
                    <a:pt x="2043" y="33"/>
                    <a:pt x="2043" y="37"/>
                    <a:pt x="2047" y="37"/>
                  </a:cubicBezTo>
                  <a:moveTo>
                    <a:pt x="1729" y="30"/>
                  </a:moveTo>
                  <a:lnTo>
                    <a:pt x="1729" y="30"/>
                  </a:lnTo>
                  <a:lnTo>
                    <a:pt x="1729" y="30"/>
                  </a:lnTo>
                  <a:lnTo>
                    <a:pt x="1732" y="30"/>
                  </a:lnTo>
                  <a:cubicBezTo>
                    <a:pt x="1729" y="30"/>
                    <a:pt x="1729" y="30"/>
                    <a:pt x="1729" y="30"/>
                  </a:cubicBezTo>
                  <a:moveTo>
                    <a:pt x="2282" y="47"/>
                  </a:moveTo>
                  <a:lnTo>
                    <a:pt x="2282" y="47"/>
                  </a:lnTo>
                  <a:moveTo>
                    <a:pt x="2694" y="60"/>
                  </a:moveTo>
                  <a:lnTo>
                    <a:pt x="2694" y="60"/>
                  </a:lnTo>
                  <a:cubicBezTo>
                    <a:pt x="2694" y="64"/>
                    <a:pt x="2694" y="64"/>
                    <a:pt x="2694" y="64"/>
                  </a:cubicBezTo>
                  <a:lnTo>
                    <a:pt x="2694" y="60"/>
                  </a:lnTo>
                  <a:moveTo>
                    <a:pt x="1789" y="255"/>
                  </a:moveTo>
                  <a:lnTo>
                    <a:pt x="1789" y="255"/>
                  </a:lnTo>
                  <a:lnTo>
                    <a:pt x="1786" y="255"/>
                  </a:lnTo>
                  <a:cubicBezTo>
                    <a:pt x="1789" y="255"/>
                    <a:pt x="1789" y="255"/>
                    <a:pt x="1789" y="255"/>
                  </a:cubicBezTo>
                  <a:moveTo>
                    <a:pt x="3339" y="242"/>
                  </a:moveTo>
                  <a:lnTo>
                    <a:pt x="3339" y="242"/>
                  </a:lnTo>
                  <a:moveTo>
                    <a:pt x="3742" y="1228"/>
                  </a:moveTo>
                  <a:lnTo>
                    <a:pt x="3742" y="1228"/>
                  </a:lnTo>
                  <a:cubicBezTo>
                    <a:pt x="3738" y="1228"/>
                    <a:pt x="3738" y="1228"/>
                    <a:pt x="3738" y="1228"/>
                  </a:cubicBezTo>
                  <a:cubicBezTo>
                    <a:pt x="3742" y="1228"/>
                    <a:pt x="3742" y="1228"/>
                    <a:pt x="3745" y="1228"/>
                  </a:cubicBezTo>
                  <a:cubicBezTo>
                    <a:pt x="3742" y="1228"/>
                    <a:pt x="3742" y="1228"/>
                    <a:pt x="3742" y="1228"/>
                  </a:cubicBezTo>
                  <a:moveTo>
                    <a:pt x="2554" y="1238"/>
                  </a:moveTo>
                  <a:lnTo>
                    <a:pt x="2554" y="1238"/>
                  </a:lnTo>
                  <a:lnTo>
                    <a:pt x="2554" y="1238"/>
                  </a:lnTo>
                  <a:lnTo>
                    <a:pt x="2554" y="1242"/>
                  </a:lnTo>
                  <a:lnTo>
                    <a:pt x="2554" y="1238"/>
                  </a:lnTo>
                  <a:moveTo>
                    <a:pt x="2698" y="1279"/>
                  </a:moveTo>
                  <a:lnTo>
                    <a:pt x="2698" y="1279"/>
                  </a:lnTo>
                  <a:lnTo>
                    <a:pt x="2694" y="1279"/>
                  </a:lnTo>
                  <a:cubicBezTo>
                    <a:pt x="2698" y="1279"/>
                    <a:pt x="2698" y="1279"/>
                    <a:pt x="2698" y="1279"/>
                  </a:cubicBezTo>
                  <a:moveTo>
                    <a:pt x="2879" y="1252"/>
                  </a:moveTo>
                  <a:lnTo>
                    <a:pt x="2879" y="1252"/>
                  </a:lnTo>
                  <a:lnTo>
                    <a:pt x="2879" y="1252"/>
                  </a:lnTo>
                  <a:cubicBezTo>
                    <a:pt x="2876" y="1252"/>
                    <a:pt x="2876" y="1252"/>
                    <a:pt x="2876" y="1252"/>
                  </a:cubicBezTo>
                  <a:lnTo>
                    <a:pt x="2879" y="1252"/>
                  </a:lnTo>
                  <a:moveTo>
                    <a:pt x="4071" y="1561"/>
                  </a:moveTo>
                  <a:lnTo>
                    <a:pt x="4071" y="1561"/>
                  </a:lnTo>
                  <a:cubicBezTo>
                    <a:pt x="4071" y="1557"/>
                    <a:pt x="4074" y="1557"/>
                    <a:pt x="4074" y="1554"/>
                  </a:cubicBezTo>
                  <a:cubicBezTo>
                    <a:pt x="4074" y="1557"/>
                    <a:pt x="4071" y="1557"/>
                    <a:pt x="4071" y="1561"/>
                  </a:cubicBezTo>
                  <a:moveTo>
                    <a:pt x="3916" y="1692"/>
                  </a:moveTo>
                  <a:lnTo>
                    <a:pt x="3916" y="1692"/>
                  </a:lnTo>
                  <a:lnTo>
                    <a:pt x="3916" y="1692"/>
                  </a:lnTo>
                  <a:cubicBezTo>
                    <a:pt x="3913" y="1692"/>
                    <a:pt x="3913" y="1692"/>
                    <a:pt x="3910" y="1695"/>
                  </a:cubicBezTo>
                  <a:cubicBezTo>
                    <a:pt x="3910" y="1692"/>
                    <a:pt x="3910" y="1692"/>
                    <a:pt x="3916" y="1692"/>
                  </a:cubicBezTo>
                  <a:moveTo>
                    <a:pt x="373" y="2007"/>
                  </a:moveTo>
                  <a:lnTo>
                    <a:pt x="373" y="2007"/>
                  </a:lnTo>
                  <a:lnTo>
                    <a:pt x="373" y="2007"/>
                  </a:lnTo>
                  <a:lnTo>
                    <a:pt x="373" y="2004"/>
                  </a:lnTo>
                  <a:cubicBezTo>
                    <a:pt x="373" y="2007"/>
                    <a:pt x="373" y="2007"/>
                    <a:pt x="373" y="2007"/>
                  </a:cubicBezTo>
                  <a:moveTo>
                    <a:pt x="631" y="2000"/>
                  </a:moveTo>
                  <a:lnTo>
                    <a:pt x="631" y="2000"/>
                  </a:lnTo>
                  <a:cubicBezTo>
                    <a:pt x="635" y="1997"/>
                    <a:pt x="638" y="1994"/>
                    <a:pt x="641" y="1990"/>
                  </a:cubicBezTo>
                  <a:cubicBezTo>
                    <a:pt x="645" y="1994"/>
                    <a:pt x="648" y="1994"/>
                    <a:pt x="651" y="1997"/>
                  </a:cubicBezTo>
                  <a:cubicBezTo>
                    <a:pt x="655" y="1997"/>
                    <a:pt x="655" y="1997"/>
                    <a:pt x="658" y="1997"/>
                  </a:cubicBezTo>
                  <a:cubicBezTo>
                    <a:pt x="648" y="1997"/>
                    <a:pt x="641" y="1997"/>
                    <a:pt x="631" y="2000"/>
                  </a:cubicBezTo>
                  <a:moveTo>
                    <a:pt x="1759" y="1977"/>
                  </a:moveTo>
                  <a:lnTo>
                    <a:pt x="1759" y="1977"/>
                  </a:lnTo>
                  <a:cubicBezTo>
                    <a:pt x="1756" y="1974"/>
                    <a:pt x="1749" y="1970"/>
                    <a:pt x="1742" y="1970"/>
                  </a:cubicBezTo>
                  <a:cubicBezTo>
                    <a:pt x="1752" y="1970"/>
                    <a:pt x="1759" y="1970"/>
                    <a:pt x="1769" y="1970"/>
                  </a:cubicBezTo>
                  <a:cubicBezTo>
                    <a:pt x="1766" y="1970"/>
                    <a:pt x="1766" y="1974"/>
                    <a:pt x="1762" y="1974"/>
                  </a:cubicBezTo>
                  <a:cubicBezTo>
                    <a:pt x="1762" y="1974"/>
                    <a:pt x="1762" y="1977"/>
                    <a:pt x="1759" y="1977"/>
                  </a:cubicBezTo>
                  <a:moveTo>
                    <a:pt x="1276" y="1933"/>
                  </a:moveTo>
                  <a:lnTo>
                    <a:pt x="1276" y="1933"/>
                  </a:lnTo>
                  <a:moveTo>
                    <a:pt x="1279" y="1933"/>
                  </a:moveTo>
                  <a:lnTo>
                    <a:pt x="1279" y="1933"/>
                  </a:lnTo>
                  <a:lnTo>
                    <a:pt x="1276" y="1933"/>
                  </a:lnTo>
                  <a:lnTo>
                    <a:pt x="1276" y="1933"/>
                  </a:lnTo>
                  <a:lnTo>
                    <a:pt x="1276" y="1930"/>
                  </a:lnTo>
                  <a:cubicBezTo>
                    <a:pt x="1279" y="1933"/>
                    <a:pt x="1279" y="1933"/>
                    <a:pt x="1279" y="1933"/>
                  </a:cubicBezTo>
                  <a:moveTo>
                    <a:pt x="957" y="1994"/>
                  </a:moveTo>
                  <a:lnTo>
                    <a:pt x="957" y="1994"/>
                  </a:lnTo>
                  <a:cubicBezTo>
                    <a:pt x="954" y="1997"/>
                    <a:pt x="954" y="2004"/>
                    <a:pt x="947" y="2004"/>
                  </a:cubicBezTo>
                  <a:cubicBezTo>
                    <a:pt x="944" y="2004"/>
                    <a:pt x="940" y="2004"/>
                    <a:pt x="937" y="2007"/>
                  </a:cubicBezTo>
                  <a:lnTo>
                    <a:pt x="937" y="2004"/>
                  </a:lnTo>
                  <a:cubicBezTo>
                    <a:pt x="930" y="2004"/>
                    <a:pt x="920" y="2004"/>
                    <a:pt x="913" y="2000"/>
                  </a:cubicBezTo>
                  <a:cubicBezTo>
                    <a:pt x="906" y="2000"/>
                    <a:pt x="896" y="2000"/>
                    <a:pt x="890" y="2004"/>
                  </a:cubicBezTo>
                  <a:cubicBezTo>
                    <a:pt x="890" y="2004"/>
                    <a:pt x="890" y="2007"/>
                    <a:pt x="886" y="2007"/>
                  </a:cubicBezTo>
                  <a:cubicBezTo>
                    <a:pt x="883" y="2007"/>
                    <a:pt x="880" y="2004"/>
                    <a:pt x="876" y="2007"/>
                  </a:cubicBezTo>
                  <a:cubicBezTo>
                    <a:pt x="873" y="2004"/>
                    <a:pt x="866" y="2000"/>
                    <a:pt x="863" y="2000"/>
                  </a:cubicBezTo>
                  <a:cubicBezTo>
                    <a:pt x="856" y="2000"/>
                    <a:pt x="849" y="2000"/>
                    <a:pt x="843" y="1997"/>
                  </a:cubicBezTo>
                  <a:cubicBezTo>
                    <a:pt x="896" y="1997"/>
                    <a:pt x="950" y="1990"/>
                    <a:pt x="1004" y="1980"/>
                  </a:cubicBezTo>
                  <a:cubicBezTo>
                    <a:pt x="1011" y="1977"/>
                    <a:pt x="1011" y="1974"/>
                    <a:pt x="1007" y="1970"/>
                  </a:cubicBezTo>
                  <a:lnTo>
                    <a:pt x="1007" y="1970"/>
                  </a:lnTo>
                  <a:cubicBezTo>
                    <a:pt x="1031" y="1974"/>
                    <a:pt x="1058" y="1974"/>
                    <a:pt x="1084" y="1967"/>
                  </a:cubicBezTo>
                  <a:cubicBezTo>
                    <a:pt x="1091" y="1967"/>
                    <a:pt x="1101" y="1970"/>
                    <a:pt x="1108" y="1970"/>
                  </a:cubicBezTo>
                  <a:cubicBezTo>
                    <a:pt x="1111" y="1967"/>
                    <a:pt x="1111" y="1967"/>
                    <a:pt x="1111" y="1967"/>
                  </a:cubicBezTo>
                  <a:cubicBezTo>
                    <a:pt x="1115" y="1970"/>
                    <a:pt x="1118" y="1974"/>
                    <a:pt x="1121" y="1977"/>
                  </a:cubicBezTo>
                  <a:cubicBezTo>
                    <a:pt x="1125" y="1977"/>
                    <a:pt x="1128" y="1977"/>
                    <a:pt x="1135" y="1977"/>
                  </a:cubicBezTo>
                  <a:cubicBezTo>
                    <a:pt x="1108" y="1980"/>
                    <a:pt x="1081" y="1984"/>
                    <a:pt x="1058" y="1994"/>
                  </a:cubicBezTo>
                  <a:cubicBezTo>
                    <a:pt x="1058" y="1997"/>
                    <a:pt x="1054" y="1997"/>
                    <a:pt x="1054" y="1997"/>
                  </a:cubicBezTo>
                  <a:cubicBezTo>
                    <a:pt x="1024" y="1974"/>
                    <a:pt x="990" y="1984"/>
                    <a:pt x="957" y="1994"/>
                  </a:cubicBezTo>
                  <a:moveTo>
                    <a:pt x="1561" y="1987"/>
                  </a:moveTo>
                  <a:lnTo>
                    <a:pt x="1561" y="1987"/>
                  </a:lnTo>
                  <a:lnTo>
                    <a:pt x="1558" y="1984"/>
                  </a:lnTo>
                  <a:cubicBezTo>
                    <a:pt x="1531" y="1974"/>
                    <a:pt x="1504" y="1974"/>
                    <a:pt x="1480" y="1987"/>
                  </a:cubicBezTo>
                  <a:cubicBezTo>
                    <a:pt x="1474" y="1990"/>
                    <a:pt x="1474" y="1994"/>
                    <a:pt x="1470" y="1997"/>
                  </a:cubicBezTo>
                  <a:lnTo>
                    <a:pt x="1467" y="1997"/>
                  </a:lnTo>
                  <a:cubicBezTo>
                    <a:pt x="1470" y="1997"/>
                    <a:pt x="1474" y="1994"/>
                    <a:pt x="1470" y="1987"/>
                  </a:cubicBezTo>
                  <a:cubicBezTo>
                    <a:pt x="1454" y="1977"/>
                    <a:pt x="1433" y="1977"/>
                    <a:pt x="1413" y="1980"/>
                  </a:cubicBezTo>
                  <a:cubicBezTo>
                    <a:pt x="1410" y="1980"/>
                    <a:pt x="1407" y="1987"/>
                    <a:pt x="1403" y="1990"/>
                  </a:cubicBezTo>
                  <a:cubicBezTo>
                    <a:pt x="1400" y="1990"/>
                    <a:pt x="1397" y="1990"/>
                    <a:pt x="1393" y="1990"/>
                  </a:cubicBezTo>
                  <a:lnTo>
                    <a:pt x="1390" y="1990"/>
                  </a:lnTo>
                  <a:cubicBezTo>
                    <a:pt x="1390" y="1990"/>
                    <a:pt x="1387" y="1987"/>
                    <a:pt x="1387" y="1984"/>
                  </a:cubicBezTo>
                  <a:cubicBezTo>
                    <a:pt x="1373" y="1980"/>
                    <a:pt x="1360" y="1977"/>
                    <a:pt x="1350" y="1977"/>
                  </a:cubicBezTo>
                  <a:cubicBezTo>
                    <a:pt x="1350" y="1977"/>
                    <a:pt x="1353" y="1977"/>
                    <a:pt x="1356" y="1974"/>
                  </a:cubicBezTo>
                  <a:cubicBezTo>
                    <a:pt x="1356" y="1974"/>
                    <a:pt x="1356" y="1970"/>
                    <a:pt x="1360" y="1970"/>
                  </a:cubicBezTo>
                  <a:cubicBezTo>
                    <a:pt x="1370" y="1970"/>
                    <a:pt x="1383" y="1970"/>
                    <a:pt x="1393" y="1970"/>
                  </a:cubicBezTo>
                  <a:lnTo>
                    <a:pt x="1393" y="1970"/>
                  </a:lnTo>
                  <a:cubicBezTo>
                    <a:pt x="1410" y="1970"/>
                    <a:pt x="1427" y="1970"/>
                    <a:pt x="1444" y="1967"/>
                  </a:cubicBezTo>
                  <a:cubicBezTo>
                    <a:pt x="1450" y="1967"/>
                    <a:pt x="1460" y="1967"/>
                    <a:pt x="1467" y="1970"/>
                  </a:cubicBezTo>
                  <a:cubicBezTo>
                    <a:pt x="1470" y="1970"/>
                    <a:pt x="1474" y="1970"/>
                    <a:pt x="1477" y="1970"/>
                  </a:cubicBezTo>
                  <a:cubicBezTo>
                    <a:pt x="1507" y="1974"/>
                    <a:pt x="1541" y="1974"/>
                    <a:pt x="1571" y="1970"/>
                  </a:cubicBezTo>
                  <a:lnTo>
                    <a:pt x="1571" y="1970"/>
                  </a:lnTo>
                  <a:cubicBezTo>
                    <a:pt x="1578" y="1970"/>
                    <a:pt x="1588" y="1970"/>
                    <a:pt x="1594" y="1970"/>
                  </a:cubicBezTo>
                  <a:cubicBezTo>
                    <a:pt x="1581" y="1970"/>
                    <a:pt x="1568" y="1977"/>
                    <a:pt x="1561" y="1987"/>
                  </a:cubicBezTo>
                  <a:moveTo>
                    <a:pt x="3607" y="2329"/>
                  </a:moveTo>
                  <a:cubicBezTo>
                    <a:pt x="3607" y="2329"/>
                    <a:pt x="3614" y="2326"/>
                    <a:pt x="3607" y="2329"/>
                  </a:cubicBezTo>
                  <a:moveTo>
                    <a:pt x="3920" y="2266"/>
                  </a:moveTo>
                  <a:lnTo>
                    <a:pt x="3920" y="2266"/>
                  </a:lnTo>
                  <a:moveTo>
                    <a:pt x="608" y="2772"/>
                  </a:moveTo>
                  <a:lnTo>
                    <a:pt x="608" y="2772"/>
                  </a:lnTo>
                  <a:lnTo>
                    <a:pt x="605" y="2776"/>
                  </a:lnTo>
                  <a:cubicBezTo>
                    <a:pt x="601" y="2776"/>
                    <a:pt x="605" y="2772"/>
                    <a:pt x="605" y="2772"/>
                  </a:cubicBezTo>
                  <a:lnTo>
                    <a:pt x="608" y="2772"/>
                  </a:lnTo>
                  <a:moveTo>
                    <a:pt x="3738" y="3783"/>
                  </a:moveTo>
                  <a:lnTo>
                    <a:pt x="3738" y="3783"/>
                  </a:lnTo>
                  <a:cubicBezTo>
                    <a:pt x="3738" y="3779"/>
                    <a:pt x="3738" y="3779"/>
                    <a:pt x="3738" y="3779"/>
                  </a:cubicBezTo>
                  <a:lnTo>
                    <a:pt x="3738" y="3779"/>
                  </a:lnTo>
                  <a:lnTo>
                    <a:pt x="3738" y="3779"/>
                  </a:lnTo>
                  <a:lnTo>
                    <a:pt x="3738" y="3779"/>
                  </a:lnTo>
                  <a:cubicBezTo>
                    <a:pt x="3738" y="3783"/>
                    <a:pt x="3738" y="3776"/>
                    <a:pt x="3742" y="3783"/>
                  </a:cubicBezTo>
                  <a:lnTo>
                    <a:pt x="3738" y="3783"/>
                  </a:lnTo>
                  <a:moveTo>
                    <a:pt x="3725" y="3779"/>
                  </a:moveTo>
                  <a:lnTo>
                    <a:pt x="3725" y="3779"/>
                  </a:lnTo>
                  <a:cubicBezTo>
                    <a:pt x="3715" y="3779"/>
                    <a:pt x="3705" y="3776"/>
                    <a:pt x="3695" y="3776"/>
                  </a:cubicBezTo>
                  <a:cubicBezTo>
                    <a:pt x="3698" y="3776"/>
                    <a:pt x="3698" y="3776"/>
                    <a:pt x="3701" y="3773"/>
                  </a:cubicBezTo>
                  <a:cubicBezTo>
                    <a:pt x="3701" y="3773"/>
                    <a:pt x="3705" y="3773"/>
                    <a:pt x="3705" y="3770"/>
                  </a:cubicBezTo>
                  <a:cubicBezTo>
                    <a:pt x="3711" y="3779"/>
                    <a:pt x="3725" y="3779"/>
                    <a:pt x="3738" y="3773"/>
                  </a:cubicBezTo>
                  <a:cubicBezTo>
                    <a:pt x="3735" y="3776"/>
                    <a:pt x="3735" y="3776"/>
                    <a:pt x="3735" y="3779"/>
                  </a:cubicBezTo>
                  <a:cubicBezTo>
                    <a:pt x="3738" y="3779"/>
                    <a:pt x="3738" y="3779"/>
                    <a:pt x="3738" y="3779"/>
                  </a:cubicBezTo>
                  <a:cubicBezTo>
                    <a:pt x="3735" y="3779"/>
                    <a:pt x="3735" y="3779"/>
                    <a:pt x="3735" y="3779"/>
                  </a:cubicBezTo>
                  <a:cubicBezTo>
                    <a:pt x="3732" y="3779"/>
                    <a:pt x="3728" y="3779"/>
                    <a:pt x="3725" y="3779"/>
                  </a:cubicBezTo>
                  <a:moveTo>
                    <a:pt x="3651" y="3884"/>
                  </a:moveTo>
                  <a:lnTo>
                    <a:pt x="3651" y="3884"/>
                  </a:lnTo>
                  <a:lnTo>
                    <a:pt x="3648" y="3884"/>
                  </a:lnTo>
                  <a:cubicBezTo>
                    <a:pt x="3648" y="3880"/>
                    <a:pt x="3648" y="3877"/>
                    <a:pt x="3648" y="3874"/>
                  </a:cubicBezTo>
                  <a:lnTo>
                    <a:pt x="3648" y="3874"/>
                  </a:lnTo>
                  <a:lnTo>
                    <a:pt x="3648" y="3874"/>
                  </a:lnTo>
                  <a:cubicBezTo>
                    <a:pt x="3651" y="3874"/>
                    <a:pt x="3651" y="3874"/>
                    <a:pt x="3654" y="3874"/>
                  </a:cubicBezTo>
                  <a:cubicBezTo>
                    <a:pt x="3661" y="3874"/>
                    <a:pt x="3668" y="3870"/>
                    <a:pt x="3675" y="3867"/>
                  </a:cubicBezTo>
                  <a:cubicBezTo>
                    <a:pt x="3675" y="3877"/>
                    <a:pt x="3681" y="3880"/>
                    <a:pt x="3688" y="3884"/>
                  </a:cubicBezTo>
                  <a:cubicBezTo>
                    <a:pt x="3681" y="3884"/>
                    <a:pt x="3675" y="3884"/>
                    <a:pt x="3665" y="3884"/>
                  </a:cubicBezTo>
                  <a:cubicBezTo>
                    <a:pt x="3661" y="3884"/>
                    <a:pt x="3654" y="3884"/>
                    <a:pt x="3651" y="3884"/>
                  </a:cubicBezTo>
                  <a:moveTo>
                    <a:pt x="3574" y="3605"/>
                  </a:moveTo>
                  <a:lnTo>
                    <a:pt x="3574" y="3605"/>
                  </a:lnTo>
                  <a:cubicBezTo>
                    <a:pt x="3564" y="3602"/>
                    <a:pt x="3554" y="3605"/>
                    <a:pt x="3544" y="3605"/>
                  </a:cubicBezTo>
                  <a:cubicBezTo>
                    <a:pt x="3550" y="3605"/>
                    <a:pt x="3557" y="3602"/>
                    <a:pt x="3561" y="3598"/>
                  </a:cubicBezTo>
                  <a:cubicBezTo>
                    <a:pt x="3564" y="3598"/>
                    <a:pt x="3571" y="3602"/>
                    <a:pt x="3577" y="3602"/>
                  </a:cubicBezTo>
                  <a:cubicBezTo>
                    <a:pt x="3581" y="3602"/>
                    <a:pt x="3584" y="3602"/>
                    <a:pt x="3587" y="3602"/>
                  </a:cubicBezTo>
                  <a:cubicBezTo>
                    <a:pt x="3584" y="3602"/>
                    <a:pt x="3577" y="3605"/>
                    <a:pt x="3574" y="3605"/>
                  </a:cubicBezTo>
                  <a:moveTo>
                    <a:pt x="3799" y="3605"/>
                  </a:moveTo>
                  <a:lnTo>
                    <a:pt x="3799" y="3605"/>
                  </a:lnTo>
                  <a:cubicBezTo>
                    <a:pt x="3792" y="3605"/>
                    <a:pt x="3786" y="3605"/>
                    <a:pt x="3779" y="3608"/>
                  </a:cubicBezTo>
                  <a:cubicBezTo>
                    <a:pt x="3775" y="3608"/>
                    <a:pt x="3768" y="3612"/>
                    <a:pt x="3765" y="3612"/>
                  </a:cubicBezTo>
                  <a:cubicBezTo>
                    <a:pt x="3762" y="3615"/>
                    <a:pt x="3758" y="3618"/>
                    <a:pt x="3755" y="3618"/>
                  </a:cubicBezTo>
                  <a:lnTo>
                    <a:pt x="3752" y="3618"/>
                  </a:lnTo>
                  <a:cubicBezTo>
                    <a:pt x="3755" y="3618"/>
                    <a:pt x="3755" y="3615"/>
                    <a:pt x="3755" y="3615"/>
                  </a:cubicBezTo>
                  <a:cubicBezTo>
                    <a:pt x="3752" y="3612"/>
                    <a:pt x="3748" y="3608"/>
                    <a:pt x="3742" y="3608"/>
                  </a:cubicBezTo>
                  <a:cubicBezTo>
                    <a:pt x="3732" y="3605"/>
                    <a:pt x="3725" y="3602"/>
                    <a:pt x="3715" y="3602"/>
                  </a:cubicBezTo>
                  <a:cubicBezTo>
                    <a:pt x="3701" y="3598"/>
                    <a:pt x="3691" y="3598"/>
                    <a:pt x="3681" y="3602"/>
                  </a:cubicBezTo>
                  <a:cubicBezTo>
                    <a:pt x="3671" y="3602"/>
                    <a:pt x="3661" y="3605"/>
                    <a:pt x="3654" y="3608"/>
                  </a:cubicBezTo>
                  <a:cubicBezTo>
                    <a:pt x="3651" y="3608"/>
                    <a:pt x="3651" y="3608"/>
                    <a:pt x="3651" y="3608"/>
                  </a:cubicBezTo>
                  <a:cubicBezTo>
                    <a:pt x="3651" y="3605"/>
                    <a:pt x="3648" y="3602"/>
                    <a:pt x="3644" y="3602"/>
                  </a:cubicBezTo>
                  <a:cubicBezTo>
                    <a:pt x="3641" y="3602"/>
                    <a:pt x="3638" y="3602"/>
                    <a:pt x="3634" y="3598"/>
                  </a:cubicBezTo>
                  <a:cubicBezTo>
                    <a:pt x="3641" y="3602"/>
                    <a:pt x="3648" y="3602"/>
                    <a:pt x="3658" y="3602"/>
                  </a:cubicBezTo>
                  <a:cubicBezTo>
                    <a:pt x="3685" y="3595"/>
                    <a:pt x="3715" y="3602"/>
                    <a:pt x="3745" y="3595"/>
                  </a:cubicBezTo>
                  <a:cubicBezTo>
                    <a:pt x="3748" y="3595"/>
                    <a:pt x="3755" y="3592"/>
                    <a:pt x="3758" y="3585"/>
                  </a:cubicBezTo>
                  <a:lnTo>
                    <a:pt x="3755" y="3581"/>
                  </a:lnTo>
                  <a:lnTo>
                    <a:pt x="3755" y="3581"/>
                  </a:lnTo>
                  <a:cubicBezTo>
                    <a:pt x="3768" y="3588"/>
                    <a:pt x="3782" y="3581"/>
                    <a:pt x="3796" y="3585"/>
                  </a:cubicBezTo>
                  <a:lnTo>
                    <a:pt x="3796" y="3585"/>
                  </a:lnTo>
                  <a:cubicBezTo>
                    <a:pt x="3796" y="3588"/>
                    <a:pt x="3799" y="3592"/>
                    <a:pt x="3799" y="3595"/>
                  </a:cubicBezTo>
                  <a:cubicBezTo>
                    <a:pt x="3802" y="3598"/>
                    <a:pt x="3806" y="3602"/>
                    <a:pt x="3809" y="3602"/>
                  </a:cubicBezTo>
                  <a:lnTo>
                    <a:pt x="3809" y="3602"/>
                  </a:lnTo>
                  <a:cubicBezTo>
                    <a:pt x="3806" y="3602"/>
                    <a:pt x="3802" y="3605"/>
                    <a:pt x="3799" y="3605"/>
                  </a:cubicBezTo>
                  <a:moveTo>
                    <a:pt x="685" y="4353"/>
                  </a:moveTo>
                  <a:lnTo>
                    <a:pt x="685" y="4353"/>
                  </a:lnTo>
                  <a:cubicBezTo>
                    <a:pt x="685" y="4350"/>
                    <a:pt x="685" y="4350"/>
                    <a:pt x="685" y="4350"/>
                  </a:cubicBezTo>
                  <a:lnTo>
                    <a:pt x="685" y="4353"/>
                  </a:lnTo>
                  <a:moveTo>
                    <a:pt x="672" y="4773"/>
                  </a:moveTo>
                  <a:lnTo>
                    <a:pt x="672" y="4773"/>
                  </a:lnTo>
                  <a:cubicBezTo>
                    <a:pt x="672" y="4777"/>
                    <a:pt x="668" y="4777"/>
                    <a:pt x="665" y="4777"/>
                  </a:cubicBezTo>
                  <a:cubicBezTo>
                    <a:pt x="668" y="4777"/>
                    <a:pt x="668" y="4777"/>
                    <a:pt x="672" y="4773"/>
                  </a:cubicBezTo>
                  <a:moveTo>
                    <a:pt x="645" y="4793"/>
                  </a:moveTo>
                  <a:lnTo>
                    <a:pt x="645" y="4793"/>
                  </a:lnTo>
                  <a:moveTo>
                    <a:pt x="1135" y="5374"/>
                  </a:moveTo>
                  <a:lnTo>
                    <a:pt x="1135" y="5374"/>
                  </a:lnTo>
                  <a:cubicBezTo>
                    <a:pt x="1131" y="5370"/>
                    <a:pt x="1128" y="5370"/>
                    <a:pt x="1128" y="5367"/>
                  </a:cubicBezTo>
                  <a:lnTo>
                    <a:pt x="1128" y="5367"/>
                  </a:lnTo>
                  <a:cubicBezTo>
                    <a:pt x="1131" y="5370"/>
                    <a:pt x="1131" y="5370"/>
                    <a:pt x="1135" y="5374"/>
                  </a:cubicBezTo>
                  <a:moveTo>
                    <a:pt x="2010" y="5290"/>
                  </a:moveTo>
                  <a:lnTo>
                    <a:pt x="2010" y="5290"/>
                  </a:lnTo>
                  <a:lnTo>
                    <a:pt x="2010" y="5290"/>
                  </a:lnTo>
                  <a:lnTo>
                    <a:pt x="2013" y="5290"/>
                  </a:lnTo>
                  <a:cubicBezTo>
                    <a:pt x="2010" y="5293"/>
                    <a:pt x="2007" y="5293"/>
                    <a:pt x="2003" y="5297"/>
                  </a:cubicBezTo>
                  <a:cubicBezTo>
                    <a:pt x="2003" y="5293"/>
                    <a:pt x="2007" y="5290"/>
                    <a:pt x="2010" y="5290"/>
                  </a:cubicBezTo>
                  <a:lnTo>
                    <a:pt x="2010" y="5290"/>
                  </a:lnTo>
                  <a:cubicBezTo>
                    <a:pt x="2013" y="5290"/>
                    <a:pt x="2013" y="5290"/>
                    <a:pt x="2013" y="5290"/>
                  </a:cubicBezTo>
                  <a:lnTo>
                    <a:pt x="2017" y="5290"/>
                  </a:lnTo>
                  <a:cubicBezTo>
                    <a:pt x="2013" y="5290"/>
                    <a:pt x="2013" y="5290"/>
                    <a:pt x="2010" y="5290"/>
                  </a:cubicBezTo>
                  <a:moveTo>
                    <a:pt x="1457" y="5297"/>
                  </a:moveTo>
                  <a:lnTo>
                    <a:pt x="1457" y="5297"/>
                  </a:lnTo>
                  <a:cubicBezTo>
                    <a:pt x="1457" y="5300"/>
                    <a:pt x="1460" y="5300"/>
                    <a:pt x="1460" y="5300"/>
                  </a:cubicBezTo>
                  <a:lnTo>
                    <a:pt x="1457" y="5300"/>
                  </a:lnTo>
                  <a:cubicBezTo>
                    <a:pt x="1454" y="5300"/>
                    <a:pt x="1454" y="5300"/>
                    <a:pt x="1457" y="5297"/>
                  </a:cubicBezTo>
                  <a:moveTo>
                    <a:pt x="2064" y="5293"/>
                  </a:moveTo>
                  <a:lnTo>
                    <a:pt x="2064" y="5293"/>
                  </a:lnTo>
                  <a:moveTo>
                    <a:pt x="3027" y="6018"/>
                  </a:moveTo>
                  <a:lnTo>
                    <a:pt x="3027" y="6018"/>
                  </a:lnTo>
                  <a:cubicBezTo>
                    <a:pt x="3023" y="6018"/>
                    <a:pt x="3023" y="6018"/>
                    <a:pt x="3023" y="6018"/>
                  </a:cubicBezTo>
                  <a:cubicBezTo>
                    <a:pt x="3023" y="6015"/>
                    <a:pt x="3020" y="6015"/>
                    <a:pt x="3017" y="6012"/>
                  </a:cubicBezTo>
                  <a:cubicBezTo>
                    <a:pt x="3013" y="6012"/>
                    <a:pt x="3007" y="6012"/>
                    <a:pt x="3003" y="6015"/>
                  </a:cubicBezTo>
                  <a:lnTo>
                    <a:pt x="3000" y="6015"/>
                  </a:lnTo>
                  <a:cubicBezTo>
                    <a:pt x="2993" y="6008"/>
                    <a:pt x="2983" y="6005"/>
                    <a:pt x="2973" y="6005"/>
                  </a:cubicBezTo>
                  <a:cubicBezTo>
                    <a:pt x="2983" y="6005"/>
                    <a:pt x="2993" y="6002"/>
                    <a:pt x="3003" y="5998"/>
                  </a:cubicBezTo>
                  <a:lnTo>
                    <a:pt x="3003" y="5998"/>
                  </a:lnTo>
                  <a:lnTo>
                    <a:pt x="3003" y="5998"/>
                  </a:lnTo>
                  <a:lnTo>
                    <a:pt x="3003" y="5998"/>
                  </a:lnTo>
                  <a:lnTo>
                    <a:pt x="3003" y="5998"/>
                  </a:lnTo>
                  <a:cubicBezTo>
                    <a:pt x="3010" y="6008"/>
                    <a:pt x="3030" y="6005"/>
                    <a:pt x="3040" y="6012"/>
                  </a:cubicBezTo>
                  <a:cubicBezTo>
                    <a:pt x="3037" y="6012"/>
                    <a:pt x="3037" y="6012"/>
                    <a:pt x="3037" y="6012"/>
                  </a:cubicBezTo>
                  <a:cubicBezTo>
                    <a:pt x="3033" y="6015"/>
                    <a:pt x="3030" y="6018"/>
                    <a:pt x="3027" y="6018"/>
                  </a:cubicBezTo>
                  <a:moveTo>
                    <a:pt x="3057" y="6012"/>
                  </a:moveTo>
                  <a:lnTo>
                    <a:pt x="3057" y="6012"/>
                  </a:lnTo>
                  <a:lnTo>
                    <a:pt x="3057" y="6008"/>
                  </a:lnTo>
                  <a:lnTo>
                    <a:pt x="3057" y="6008"/>
                  </a:lnTo>
                  <a:cubicBezTo>
                    <a:pt x="3067" y="6008"/>
                    <a:pt x="3081" y="6008"/>
                    <a:pt x="3090" y="6008"/>
                  </a:cubicBezTo>
                  <a:lnTo>
                    <a:pt x="3090" y="6008"/>
                  </a:lnTo>
                  <a:cubicBezTo>
                    <a:pt x="3081" y="6012"/>
                    <a:pt x="3067" y="6012"/>
                    <a:pt x="3057" y="6012"/>
                  </a:cubicBezTo>
                  <a:moveTo>
                    <a:pt x="1232" y="6260"/>
                  </a:moveTo>
                  <a:lnTo>
                    <a:pt x="1232" y="6260"/>
                  </a:lnTo>
                  <a:cubicBezTo>
                    <a:pt x="1235" y="6260"/>
                    <a:pt x="1235" y="6260"/>
                    <a:pt x="1239" y="6260"/>
                  </a:cubicBezTo>
                  <a:cubicBezTo>
                    <a:pt x="1235" y="6260"/>
                    <a:pt x="1235" y="6260"/>
                    <a:pt x="1235" y="6260"/>
                  </a:cubicBezTo>
                  <a:lnTo>
                    <a:pt x="1232" y="6260"/>
                  </a:lnTo>
                  <a:moveTo>
                    <a:pt x="1121" y="6260"/>
                  </a:moveTo>
                  <a:lnTo>
                    <a:pt x="1121" y="6260"/>
                  </a:lnTo>
                  <a:lnTo>
                    <a:pt x="1121" y="6260"/>
                  </a:lnTo>
                  <a:cubicBezTo>
                    <a:pt x="1125" y="6260"/>
                    <a:pt x="1125" y="6260"/>
                    <a:pt x="1125" y="6263"/>
                  </a:cubicBezTo>
                  <a:cubicBezTo>
                    <a:pt x="1125" y="6260"/>
                    <a:pt x="1121" y="6260"/>
                    <a:pt x="1121" y="6260"/>
                  </a:cubicBezTo>
                  <a:moveTo>
                    <a:pt x="833" y="6280"/>
                  </a:moveTo>
                  <a:lnTo>
                    <a:pt x="833" y="6280"/>
                  </a:lnTo>
                  <a:cubicBezTo>
                    <a:pt x="849" y="6277"/>
                    <a:pt x="866" y="6273"/>
                    <a:pt x="883" y="6273"/>
                  </a:cubicBezTo>
                  <a:cubicBezTo>
                    <a:pt x="890" y="6273"/>
                    <a:pt x="893" y="6273"/>
                    <a:pt x="900" y="6273"/>
                  </a:cubicBezTo>
                  <a:cubicBezTo>
                    <a:pt x="906" y="6273"/>
                    <a:pt x="910" y="6273"/>
                    <a:pt x="916" y="6273"/>
                  </a:cubicBezTo>
                  <a:cubicBezTo>
                    <a:pt x="923" y="6273"/>
                    <a:pt x="927" y="6273"/>
                    <a:pt x="933" y="6273"/>
                  </a:cubicBezTo>
                  <a:lnTo>
                    <a:pt x="930" y="6277"/>
                  </a:lnTo>
                  <a:lnTo>
                    <a:pt x="930" y="6277"/>
                  </a:lnTo>
                  <a:cubicBezTo>
                    <a:pt x="920" y="6280"/>
                    <a:pt x="910" y="6277"/>
                    <a:pt x="900" y="6273"/>
                  </a:cubicBezTo>
                  <a:cubicBezTo>
                    <a:pt x="880" y="6273"/>
                    <a:pt x="863" y="6273"/>
                    <a:pt x="846" y="6284"/>
                  </a:cubicBezTo>
                  <a:cubicBezTo>
                    <a:pt x="843" y="6297"/>
                    <a:pt x="829" y="6287"/>
                    <a:pt x="823" y="6287"/>
                  </a:cubicBezTo>
                  <a:cubicBezTo>
                    <a:pt x="816" y="6287"/>
                    <a:pt x="812" y="6290"/>
                    <a:pt x="809" y="6290"/>
                  </a:cubicBezTo>
                  <a:cubicBezTo>
                    <a:pt x="802" y="6287"/>
                    <a:pt x="796" y="6284"/>
                    <a:pt x="786" y="6284"/>
                  </a:cubicBezTo>
                  <a:cubicBezTo>
                    <a:pt x="796" y="6280"/>
                    <a:pt x="806" y="6280"/>
                    <a:pt x="809" y="6273"/>
                  </a:cubicBezTo>
                  <a:cubicBezTo>
                    <a:pt x="816" y="6280"/>
                    <a:pt x="826" y="6280"/>
                    <a:pt x="833" y="6280"/>
                  </a:cubicBezTo>
                  <a:moveTo>
                    <a:pt x="732" y="6297"/>
                  </a:moveTo>
                  <a:lnTo>
                    <a:pt x="732" y="6297"/>
                  </a:lnTo>
                  <a:lnTo>
                    <a:pt x="732" y="6300"/>
                  </a:lnTo>
                  <a:cubicBezTo>
                    <a:pt x="729" y="6300"/>
                    <a:pt x="725" y="6300"/>
                    <a:pt x="725" y="6300"/>
                  </a:cubicBezTo>
                  <a:cubicBezTo>
                    <a:pt x="722" y="6300"/>
                    <a:pt x="722" y="6297"/>
                    <a:pt x="719" y="6297"/>
                  </a:cubicBezTo>
                  <a:cubicBezTo>
                    <a:pt x="715" y="6294"/>
                    <a:pt x="708" y="6294"/>
                    <a:pt x="705" y="6294"/>
                  </a:cubicBezTo>
                  <a:cubicBezTo>
                    <a:pt x="719" y="6290"/>
                    <a:pt x="732" y="6290"/>
                    <a:pt x="745" y="6287"/>
                  </a:cubicBezTo>
                  <a:cubicBezTo>
                    <a:pt x="742" y="6290"/>
                    <a:pt x="735" y="6294"/>
                    <a:pt x="732" y="6297"/>
                  </a:cubicBezTo>
                  <a:moveTo>
                    <a:pt x="930" y="6317"/>
                  </a:moveTo>
                  <a:lnTo>
                    <a:pt x="930" y="6317"/>
                  </a:lnTo>
                  <a:moveTo>
                    <a:pt x="1400" y="6253"/>
                  </a:moveTo>
                  <a:lnTo>
                    <a:pt x="1400" y="6253"/>
                  </a:lnTo>
                  <a:cubicBezTo>
                    <a:pt x="1397" y="6253"/>
                    <a:pt x="1397" y="6253"/>
                    <a:pt x="1397" y="6250"/>
                  </a:cubicBezTo>
                  <a:cubicBezTo>
                    <a:pt x="1417" y="6250"/>
                    <a:pt x="1437" y="6250"/>
                    <a:pt x="1457" y="6247"/>
                  </a:cubicBezTo>
                  <a:cubicBezTo>
                    <a:pt x="1460" y="6243"/>
                    <a:pt x="1460" y="6240"/>
                    <a:pt x="1457" y="6237"/>
                  </a:cubicBezTo>
                  <a:cubicBezTo>
                    <a:pt x="1460" y="6240"/>
                    <a:pt x="1460" y="6240"/>
                    <a:pt x="1460" y="6240"/>
                  </a:cubicBezTo>
                  <a:cubicBezTo>
                    <a:pt x="1470" y="6237"/>
                    <a:pt x="1484" y="6237"/>
                    <a:pt x="1494" y="6233"/>
                  </a:cubicBezTo>
                  <a:cubicBezTo>
                    <a:pt x="1497" y="6240"/>
                    <a:pt x="1497" y="6240"/>
                    <a:pt x="1497" y="6240"/>
                  </a:cubicBezTo>
                  <a:cubicBezTo>
                    <a:pt x="1507" y="6240"/>
                    <a:pt x="1517" y="6237"/>
                    <a:pt x="1527" y="6237"/>
                  </a:cubicBezTo>
                  <a:cubicBezTo>
                    <a:pt x="1524" y="6237"/>
                    <a:pt x="1521" y="6240"/>
                    <a:pt x="1517" y="6240"/>
                  </a:cubicBezTo>
                  <a:cubicBezTo>
                    <a:pt x="1511" y="6243"/>
                    <a:pt x="1507" y="6247"/>
                    <a:pt x="1504" y="6250"/>
                  </a:cubicBezTo>
                  <a:lnTo>
                    <a:pt x="1504" y="6253"/>
                  </a:lnTo>
                  <a:lnTo>
                    <a:pt x="1504" y="6253"/>
                  </a:lnTo>
                  <a:cubicBezTo>
                    <a:pt x="1477" y="6253"/>
                    <a:pt x="1450" y="6253"/>
                    <a:pt x="1423" y="6257"/>
                  </a:cubicBezTo>
                  <a:lnTo>
                    <a:pt x="1420" y="6253"/>
                  </a:lnTo>
                  <a:cubicBezTo>
                    <a:pt x="1413" y="6250"/>
                    <a:pt x="1403" y="6250"/>
                    <a:pt x="1400" y="6253"/>
                  </a:cubicBezTo>
                  <a:moveTo>
                    <a:pt x="2184" y="6223"/>
                  </a:moveTo>
                  <a:lnTo>
                    <a:pt x="2184" y="6223"/>
                  </a:lnTo>
                  <a:moveTo>
                    <a:pt x="2651" y="6183"/>
                  </a:moveTo>
                  <a:lnTo>
                    <a:pt x="2651" y="6183"/>
                  </a:lnTo>
                  <a:cubicBezTo>
                    <a:pt x="2651" y="6186"/>
                    <a:pt x="2647" y="6190"/>
                    <a:pt x="2644" y="6193"/>
                  </a:cubicBezTo>
                  <a:cubicBezTo>
                    <a:pt x="2644" y="6190"/>
                    <a:pt x="2644" y="6190"/>
                    <a:pt x="2644" y="6190"/>
                  </a:cubicBezTo>
                  <a:cubicBezTo>
                    <a:pt x="2637" y="6190"/>
                    <a:pt x="2627" y="6190"/>
                    <a:pt x="2621" y="6190"/>
                  </a:cubicBezTo>
                  <a:cubicBezTo>
                    <a:pt x="2614" y="6190"/>
                    <a:pt x="2607" y="6183"/>
                    <a:pt x="2600" y="6183"/>
                  </a:cubicBezTo>
                  <a:cubicBezTo>
                    <a:pt x="2560" y="6180"/>
                    <a:pt x="2520" y="6170"/>
                    <a:pt x="2486" y="6196"/>
                  </a:cubicBezTo>
                  <a:cubicBezTo>
                    <a:pt x="2486" y="6196"/>
                    <a:pt x="2490" y="6196"/>
                    <a:pt x="2490" y="6200"/>
                  </a:cubicBezTo>
                  <a:lnTo>
                    <a:pt x="2486" y="6200"/>
                  </a:lnTo>
                  <a:cubicBezTo>
                    <a:pt x="2483" y="6196"/>
                    <a:pt x="2480" y="6200"/>
                    <a:pt x="2476" y="6200"/>
                  </a:cubicBezTo>
                  <a:cubicBezTo>
                    <a:pt x="2463" y="6200"/>
                    <a:pt x="2450" y="6200"/>
                    <a:pt x="2436" y="6200"/>
                  </a:cubicBezTo>
                  <a:cubicBezTo>
                    <a:pt x="2386" y="6200"/>
                    <a:pt x="2336" y="6200"/>
                    <a:pt x="2285" y="6200"/>
                  </a:cubicBezTo>
                  <a:cubicBezTo>
                    <a:pt x="2268" y="6210"/>
                    <a:pt x="2245" y="6200"/>
                    <a:pt x="2228" y="6206"/>
                  </a:cubicBezTo>
                  <a:cubicBezTo>
                    <a:pt x="2228" y="6210"/>
                    <a:pt x="2228" y="6210"/>
                    <a:pt x="2228" y="6210"/>
                  </a:cubicBezTo>
                  <a:cubicBezTo>
                    <a:pt x="2218" y="6206"/>
                    <a:pt x="2204" y="6206"/>
                    <a:pt x="2194" y="6210"/>
                  </a:cubicBezTo>
                  <a:lnTo>
                    <a:pt x="2194" y="6206"/>
                  </a:lnTo>
                  <a:cubicBezTo>
                    <a:pt x="2188" y="6203"/>
                    <a:pt x="2184" y="6203"/>
                    <a:pt x="2178" y="6200"/>
                  </a:cubicBezTo>
                  <a:cubicBezTo>
                    <a:pt x="2151" y="6196"/>
                    <a:pt x="2121" y="6193"/>
                    <a:pt x="2100" y="6210"/>
                  </a:cubicBezTo>
                  <a:cubicBezTo>
                    <a:pt x="2104" y="6213"/>
                    <a:pt x="2104" y="6216"/>
                    <a:pt x="2107" y="6216"/>
                  </a:cubicBezTo>
                  <a:cubicBezTo>
                    <a:pt x="2104" y="6216"/>
                    <a:pt x="2100" y="6216"/>
                    <a:pt x="2097" y="6216"/>
                  </a:cubicBezTo>
                  <a:cubicBezTo>
                    <a:pt x="2080" y="6216"/>
                    <a:pt x="2067" y="6220"/>
                    <a:pt x="2050" y="6220"/>
                  </a:cubicBezTo>
                  <a:lnTo>
                    <a:pt x="2050" y="6220"/>
                  </a:lnTo>
                  <a:cubicBezTo>
                    <a:pt x="2040" y="6216"/>
                    <a:pt x="2033" y="6216"/>
                    <a:pt x="2023" y="6213"/>
                  </a:cubicBezTo>
                  <a:cubicBezTo>
                    <a:pt x="2017" y="6213"/>
                    <a:pt x="2010" y="6213"/>
                    <a:pt x="2007" y="6213"/>
                  </a:cubicBezTo>
                  <a:cubicBezTo>
                    <a:pt x="1986" y="6216"/>
                    <a:pt x="1970" y="6216"/>
                    <a:pt x="1954" y="6216"/>
                  </a:cubicBezTo>
                  <a:cubicBezTo>
                    <a:pt x="1934" y="6216"/>
                    <a:pt x="1910" y="6216"/>
                    <a:pt x="1890" y="6220"/>
                  </a:cubicBezTo>
                  <a:cubicBezTo>
                    <a:pt x="1876" y="6223"/>
                    <a:pt x="1863" y="6227"/>
                    <a:pt x="1850" y="6230"/>
                  </a:cubicBezTo>
                  <a:cubicBezTo>
                    <a:pt x="1833" y="6230"/>
                    <a:pt x="1819" y="6230"/>
                    <a:pt x="1803" y="6237"/>
                  </a:cubicBezTo>
                  <a:cubicBezTo>
                    <a:pt x="1799" y="6237"/>
                    <a:pt x="1799" y="6237"/>
                    <a:pt x="1799" y="6237"/>
                  </a:cubicBezTo>
                  <a:cubicBezTo>
                    <a:pt x="1796" y="6233"/>
                    <a:pt x="1793" y="6233"/>
                    <a:pt x="1789" y="6230"/>
                  </a:cubicBezTo>
                  <a:cubicBezTo>
                    <a:pt x="1772" y="6227"/>
                    <a:pt x="1759" y="6227"/>
                    <a:pt x="1746" y="6230"/>
                  </a:cubicBezTo>
                  <a:cubicBezTo>
                    <a:pt x="1722" y="6233"/>
                    <a:pt x="1702" y="6233"/>
                    <a:pt x="1682" y="6240"/>
                  </a:cubicBezTo>
                  <a:cubicBezTo>
                    <a:pt x="1679" y="6243"/>
                    <a:pt x="1675" y="6243"/>
                    <a:pt x="1675" y="6247"/>
                  </a:cubicBezTo>
                  <a:cubicBezTo>
                    <a:pt x="1669" y="6240"/>
                    <a:pt x="1658" y="6240"/>
                    <a:pt x="1652" y="6243"/>
                  </a:cubicBezTo>
                  <a:lnTo>
                    <a:pt x="1648" y="6247"/>
                  </a:lnTo>
                  <a:cubicBezTo>
                    <a:pt x="1635" y="6247"/>
                    <a:pt x="1625" y="6247"/>
                    <a:pt x="1615" y="6247"/>
                  </a:cubicBezTo>
                  <a:cubicBezTo>
                    <a:pt x="1612" y="6247"/>
                    <a:pt x="1612" y="6243"/>
                    <a:pt x="1612" y="6243"/>
                  </a:cubicBezTo>
                  <a:cubicBezTo>
                    <a:pt x="1605" y="6240"/>
                    <a:pt x="1601" y="6237"/>
                    <a:pt x="1594" y="6237"/>
                  </a:cubicBezTo>
                  <a:cubicBezTo>
                    <a:pt x="1584" y="6237"/>
                    <a:pt x="1578" y="6237"/>
                    <a:pt x="1568" y="6233"/>
                  </a:cubicBezTo>
                  <a:cubicBezTo>
                    <a:pt x="1641" y="6223"/>
                    <a:pt x="1719" y="6223"/>
                    <a:pt x="1796" y="6213"/>
                  </a:cubicBezTo>
                  <a:cubicBezTo>
                    <a:pt x="1806" y="6210"/>
                    <a:pt x="1819" y="6210"/>
                    <a:pt x="1833" y="6210"/>
                  </a:cubicBezTo>
                  <a:lnTo>
                    <a:pt x="1833" y="6210"/>
                  </a:lnTo>
                  <a:cubicBezTo>
                    <a:pt x="1866" y="6206"/>
                    <a:pt x="1900" y="6210"/>
                    <a:pt x="1934" y="6200"/>
                  </a:cubicBezTo>
                  <a:cubicBezTo>
                    <a:pt x="1986" y="6200"/>
                    <a:pt x="2040" y="6203"/>
                    <a:pt x="2090" y="6193"/>
                  </a:cubicBezTo>
                  <a:lnTo>
                    <a:pt x="2090" y="6193"/>
                  </a:lnTo>
                  <a:lnTo>
                    <a:pt x="2090" y="6193"/>
                  </a:lnTo>
                  <a:cubicBezTo>
                    <a:pt x="2107" y="6193"/>
                    <a:pt x="2124" y="6190"/>
                    <a:pt x="2141" y="6190"/>
                  </a:cubicBezTo>
                  <a:cubicBezTo>
                    <a:pt x="2157" y="6190"/>
                    <a:pt x="2174" y="6190"/>
                    <a:pt x="2191" y="6190"/>
                  </a:cubicBezTo>
                  <a:cubicBezTo>
                    <a:pt x="2201" y="6190"/>
                    <a:pt x="2211" y="6190"/>
                    <a:pt x="2218" y="6193"/>
                  </a:cubicBezTo>
                  <a:cubicBezTo>
                    <a:pt x="2241" y="6186"/>
                    <a:pt x="2265" y="6193"/>
                    <a:pt x="2288" y="6183"/>
                  </a:cubicBezTo>
                  <a:lnTo>
                    <a:pt x="2288" y="6183"/>
                  </a:lnTo>
                  <a:lnTo>
                    <a:pt x="2288" y="6183"/>
                  </a:lnTo>
                  <a:lnTo>
                    <a:pt x="2288" y="6183"/>
                  </a:lnTo>
                  <a:cubicBezTo>
                    <a:pt x="2298" y="6186"/>
                    <a:pt x="2305" y="6186"/>
                    <a:pt x="2315" y="6183"/>
                  </a:cubicBezTo>
                  <a:cubicBezTo>
                    <a:pt x="2325" y="6186"/>
                    <a:pt x="2336" y="6183"/>
                    <a:pt x="2346" y="6180"/>
                  </a:cubicBezTo>
                  <a:cubicBezTo>
                    <a:pt x="2382" y="6183"/>
                    <a:pt x="2416" y="6176"/>
                    <a:pt x="2450" y="6173"/>
                  </a:cubicBezTo>
                  <a:cubicBezTo>
                    <a:pt x="2483" y="6170"/>
                    <a:pt x="2517" y="6176"/>
                    <a:pt x="2547" y="6166"/>
                  </a:cubicBezTo>
                  <a:lnTo>
                    <a:pt x="2547" y="6166"/>
                  </a:lnTo>
                  <a:lnTo>
                    <a:pt x="2547" y="6166"/>
                  </a:lnTo>
                  <a:cubicBezTo>
                    <a:pt x="2564" y="6166"/>
                    <a:pt x="2577" y="6166"/>
                    <a:pt x="2594" y="6163"/>
                  </a:cubicBezTo>
                  <a:lnTo>
                    <a:pt x="2594" y="6163"/>
                  </a:lnTo>
                  <a:lnTo>
                    <a:pt x="2594" y="6163"/>
                  </a:lnTo>
                  <a:cubicBezTo>
                    <a:pt x="2604" y="6163"/>
                    <a:pt x="2614" y="6159"/>
                    <a:pt x="2621" y="6156"/>
                  </a:cubicBezTo>
                  <a:cubicBezTo>
                    <a:pt x="2795" y="6152"/>
                    <a:pt x="2973" y="6146"/>
                    <a:pt x="3148" y="6143"/>
                  </a:cubicBezTo>
                  <a:cubicBezTo>
                    <a:pt x="3154" y="6143"/>
                    <a:pt x="3164" y="6143"/>
                    <a:pt x="3175" y="6143"/>
                  </a:cubicBezTo>
                  <a:cubicBezTo>
                    <a:pt x="3178" y="6146"/>
                    <a:pt x="3181" y="6146"/>
                    <a:pt x="3185" y="6146"/>
                  </a:cubicBezTo>
                  <a:cubicBezTo>
                    <a:pt x="3201" y="6146"/>
                    <a:pt x="3218" y="6146"/>
                    <a:pt x="3238" y="6143"/>
                  </a:cubicBezTo>
                  <a:cubicBezTo>
                    <a:pt x="3245" y="6146"/>
                    <a:pt x="3255" y="6146"/>
                    <a:pt x="3265" y="6146"/>
                  </a:cubicBezTo>
                  <a:cubicBezTo>
                    <a:pt x="3285" y="6149"/>
                    <a:pt x="3309" y="6152"/>
                    <a:pt x="3329" y="6149"/>
                  </a:cubicBezTo>
                  <a:cubicBezTo>
                    <a:pt x="3325" y="6149"/>
                    <a:pt x="3322" y="6152"/>
                    <a:pt x="3319" y="6156"/>
                  </a:cubicBezTo>
                  <a:cubicBezTo>
                    <a:pt x="3315" y="6156"/>
                    <a:pt x="3315" y="6156"/>
                    <a:pt x="3315" y="6156"/>
                  </a:cubicBezTo>
                  <a:lnTo>
                    <a:pt x="3315" y="6156"/>
                  </a:lnTo>
                  <a:cubicBezTo>
                    <a:pt x="3305" y="6156"/>
                    <a:pt x="3299" y="6156"/>
                    <a:pt x="3292" y="6159"/>
                  </a:cubicBezTo>
                  <a:cubicBezTo>
                    <a:pt x="3292" y="6163"/>
                    <a:pt x="3289" y="6163"/>
                    <a:pt x="3285" y="6163"/>
                  </a:cubicBezTo>
                  <a:lnTo>
                    <a:pt x="3282" y="6163"/>
                  </a:lnTo>
                  <a:cubicBezTo>
                    <a:pt x="3282" y="6163"/>
                    <a:pt x="3279" y="6163"/>
                    <a:pt x="3275" y="6159"/>
                  </a:cubicBezTo>
                  <a:cubicBezTo>
                    <a:pt x="3272" y="6159"/>
                    <a:pt x="3265" y="6159"/>
                    <a:pt x="3262" y="6159"/>
                  </a:cubicBezTo>
                  <a:cubicBezTo>
                    <a:pt x="3252" y="6159"/>
                    <a:pt x="3245" y="6159"/>
                    <a:pt x="3238" y="6156"/>
                  </a:cubicBezTo>
                  <a:cubicBezTo>
                    <a:pt x="3228" y="6156"/>
                    <a:pt x="3218" y="6156"/>
                    <a:pt x="3208" y="6156"/>
                  </a:cubicBezTo>
                  <a:cubicBezTo>
                    <a:pt x="3205" y="6156"/>
                    <a:pt x="3201" y="6159"/>
                    <a:pt x="3195" y="6163"/>
                  </a:cubicBezTo>
                  <a:lnTo>
                    <a:pt x="3195" y="6163"/>
                  </a:lnTo>
                  <a:cubicBezTo>
                    <a:pt x="3191" y="6163"/>
                    <a:pt x="3188" y="6166"/>
                    <a:pt x="3181" y="6166"/>
                  </a:cubicBezTo>
                  <a:cubicBezTo>
                    <a:pt x="3181" y="6163"/>
                    <a:pt x="3178" y="6163"/>
                    <a:pt x="3175" y="6163"/>
                  </a:cubicBezTo>
                  <a:cubicBezTo>
                    <a:pt x="3141" y="6159"/>
                    <a:pt x="3107" y="6163"/>
                    <a:pt x="3074" y="6159"/>
                  </a:cubicBezTo>
                  <a:cubicBezTo>
                    <a:pt x="3064" y="6159"/>
                    <a:pt x="3054" y="6159"/>
                    <a:pt x="3047" y="6159"/>
                  </a:cubicBezTo>
                  <a:cubicBezTo>
                    <a:pt x="3033" y="6159"/>
                    <a:pt x="3020" y="6159"/>
                    <a:pt x="3007" y="6159"/>
                  </a:cubicBezTo>
                  <a:cubicBezTo>
                    <a:pt x="2993" y="6163"/>
                    <a:pt x="2980" y="6163"/>
                    <a:pt x="2966" y="6166"/>
                  </a:cubicBezTo>
                  <a:cubicBezTo>
                    <a:pt x="2963" y="6166"/>
                    <a:pt x="2960" y="6166"/>
                    <a:pt x="2960" y="6170"/>
                  </a:cubicBezTo>
                  <a:cubicBezTo>
                    <a:pt x="2936" y="6166"/>
                    <a:pt x="2913" y="6173"/>
                    <a:pt x="2889" y="6173"/>
                  </a:cubicBezTo>
                  <a:cubicBezTo>
                    <a:pt x="2862" y="6173"/>
                    <a:pt x="2836" y="6170"/>
                    <a:pt x="2812" y="6180"/>
                  </a:cubicBezTo>
                  <a:lnTo>
                    <a:pt x="2812" y="6180"/>
                  </a:lnTo>
                  <a:cubicBezTo>
                    <a:pt x="2799" y="6183"/>
                    <a:pt x="2785" y="6183"/>
                    <a:pt x="2772" y="6183"/>
                  </a:cubicBezTo>
                  <a:cubicBezTo>
                    <a:pt x="2768" y="6180"/>
                    <a:pt x="2765" y="6183"/>
                    <a:pt x="2761" y="6183"/>
                  </a:cubicBezTo>
                  <a:lnTo>
                    <a:pt x="2761" y="6183"/>
                  </a:lnTo>
                  <a:lnTo>
                    <a:pt x="2761" y="6183"/>
                  </a:lnTo>
                  <a:cubicBezTo>
                    <a:pt x="2748" y="6183"/>
                    <a:pt x="2738" y="6183"/>
                    <a:pt x="2732" y="6190"/>
                  </a:cubicBezTo>
                  <a:cubicBezTo>
                    <a:pt x="2725" y="6190"/>
                    <a:pt x="2715" y="6190"/>
                    <a:pt x="2708" y="6190"/>
                  </a:cubicBezTo>
                  <a:cubicBezTo>
                    <a:pt x="2708" y="6190"/>
                    <a:pt x="2708" y="6186"/>
                    <a:pt x="2704" y="6186"/>
                  </a:cubicBezTo>
                  <a:cubicBezTo>
                    <a:pt x="2688" y="6180"/>
                    <a:pt x="2671" y="6180"/>
                    <a:pt x="2651" y="6183"/>
                  </a:cubicBezTo>
                  <a:moveTo>
                    <a:pt x="4101" y="5622"/>
                  </a:moveTo>
                  <a:lnTo>
                    <a:pt x="4101" y="5622"/>
                  </a:lnTo>
                  <a:cubicBezTo>
                    <a:pt x="4097" y="5622"/>
                    <a:pt x="4091" y="5622"/>
                    <a:pt x="4084" y="5622"/>
                  </a:cubicBezTo>
                  <a:lnTo>
                    <a:pt x="4081" y="5622"/>
                  </a:lnTo>
                  <a:cubicBezTo>
                    <a:pt x="4087" y="5622"/>
                    <a:pt x="4097" y="5622"/>
                    <a:pt x="4107" y="5622"/>
                  </a:cubicBezTo>
                  <a:cubicBezTo>
                    <a:pt x="4104" y="5622"/>
                    <a:pt x="4104" y="5622"/>
                    <a:pt x="4101" y="5622"/>
                  </a:cubicBezTo>
                  <a:moveTo>
                    <a:pt x="4178" y="5602"/>
                  </a:moveTo>
                  <a:lnTo>
                    <a:pt x="4178" y="5602"/>
                  </a:lnTo>
                  <a:lnTo>
                    <a:pt x="4178" y="5602"/>
                  </a:lnTo>
                  <a:lnTo>
                    <a:pt x="4178" y="5602"/>
                  </a:lnTo>
                  <a:lnTo>
                    <a:pt x="4178" y="5602"/>
                  </a:lnTo>
                  <a:lnTo>
                    <a:pt x="4178" y="5606"/>
                  </a:lnTo>
                  <a:cubicBezTo>
                    <a:pt x="4178" y="5606"/>
                    <a:pt x="4175" y="5606"/>
                    <a:pt x="4175" y="5602"/>
                  </a:cubicBezTo>
                  <a:lnTo>
                    <a:pt x="4178" y="5602"/>
                  </a:lnTo>
                  <a:moveTo>
                    <a:pt x="4249" y="5488"/>
                  </a:moveTo>
                  <a:lnTo>
                    <a:pt x="4249" y="5488"/>
                  </a:lnTo>
                  <a:cubicBezTo>
                    <a:pt x="4245" y="5471"/>
                    <a:pt x="4252" y="5455"/>
                    <a:pt x="4269" y="5445"/>
                  </a:cubicBezTo>
                  <a:cubicBezTo>
                    <a:pt x="4269" y="5451"/>
                    <a:pt x="4269" y="5458"/>
                    <a:pt x="4269" y="5465"/>
                  </a:cubicBezTo>
                  <a:lnTo>
                    <a:pt x="4269" y="5468"/>
                  </a:lnTo>
                  <a:cubicBezTo>
                    <a:pt x="4249" y="5474"/>
                    <a:pt x="4255" y="5491"/>
                    <a:pt x="4252" y="5505"/>
                  </a:cubicBezTo>
                  <a:cubicBezTo>
                    <a:pt x="4252" y="5522"/>
                    <a:pt x="4249" y="5538"/>
                    <a:pt x="4249" y="5555"/>
                  </a:cubicBezTo>
                  <a:cubicBezTo>
                    <a:pt x="4249" y="5555"/>
                    <a:pt x="4249" y="5559"/>
                    <a:pt x="4252" y="5559"/>
                  </a:cubicBezTo>
                  <a:cubicBezTo>
                    <a:pt x="4245" y="5562"/>
                    <a:pt x="4242" y="5565"/>
                    <a:pt x="4239" y="5569"/>
                  </a:cubicBezTo>
                  <a:cubicBezTo>
                    <a:pt x="4235" y="5572"/>
                    <a:pt x="4235" y="5572"/>
                    <a:pt x="4235" y="5572"/>
                  </a:cubicBezTo>
                  <a:cubicBezTo>
                    <a:pt x="4242" y="5545"/>
                    <a:pt x="4252" y="5515"/>
                    <a:pt x="4249" y="5488"/>
                  </a:cubicBezTo>
                  <a:moveTo>
                    <a:pt x="4111" y="5344"/>
                  </a:moveTo>
                  <a:lnTo>
                    <a:pt x="4111" y="5344"/>
                  </a:lnTo>
                  <a:cubicBezTo>
                    <a:pt x="4104" y="5344"/>
                    <a:pt x="4097" y="5344"/>
                    <a:pt x="4087" y="5344"/>
                  </a:cubicBezTo>
                  <a:cubicBezTo>
                    <a:pt x="4081" y="5334"/>
                    <a:pt x="4067" y="5327"/>
                    <a:pt x="4064" y="5317"/>
                  </a:cubicBezTo>
                  <a:cubicBezTo>
                    <a:pt x="4067" y="5317"/>
                    <a:pt x="4071" y="5317"/>
                    <a:pt x="4077" y="5313"/>
                  </a:cubicBezTo>
                  <a:cubicBezTo>
                    <a:pt x="4077" y="5313"/>
                    <a:pt x="4081" y="5313"/>
                    <a:pt x="4081" y="5310"/>
                  </a:cubicBezTo>
                  <a:cubicBezTo>
                    <a:pt x="4091" y="5317"/>
                    <a:pt x="4101" y="5320"/>
                    <a:pt x="4111" y="5320"/>
                  </a:cubicBezTo>
                  <a:cubicBezTo>
                    <a:pt x="4111" y="5327"/>
                    <a:pt x="4107" y="5334"/>
                    <a:pt x="4111" y="5344"/>
                  </a:cubicBezTo>
                  <a:moveTo>
                    <a:pt x="4128" y="5357"/>
                  </a:moveTo>
                  <a:lnTo>
                    <a:pt x="4128" y="5357"/>
                  </a:lnTo>
                  <a:cubicBezTo>
                    <a:pt x="4138" y="5364"/>
                    <a:pt x="4148" y="5367"/>
                    <a:pt x="4158" y="5367"/>
                  </a:cubicBezTo>
                  <a:cubicBezTo>
                    <a:pt x="4154" y="5370"/>
                    <a:pt x="4154" y="5377"/>
                    <a:pt x="4154" y="5381"/>
                  </a:cubicBezTo>
                  <a:cubicBezTo>
                    <a:pt x="4158" y="5381"/>
                    <a:pt x="4158" y="5381"/>
                    <a:pt x="4158" y="5384"/>
                  </a:cubicBezTo>
                  <a:cubicBezTo>
                    <a:pt x="4154" y="5384"/>
                    <a:pt x="4154" y="5384"/>
                    <a:pt x="4151" y="5384"/>
                  </a:cubicBezTo>
                  <a:cubicBezTo>
                    <a:pt x="4138" y="5377"/>
                    <a:pt x="4131" y="5370"/>
                    <a:pt x="4128" y="5357"/>
                  </a:cubicBezTo>
                  <a:moveTo>
                    <a:pt x="3685" y="5548"/>
                  </a:moveTo>
                  <a:lnTo>
                    <a:pt x="3685" y="5548"/>
                  </a:lnTo>
                  <a:cubicBezTo>
                    <a:pt x="3675" y="5548"/>
                    <a:pt x="3668" y="5548"/>
                    <a:pt x="3661" y="5548"/>
                  </a:cubicBezTo>
                  <a:cubicBezTo>
                    <a:pt x="3668" y="5548"/>
                    <a:pt x="3675" y="5548"/>
                    <a:pt x="3685" y="5548"/>
                  </a:cubicBezTo>
                  <a:moveTo>
                    <a:pt x="3853" y="5545"/>
                  </a:moveTo>
                  <a:lnTo>
                    <a:pt x="3853" y="5545"/>
                  </a:lnTo>
                  <a:cubicBezTo>
                    <a:pt x="3812" y="5545"/>
                    <a:pt x="3772" y="5542"/>
                    <a:pt x="3732" y="5548"/>
                  </a:cubicBezTo>
                  <a:cubicBezTo>
                    <a:pt x="3728" y="5552"/>
                    <a:pt x="3725" y="5552"/>
                    <a:pt x="3722" y="5552"/>
                  </a:cubicBezTo>
                  <a:cubicBezTo>
                    <a:pt x="3715" y="5548"/>
                    <a:pt x="3708" y="5548"/>
                    <a:pt x="3701" y="5548"/>
                  </a:cubicBezTo>
                  <a:cubicBezTo>
                    <a:pt x="3722" y="5545"/>
                    <a:pt x="3745" y="5545"/>
                    <a:pt x="3765" y="5538"/>
                  </a:cubicBezTo>
                  <a:lnTo>
                    <a:pt x="3765" y="5538"/>
                  </a:lnTo>
                  <a:cubicBezTo>
                    <a:pt x="3802" y="5538"/>
                    <a:pt x="3843" y="5538"/>
                    <a:pt x="3879" y="5535"/>
                  </a:cubicBezTo>
                  <a:cubicBezTo>
                    <a:pt x="3879" y="5535"/>
                    <a:pt x="3879" y="5532"/>
                    <a:pt x="3883" y="5532"/>
                  </a:cubicBezTo>
                  <a:cubicBezTo>
                    <a:pt x="3886" y="5535"/>
                    <a:pt x="3889" y="5542"/>
                    <a:pt x="3896" y="5542"/>
                  </a:cubicBezTo>
                  <a:cubicBezTo>
                    <a:pt x="3900" y="5545"/>
                    <a:pt x="3900" y="5545"/>
                    <a:pt x="3903" y="5545"/>
                  </a:cubicBezTo>
                  <a:cubicBezTo>
                    <a:pt x="3886" y="5545"/>
                    <a:pt x="3869" y="5545"/>
                    <a:pt x="3853" y="5545"/>
                  </a:cubicBezTo>
                  <a:moveTo>
                    <a:pt x="3943" y="5545"/>
                  </a:moveTo>
                  <a:lnTo>
                    <a:pt x="3943" y="5545"/>
                  </a:lnTo>
                  <a:cubicBezTo>
                    <a:pt x="3963" y="5542"/>
                    <a:pt x="3983" y="5538"/>
                    <a:pt x="4004" y="5538"/>
                  </a:cubicBezTo>
                  <a:cubicBezTo>
                    <a:pt x="3990" y="5542"/>
                    <a:pt x="3973" y="5545"/>
                    <a:pt x="3957" y="5545"/>
                  </a:cubicBezTo>
                  <a:cubicBezTo>
                    <a:pt x="3953" y="5545"/>
                    <a:pt x="3950" y="5545"/>
                    <a:pt x="3943" y="5545"/>
                  </a:cubicBezTo>
                  <a:moveTo>
                    <a:pt x="4077" y="5538"/>
                  </a:moveTo>
                  <a:lnTo>
                    <a:pt x="4077" y="5538"/>
                  </a:lnTo>
                  <a:cubicBezTo>
                    <a:pt x="4087" y="5538"/>
                    <a:pt x="4094" y="5538"/>
                    <a:pt x="4104" y="5538"/>
                  </a:cubicBezTo>
                  <a:cubicBezTo>
                    <a:pt x="4101" y="5538"/>
                    <a:pt x="4097" y="5542"/>
                    <a:pt x="4101" y="5548"/>
                  </a:cubicBezTo>
                  <a:cubicBezTo>
                    <a:pt x="4101" y="5545"/>
                    <a:pt x="4097" y="5545"/>
                    <a:pt x="4097" y="5542"/>
                  </a:cubicBezTo>
                  <a:cubicBezTo>
                    <a:pt x="4091" y="5542"/>
                    <a:pt x="4084" y="5538"/>
                    <a:pt x="4077" y="5538"/>
                  </a:cubicBezTo>
                  <a:moveTo>
                    <a:pt x="2178" y="5813"/>
                  </a:moveTo>
                  <a:lnTo>
                    <a:pt x="2178" y="5813"/>
                  </a:lnTo>
                  <a:moveTo>
                    <a:pt x="1302" y="5841"/>
                  </a:moveTo>
                  <a:lnTo>
                    <a:pt x="1302" y="5841"/>
                  </a:lnTo>
                  <a:cubicBezTo>
                    <a:pt x="1323" y="5837"/>
                    <a:pt x="1343" y="5834"/>
                    <a:pt x="1366" y="5837"/>
                  </a:cubicBezTo>
                  <a:cubicBezTo>
                    <a:pt x="1393" y="5837"/>
                    <a:pt x="1423" y="5834"/>
                    <a:pt x="1454" y="5834"/>
                  </a:cubicBezTo>
                  <a:cubicBezTo>
                    <a:pt x="1383" y="5837"/>
                    <a:pt x="1312" y="5844"/>
                    <a:pt x="1242" y="5847"/>
                  </a:cubicBezTo>
                  <a:cubicBezTo>
                    <a:pt x="1245" y="5847"/>
                    <a:pt x="1245" y="5844"/>
                    <a:pt x="1249" y="5844"/>
                  </a:cubicBezTo>
                  <a:lnTo>
                    <a:pt x="1252" y="5844"/>
                  </a:lnTo>
                  <a:cubicBezTo>
                    <a:pt x="1269" y="5844"/>
                    <a:pt x="1286" y="5844"/>
                    <a:pt x="1302" y="5841"/>
                  </a:cubicBezTo>
                  <a:moveTo>
                    <a:pt x="514" y="5924"/>
                  </a:moveTo>
                  <a:lnTo>
                    <a:pt x="514" y="5924"/>
                  </a:lnTo>
                  <a:lnTo>
                    <a:pt x="517" y="5924"/>
                  </a:lnTo>
                  <a:cubicBezTo>
                    <a:pt x="514" y="5924"/>
                    <a:pt x="514" y="5924"/>
                    <a:pt x="514" y="5924"/>
                  </a:cubicBezTo>
                  <a:moveTo>
                    <a:pt x="1054" y="5861"/>
                  </a:moveTo>
                  <a:lnTo>
                    <a:pt x="1054" y="5861"/>
                  </a:lnTo>
                  <a:cubicBezTo>
                    <a:pt x="1091" y="5857"/>
                    <a:pt x="1128" y="5854"/>
                    <a:pt x="1165" y="5854"/>
                  </a:cubicBezTo>
                  <a:cubicBezTo>
                    <a:pt x="1158" y="5854"/>
                    <a:pt x="1155" y="5857"/>
                    <a:pt x="1151" y="5861"/>
                  </a:cubicBezTo>
                  <a:cubicBezTo>
                    <a:pt x="1148" y="5864"/>
                    <a:pt x="1145" y="5867"/>
                    <a:pt x="1145" y="5867"/>
                  </a:cubicBezTo>
                  <a:cubicBezTo>
                    <a:pt x="1115" y="5867"/>
                    <a:pt x="1084" y="5864"/>
                    <a:pt x="1054" y="5861"/>
                  </a:cubicBezTo>
                  <a:moveTo>
                    <a:pt x="1145" y="5827"/>
                  </a:moveTo>
                  <a:lnTo>
                    <a:pt x="1145" y="5827"/>
                  </a:lnTo>
                  <a:lnTo>
                    <a:pt x="1145" y="5827"/>
                  </a:lnTo>
                  <a:cubicBezTo>
                    <a:pt x="1145" y="5827"/>
                    <a:pt x="1141" y="5827"/>
                    <a:pt x="1138" y="5827"/>
                  </a:cubicBezTo>
                  <a:cubicBezTo>
                    <a:pt x="1141" y="5827"/>
                    <a:pt x="1145" y="5827"/>
                    <a:pt x="1145" y="5827"/>
                  </a:cubicBezTo>
                  <a:moveTo>
                    <a:pt x="1108" y="5934"/>
                  </a:moveTo>
                  <a:lnTo>
                    <a:pt x="1108" y="5934"/>
                  </a:lnTo>
                  <a:lnTo>
                    <a:pt x="1111" y="5934"/>
                  </a:lnTo>
                  <a:cubicBezTo>
                    <a:pt x="1115" y="5938"/>
                    <a:pt x="1118" y="5938"/>
                    <a:pt x="1121" y="5938"/>
                  </a:cubicBezTo>
                  <a:cubicBezTo>
                    <a:pt x="1115" y="5938"/>
                    <a:pt x="1111" y="5938"/>
                    <a:pt x="1108" y="5934"/>
                  </a:cubicBezTo>
                  <a:moveTo>
                    <a:pt x="1752" y="5874"/>
                  </a:moveTo>
                  <a:lnTo>
                    <a:pt x="1752" y="5874"/>
                  </a:lnTo>
                  <a:lnTo>
                    <a:pt x="1752" y="5877"/>
                  </a:lnTo>
                  <a:lnTo>
                    <a:pt x="1752" y="5874"/>
                  </a:lnTo>
                  <a:moveTo>
                    <a:pt x="1742" y="5851"/>
                  </a:moveTo>
                  <a:lnTo>
                    <a:pt x="1742" y="5851"/>
                  </a:lnTo>
                  <a:lnTo>
                    <a:pt x="1742" y="5851"/>
                  </a:lnTo>
                  <a:lnTo>
                    <a:pt x="1742" y="5847"/>
                  </a:lnTo>
                  <a:cubicBezTo>
                    <a:pt x="1742" y="5851"/>
                    <a:pt x="1742" y="5851"/>
                    <a:pt x="1742" y="5851"/>
                  </a:cubicBezTo>
                  <a:moveTo>
                    <a:pt x="1655" y="5830"/>
                  </a:moveTo>
                  <a:lnTo>
                    <a:pt x="1655" y="5830"/>
                  </a:lnTo>
                  <a:cubicBezTo>
                    <a:pt x="1652" y="5830"/>
                    <a:pt x="1652" y="5834"/>
                    <a:pt x="1652" y="5834"/>
                  </a:cubicBezTo>
                  <a:cubicBezTo>
                    <a:pt x="1645" y="5834"/>
                    <a:pt x="1641" y="5834"/>
                    <a:pt x="1635" y="5834"/>
                  </a:cubicBezTo>
                  <a:cubicBezTo>
                    <a:pt x="1615" y="5827"/>
                    <a:pt x="1591" y="5827"/>
                    <a:pt x="1568" y="5827"/>
                  </a:cubicBezTo>
                  <a:cubicBezTo>
                    <a:pt x="1662" y="5820"/>
                    <a:pt x="1752" y="5810"/>
                    <a:pt x="1846" y="5807"/>
                  </a:cubicBezTo>
                  <a:cubicBezTo>
                    <a:pt x="1863" y="5804"/>
                    <a:pt x="1880" y="5800"/>
                    <a:pt x="1893" y="5797"/>
                  </a:cubicBezTo>
                  <a:cubicBezTo>
                    <a:pt x="1893" y="5800"/>
                    <a:pt x="1893" y="5804"/>
                    <a:pt x="1893" y="5810"/>
                  </a:cubicBezTo>
                  <a:cubicBezTo>
                    <a:pt x="1890" y="5810"/>
                    <a:pt x="1890" y="5810"/>
                    <a:pt x="1890" y="5813"/>
                  </a:cubicBezTo>
                  <a:cubicBezTo>
                    <a:pt x="1809" y="5804"/>
                    <a:pt x="1732" y="5810"/>
                    <a:pt x="1655" y="5830"/>
                  </a:cubicBezTo>
                  <a:moveTo>
                    <a:pt x="2178" y="5955"/>
                  </a:moveTo>
                  <a:lnTo>
                    <a:pt x="2178" y="5955"/>
                  </a:lnTo>
                  <a:cubicBezTo>
                    <a:pt x="2178" y="5965"/>
                    <a:pt x="2168" y="5968"/>
                    <a:pt x="2161" y="5965"/>
                  </a:cubicBezTo>
                  <a:cubicBezTo>
                    <a:pt x="2154" y="5961"/>
                    <a:pt x="2144" y="5958"/>
                    <a:pt x="2137" y="5955"/>
                  </a:cubicBezTo>
                  <a:lnTo>
                    <a:pt x="2137" y="5955"/>
                  </a:lnTo>
                  <a:cubicBezTo>
                    <a:pt x="2111" y="5941"/>
                    <a:pt x="2084" y="5931"/>
                    <a:pt x="2064" y="5911"/>
                  </a:cubicBezTo>
                  <a:cubicBezTo>
                    <a:pt x="2060" y="5911"/>
                    <a:pt x="2057" y="5911"/>
                    <a:pt x="2054" y="5914"/>
                  </a:cubicBezTo>
                  <a:cubicBezTo>
                    <a:pt x="2047" y="5921"/>
                    <a:pt x="2040" y="5924"/>
                    <a:pt x="2033" y="5931"/>
                  </a:cubicBezTo>
                  <a:cubicBezTo>
                    <a:pt x="2030" y="5934"/>
                    <a:pt x="2027" y="5938"/>
                    <a:pt x="2023" y="5941"/>
                  </a:cubicBezTo>
                  <a:cubicBezTo>
                    <a:pt x="2017" y="5945"/>
                    <a:pt x="2013" y="5951"/>
                    <a:pt x="2010" y="5955"/>
                  </a:cubicBezTo>
                  <a:cubicBezTo>
                    <a:pt x="2010" y="5958"/>
                    <a:pt x="2007" y="5958"/>
                    <a:pt x="2003" y="5958"/>
                  </a:cubicBezTo>
                  <a:cubicBezTo>
                    <a:pt x="2000" y="5958"/>
                    <a:pt x="2000" y="5961"/>
                    <a:pt x="1996" y="5961"/>
                  </a:cubicBezTo>
                  <a:cubicBezTo>
                    <a:pt x="1990" y="5965"/>
                    <a:pt x="1984" y="5968"/>
                    <a:pt x="1977" y="5975"/>
                  </a:cubicBezTo>
                  <a:lnTo>
                    <a:pt x="1977" y="5975"/>
                  </a:lnTo>
                  <a:cubicBezTo>
                    <a:pt x="1977" y="5975"/>
                    <a:pt x="1974" y="5975"/>
                    <a:pt x="1974" y="5978"/>
                  </a:cubicBezTo>
                  <a:lnTo>
                    <a:pt x="1974" y="5978"/>
                  </a:lnTo>
                  <a:lnTo>
                    <a:pt x="1974" y="5978"/>
                  </a:lnTo>
                  <a:cubicBezTo>
                    <a:pt x="1970" y="5978"/>
                    <a:pt x="1970" y="5978"/>
                    <a:pt x="1970" y="5978"/>
                  </a:cubicBezTo>
                  <a:cubicBezTo>
                    <a:pt x="1967" y="5981"/>
                    <a:pt x="1960" y="5981"/>
                    <a:pt x="1957" y="5978"/>
                  </a:cubicBezTo>
                  <a:lnTo>
                    <a:pt x="1957" y="5978"/>
                  </a:lnTo>
                  <a:cubicBezTo>
                    <a:pt x="1950" y="5985"/>
                    <a:pt x="1940" y="5978"/>
                    <a:pt x="1940" y="5968"/>
                  </a:cubicBezTo>
                  <a:cubicBezTo>
                    <a:pt x="1940" y="5948"/>
                    <a:pt x="1944" y="5931"/>
                    <a:pt x="1947" y="5911"/>
                  </a:cubicBezTo>
                  <a:lnTo>
                    <a:pt x="1947" y="5911"/>
                  </a:lnTo>
                  <a:cubicBezTo>
                    <a:pt x="1947" y="5908"/>
                    <a:pt x="1947" y="5904"/>
                    <a:pt x="1947" y="5901"/>
                  </a:cubicBezTo>
                  <a:cubicBezTo>
                    <a:pt x="1947" y="5898"/>
                    <a:pt x="1947" y="5898"/>
                    <a:pt x="1947" y="5894"/>
                  </a:cubicBezTo>
                  <a:lnTo>
                    <a:pt x="1947" y="5894"/>
                  </a:lnTo>
                  <a:cubicBezTo>
                    <a:pt x="1950" y="5877"/>
                    <a:pt x="1950" y="5861"/>
                    <a:pt x="1950" y="5844"/>
                  </a:cubicBezTo>
                  <a:lnTo>
                    <a:pt x="1950" y="5844"/>
                  </a:lnTo>
                  <a:cubicBezTo>
                    <a:pt x="1950" y="5844"/>
                    <a:pt x="1950" y="5841"/>
                    <a:pt x="1947" y="5841"/>
                  </a:cubicBezTo>
                  <a:lnTo>
                    <a:pt x="1947" y="5841"/>
                  </a:lnTo>
                  <a:cubicBezTo>
                    <a:pt x="1947" y="5841"/>
                    <a:pt x="1950" y="5841"/>
                    <a:pt x="1950" y="5844"/>
                  </a:cubicBezTo>
                  <a:cubicBezTo>
                    <a:pt x="1950" y="5837"/>
                    <a:pt x="1950" y="5834"/>
                    <a:pt x="1950" y="5827"/>
                  </a:cubicBezTo>
                  <a:cubicBezTo>
                    <a:pt x="1947" y="5777"/>
                    <a:pt x="1937" y="5730"/>
                    <a:pt x="1930" y="5683"/>
                  </a:cubicBezTo>
                  <a:cubicBezTo>
                    <a:pt x="1930" y="5679"/>
                    <a:pt x="1930" y="5679"/>
                    <a:pt x="1934" y="5676"/>
                  </a:cubicBezTo>
                  <a:cubicBezTo>
                    <a:pt x="1930" y="5669"/>
                    <a:pt x="1934" y="5663"/>
                    <a:pt x="1944" y="5663"/>
                  </a:cubicBezTo>
                  <a:cubicBezTo>
                    <a:pt x="1980" y="5663"/>
                    <a:pt x="2013" y="5666"/>
                    <a:pt x="2050" y="5666"/>
                  </a:cubicBezTo>
                  <a:cubicBezTo>
                    <a:pt x="2054" y="5666"/>
                    <a:pt x="2057" y="5663"/>
                    <a:pt x="2060" y="5663"/>
                  </a:cubicBezTo>
                  <a:cubicBezTo>
                    <a:pt x="2067" y="5663"/>
                    <a:pt x="2070" y="5659"/>
                    <a:pt x="2070" y="5659"/>
                  </a:cubicBezTo>
                  <a:cubicBezTo>
                    <a:pt x="2090" y="5659"/>
                    <a:pt x="2111" y="5659"/>
                    <a:pt x="2131" y="5649"/>
                  </a:cubicBezTo>
                  <a:cubicBezTo>
                    <a:pt x="2137" y="5649"/>
                    <a:pt x="2137" y="5649"/>
                    <a:pt x="2137" y="5649"/>
                  </a:cubicBezTo>
                  <a:cubicBezTo>
                    <a:pt x="2137" y="5649"/>
                    <a:pt x="2141" y="5649"/>
                    <a:pt x="2141" y="5652"/>
                  </a:cubicBezTo>
                  <a:cubicBezTo>
                    <a:pt x="2141" y="5649"/>
                    <a:pt x="2144" y="5649"/>
                    <a:pt x="2144" y="5649"/>
                  </a:cubicBezTo>
                  <a:cubicBezTo>
                    <a:pt x="2151" y="5649"/>
                    <a:pt x="2157" y="5652"/>
                    <a:pt x="2157" y="5659"/>
                  </a:cubicBezTo>
                  <a:cubicBezTo>
                    <a:pt x="2161" y="5663"/>
                    <a:pt x="2161" y="5669"/>
                    <a:pt x="2161" y="5673"/>
                  </a:cubicBezTo>
                  <a:cubicBezTo>
                    <a:pt x="2168" y="5696"/>
                    <a:pt x="2168" y="5720"/>
                    <a:pt x="2171" y="5743"/>
                  </a:cubicBezTo>
                  <a:cubicBezTo>
                    <a:pt x="2171" y="5756"/>
                    <a:pt x="2171" y="5770"/>
                    <a:pt x="2171" y="5787"/>
                  </a:cubicBezTo>
                  <a:lnTo>
                    <a:pt x="2171" y="5787"/>
                  </a:lnTo>
                  <a:cubicBezTo>
                    <a:pt x="2171" y="5787"/>
                    <a:pt x="2171" y="5790"/>
                    <a:pt x="2174" y="5790"/>
                  </a:cubicBezTo>
                  <a:lnTo>
                    <a:pt x="2174" y="5790"/>
                  </a:lnTo>
                  <a:lnTo>
                    <a:pt x="2174" y="5790"/>
                  </a:lnTo>
                  <a:cubicBezTo>
                    <a:pt x="2174" y="5794"/>
                    <a:pt x="2174" y="5794"/>
                    <a:pt x="2174" y="5797"/>
                  </a:cubicBezTo>
                  <a:cubicBezTo>
                    <a:pt x="2174" y="5800"/>
                    <a:pt x="2174" y="5807"/>
                    <a:pt x="2174" y="5810"/>
                  </a:cubicBezTo>
                  <a:lnTo>
                    <a:pt x="2174" y="5810"/>
                  </a:lnTo>
                  <a:cubicBezTo>
                    <a:pt x="2174" y="5813"/>
                    <a:pt x="2174" y="5820"/>
                    <a:pt x="2174" y="5824"/>
                  </a:cubicBezTo>
                  <a:cubicBezTo>
                    <a:pt x="2174" y="5830"/>
                    <a:pt x="2178" y="5834"/>
                    <a:pt x="2178" y="5837"/>
                  </a:cubicBezTo>
                  <a:cubicBezTo>
                    <a:pt x="2178" y="5844"/>
                    <a:pt x="2178" y="5847"/>
                    <a:pt x="2178" y="5854"/>
                  </a:cubicBezTo>
                  <a:cubicBezTo>
                    <a:pt x="2178" y="5857"/>
                    <a:pt x="2178" y="5861"/>
                    <a:pt x="2178" y="5864"/>
                  </a:cubicBezTo>
                  <a:cubicBezTo>
                    <a:pt x="2178" y="5871"/>
                    <a:pt x="2178" y="5877"/>
                    <a:pt x="2178" y="5884"/>
                  </a:cubicBezTo>
                  <a:lnTo>
                    <a:pt x="2178" y="5888"/>
                  </a:lnTo>
                  <a:cubicBezTo>
                    <a:pt x="2178" y="5894"/>
                    <a:pt x="2178" y="5904"/>
                    <a:pt x="2174" y="5911"/>
                  </a:cubicBezTo>
                  <a:cubicBezTo>
                    <a:pt x="2178" y="5921"/>
                    <a:pt x="2178" y="5928"/>
                    <a:pt x="2178" y="5934"/>
                  </a:cubicBezTo>
                  <a:lnTo>
                    <a:pt x="2178" y="5934"/>
                  </a:lnTo>
                  <a:cubicBezTo>
                    <a:pt x="2178" y="5941"/>
                    <a:pt x="2178" y="5948"/>
                    <a:pt x="2178" y="5955"/>
                  </a:cubicBezTo>
                  <a:moveTo>
                    <a:pt x="2178" y="5813"/>
                  </a:moveTo>
                  <a:lnTo>
                    <a:pt x="2178" y="5813"/>
                  </a:lnTo>
                  <a:lnTo>
                    <a:pt x="2178" y="5813"/>
                  </a:lnTo>
                  <a:lnTo>
                    <a:pt x="2178" y="5813"/>
                  </a:lnTo>
                  <a:cubicBezTo>
                    <a:pt x="2181" y="5813"/>
                    <a:pt x="2181" y="5813"/>
                    <a:pt x="2181" y="5813"/>
                  </a:cubicBezTo>
                  <a:lnTo>
                    <a:pt x="2178" y="5813"/>
                  </a:lnTo>
                  <a:moveTo>
                    <a:pt x="2735" y="5756"/>
                  </a:moveTo>
                  <a:lnTo>
                    <a:pt x="2735" y="5756"/>
                  </a:lnTo>
                  <a:lnTo>
                    <a:pt x="2735" y="5756"/>
                  </a:lnTo>
                  <a:cubicBezTo>
                    <a:pt x="2735" y="5760"/>
                    <a:pt x="2735" y="5760"/>
                    <a:pt x="2738" y="5760"/>
                  </a:cubicBezTo>
                  <a:cubicBezTo>
                    <a:pt x="2735" y="5760"/>
                    <a:pt x="2735" y="5760"/>
                    <a:pt x="2735" y="5756"/>
                  </a:cubicBezTo>
                  <a:moveTo>
                    <a:pt x="3597" y="6126"/>
                  </a:moveTo>
                  <a:lnTo>
                    <a:pt x="3597" y="6126"/>
                  </a:lnTo>
                  <a:moveTo>
                    <a:pt x="3792" y="5666"/>
                  </a:moveTo>
                  <a:lnTo>
                    <a:pt x="3792" y="5666"/>
                  </a:lnTo>
                  <a:cubicBezTo>
                    <a:pt x="3789" y="5669"/>
                    <a:pt x="3789" y="5673"/>
                    <a:pt x="3792" y="5676"/>
                  </a:cubicBezTo>
                  <a:lnTo>
                    <a:pt x="3789" y="5676"/>
                  </a:lnTo>
                  <a:cubicBezTo>
                    <a:pt x="3768" y="5676"/>
                    <a:pt x="3745" y="5676"/>
                    <a:pt x="3725" y="5683"/>
                  </a:cubicBezTo>
                  <a:lnTo>
                    <a:pt x="3725" y="5683"/>
                  </a:lnTo>
                  <a:cubicBezTo>
                    <a:pt x="3722" y="5686"/>
                    <a:pt x="3718" y="5686"/>
                    <a:pt x="3715" y="5686"/>
                  </a:cubicBezTo>
                  <a:cubicBezTo>
                    <a:pt x="3681" y="5689"/>
                    <a:pt x="3644" y="5689"/>
                    <a:pt x="3611" y="5693"/>
                  </a:cubicBezTo>
                  <a:cubicBezTo>
                    <a:pt x="3520" y="5693"/>
                    <a:pt x="3429" y="5703"/>
                    <a:pt x="3339" y="5713"/>
                  </a:cubicBezTo>
                  <a:cubicBezTo>
                    <a:pt x="3215" y="5723"/>
                    <a:pt x="3087" y="5723"/>
                    <a:pt x="2966" y="5740"/>
                  </a:cubicBezTo>
                  <a:cubicBezTo>
                    <a:pt x="2923" y="5740"/>
                    <a:pt x="2879" y="5743"/>
                    <a:pt x="2836" y="5750"/>
                  </a:cubicBezTo>
                  <a:cubicBezTo>
                    <a:pt x="2839" y="5750"/>
                    <a:pt x="2839" y="5750"/>
                    <a:pt x="2839" y="5753"/>
                  </a:cubicBezTo>
                  <a:lnTo>
                    <a:pt x="2839" y="5753"/>
                  </a:lnTo>
                  <a:cubicBezTo>
                    <a:pt x="2836" y="5750"/>
                    <a:pt x="2836" y="5750"/>
                    <a:pt x="2836" y="5750"/>
                  </a:cubicBezTo>
                  <a:cubicBezTo>
                    <a:pt x="2805" y="5753"/>
                    <a:pt x="2775" y="5743"/>
                    <a:pt x="2745" y="5756"/>
                  </a:cubicBezTo>
                  <a:lnTo>
                    <a:pt x="2745" y="5756"/>
                  </a:lnTo>
                  <a:lnTo>
                    <a:pt x="2745" y="5756"/>
                  </a:lnTo>
                  <a:lnTo>
                    <a:pt x="2745" y="5756"/>
                  </a:lnTo>
                  <a:lnTo>
                    <a:pt x="2745" y="5756"/>
                  </a:lnTo>
                  <a:cubicBezTo>
                    <a:pt x="2742" y="5756"/>
                    <a:pt x="2738" y="5756"/>
                    <a:pt x="2735" y="5756"/>
                  </a:cubicBezTo>
                  <a:cubicBezTo>
                    <a:pt x="2732" y="5753"/>
                    <a:pt x="2725" y="5750"/>
                    <a:pt x="2721" y="5756"/>
                  </a:cubicBezTo>
                  <a:cubicBezTo>
                    <a:pt x="2711" y="5753"/>
                    <a:pt x="2704" y="5756"/>
                    <a:pt x="2694" y="5756"/>
                  </a:cubicBezTo>
                  <a:cubicBezTo>
                    <a:pt x="2674" y="5760"/>
                    <a:pt x="2651" y="5760"/>
                    <a:pt x="2631" y="5760"/>
                  </a:cubicBezTo>
                  <a:lnTo>
                    <a:pt x="2631" y="5760"/>
                  </a:lnTo>
                  <a:lnTo>
                    <a:pt x="2631" y="5760"/>
                  </a:lnTo>
                  <a:cubicBezTo>
                    <a:pt x="2550" y="5753"/>
                    <a:pt x="2470" y="5760"/>
                    <a:pt x="2386" y="5760"/>
                  </a:cubicBezTo>
                  <a:cubicBezTo>
                    <a:pt x="2359" y="5767"/>
                    <a:pt x="2332" y="5753"/>
                    <a:pt x="2305" y="5760"/>
                  </a:cubicBezTo>
                  <a:cubicBezTo>
                    <a:pt x="2285" y="5763"/>
                    <a:pt x="2258" y="5760"/>
                    <a:pt x="2248" y="5777"/>
                  </a:cubicBezTo>
                  <a:cubicBezTo>
                    <a:pt x="2238" y="5780"/>
                    <a:pt x="2228" y="5780"/>
                    <a:pt x="2218" y="5784"/>
                  </a:cubicBezTo>
                  <a:lnTo>
                    <a:pt x="2215" y="5784"/>
                  </a:lnTo>
                  <a:cubicBezTo>
                    <a:pt x="2215" y="5780"/>
                    <a:pt x="2215" y="5777"/>
                    <a:pt x="2211" y="5770"/>
                  </a:cubicBezTo>
                  <a:lnTo>
                    <a:pt x="2208" y="5767"/>
                  </a:lnTo>
                  <a:lnTo>
                    <a:pt x="2211" y="5763"/>
                  </a:lnTo>
                  <a:lnTo>
                    <a:pt x="2215" y="5763"/>
                  </a:lnTo>
                  <a:cubicBezTo>
                    <a:pt x="2218" y="5760"/>
                    <a:pt x="2221" y="5760"/>
                    <a:pt x="2221" y="5756"/>
                  </a:cubicBezTo>
                  <a:cubicBezTo>
                    <a:pt x="2225" y="5756"/>
                    <a:pt x="2228" y="5756"/>
                    <a:pt x="2231" y="5756"/>
                  </a:cubicBezTo>
                  <a:lnTo>
                    <a:pt x="2231" y="5756"/>
                  </a:lnTo>
                  <a:lnTo>
                    <a:pt x="2231" y="5756"/>
                  </a:lnTo>
                  <a:cubicBezTo>
                    <a:pt x="2255" y="5756"/>
                    <a:pt x="2278" y="5763"/>
                    <a:pt x="2298" y="5750"/>
                  </a:cubicBezTo>
                  <a:cubicBezTo>
                    <a:pt x="2308" y="5750"/>
                    <a:pt x="2315" y="5750"/>
                    <a:pt x="2325" y="5750"/>
                  </a:cubicBezTo>
                  <a:cubicBezTo>
                    <a:pt x="2329" y="5750"/>
                    <a:pt x="2332" y="5753"/>
                    <a:pt x="2336" y="5753"/>
                  </a:cubicBezTo>
                  <a:cubicBezTo>
                    <a:pt x="2346" y="5756"/>
                    <a:pt x="2352" y="5756"/>
                    <a:pt x="2362" y="5750"/>
                  </a:cubicBezTo>
                  <a:cubicBezTo>
                    <a:pt x="2456" y="5740"/>
                    <a:pt x="2550" y="5733"/>
                    <a:pt x="2644" y="5723"/>
                  </a:cubicBezTo>
                  <a:cubicBezTo>
                    <a:pt x="2715" y="5723"/>
                    <a:pt x="2782" y="5716"/>
                    <a:pt x="2849" y="5703"/>
                  </a:cubicBezTo>
                  <a:cubicBezTo>
                    <a:pt x="2903" y="5703"/>
                    <a:pt x="2953" y="5709"/>
                    <a:pt x="3003" y="5693"/>
                  </a:cubicBezTo>
                  <a:cubicBezTo>
                    <a:pt x="3097" y="5696"/>
                    <a:pt x="3191" y="5683"/>
                    <a:pt x="3282" y="5669"/>
                  </a:cubicBezTo>
                  <a:cubicBezTo>
                    <a:pt x="3285" y="5669"/>
                    <a:pt x="3285" y="5669"/>
                    <a:pt x="3289" y="5666"/>
                  </a:cubicBezTo>
                  <a:cubicBezTo>
                    <a:pt x="3309" y="5666"/>
                    <a:pt x="3329" y="5666"/>
                    <a:pt x="3346" y="5659"/>
                  </a:cubicBezTo>
                  <a:lnTo>
                    <a:pt x="3346" y="5659"/>
                  </a:lnTo>
                  <a:lnTo>
                    <a:pt x="3346" y="5659"/>
                  </a:lnTo>
                  <a:cubicBezTo>
                    <a:pt x="3356" y="5663"/>
                    <a:pt x="3362" y="5663"/>
                    <a:pt x="3369" y="5659"/>
                  </a:cubicBezTo>
                  <a:cubicBezTo>
                    <a:pt x="3372" y="5659"/>
                    <a:pt x="3376" y="5659"/>
                    <a:pt x="3379" y="5659"/>
                  </a:cubicBezTo>
                  <a:cubicBezTo>
                    <a:pt x="3419" y="5659"/>
                    <a:pt x="3463" y="5663"/>
                    <a:pt x="3500" y="5649"/>
                  </a:cubicBezTo>
                  <a:cubicBezTo>
                    <a:pt x="3550" y="5652"/>
                    <a:pt x="3601" y="5649"/>
                    <a:pt x="3651" y="5639"/>
                  </a:cubicBezTo>
                  <a:cubicBezTo>
                    <a:pt x="3691" y="5642"/>
                    <a:pt x="3735" y="5639"/>
                    <a:pt x="3775" y="5632"/>
                  </a:cubicBezTo>
                  <a:cubicBezTo>
                    <a:pt x="3782" y="5636"/>
                    <a:pt x="3789" y="5632"/>
                    <a:pt x="3796" y="5632"/>
                  </a:cubicBezTo>
                  <a:cubicBezTo>
                    <a:pt x="3802" y="5629"/>
                    <a:pt x="3809" y="5629"/>
                    <a:pt x="3819" y="5629"/>
                  </a:cubicBezTo>
                  <a:cubicBezTo>
                    <a:pt x="3849" y="5629"/>
                    <a:pt x="3883" y="5632"/>
                    <a:pt x="3913" y="5622"/>
                  </a:cubicBezTo>
                  <a:cubicBezTo>
                    <a:pt x="3936" y="5622"/>
                    <a:pt x="3960" y="5622"/>
                    <a:pt x="3987" y="5619"/>
                  </a:cubicBezTo>
                  <a:cubicBezTo>
                    <a:pt x="3997" y="5622"/>
                    <a:pt x="4010" y="5622"/>
                    <a:pt x="4024" y="5622"/>
                  </a:cubicBezTo>
                  <a:cubicBezTo>
                    <a:pt x="4027" y="5622"/>
                    <a:pt x="4030" y="5619"/>
                    <a:pt x="4034" y="5619"/>
                  </a:cubicBezTo>
                  <a:cubicBezTo>
                    <a:pt x="4037" y="5619"/>
                    <a:pt x="4044" y="5619"/>
                    <a:pt x="4047" y="5619"/>
                  </a:cubicBezTo>
                  <a:lnTo>
                    <a:pt x="4050" y="5619"/>
                  </a:lnTo>
                  <a:cubicBezTo>
                    <a:pt x="4040" y="5622"/>
                    <a:pt x="4030" y="5626"/>
                    <a:pt x="4024" y="5629"/>
                  </a:cubicBezTo>
                  <a:cubicBezTo>
                    <a:pt x="4007" y="5639"/>
                    <a:pt x="3983" y="5636"/>
                    <a:pt x="3963" y="5646"/>
                  </a:cubicBezTo>
                  <a:cubicBezTo>
                    <a:pt x="3960" y="5646"/>
                    <a:pt x="3953" y="5642"/>
                    <a:pt x="3950" y="5639"/>
                  </a:cubicBezTo>
                  <a:cubicBezTo>
                    <a:pt x="3893" y="5639"/>
                    <a:pt x="3839" y="5649"/>
                    <a:pt x="3792" y="5666"/>
                  </a:cubicBezTo>
                  <a:moveTo>
                    <a:pt x="3997" y="4951"/>
                  </a:moveTo>
                  <a:lnTo>
                    <a:pt x="3997" y="4951"/>
                  </a:lnTo>
                  <a:lnTo>
                    <a:pt x="3997" y="4951"/>
                  </a:lnTo>
                  <a:lnTo>
                    <a:pt x="3993" y="4951"/>
                  </a:lnTo>
                  <a:cubicBezTo>
                    <a:pt x="3997" y="4951"/>
                    <a:pt x="4000" y="4948"/>
                    <a:pt x="4000" y="4948"/>
                  </a:cubicBezTo>
                  <a:lnTo>
                    <a:pt x="3997" y="4951"/>
                  </a:lnTo>
                  <a:moveTo>
                    <a:pt x="3893" y="4884"/>
                  </a:moveTo>
                  <a:lnTo>
                    <a:pt x="3893" y="4884"/>
                  </a:lnTo>
                  <a:cubicBezTo>
                    <a:pt x="3889" y="4887"/>
                    <a:pt x="3886" y="4887"/>
                    <a:pt x="3883" y="4891"/>
                  </a:cubicBezTo>
                  <a:cubicBezTo>
                    <a:pt x="3883" y="4884"/>
                    <a:pt x="3879" y="4877"/>
                    <a:pt x="3879" y="4874"/>
                  </a:cubicBezTo>
                  <a:lnTo>
                    <a:pt x="3879" y="4874"/>
                  </a:lnTo>
                  <a:cubicBezTo>
                    <a:pt x="3883" y="4877"/>
                    <a:pt x="3900" y="4884"/>
                    <a:pt x="3893" y="4884"/>
                  </a:cubicBezTo>
                  <a:moveTo>
                    <a:pt x="3628" y="4656"/>
                  </a:moveTo>
                  <a:lnTo>
                    <a:pt x="3628" y="4656"/>
                  </a:lnTo>
                  <a:lnTo>
                    <a:pt x="3628" y="4656"/>
                  </a:lnTo>
                  <a:lnTo>
                    <a:pt x="3628" y="4656"/>
                  </a:lnTo>
                  <a:lnTo>
                    <a:pt x="3631" y="4656"/>
                  </a:lnTo>
                  <a:cubicBezTo>
                    <a:pt x="3628" y="4656"/>
                    <a:pt x="3628" y="4656"/>
                    <a:pt x="3628" y="4656"/>
                  </a:cubicBezTo>
                  <a:moveTo>
                    <a:pt x="3675" y="4699"/>
                  </a:moveTo>
                  <a:lnTo>
                    <a:pt x="3675" y="4699"/>
                  </a:lnTo>
                  <a:lnTo>
                    <a:pt x="3678" y="4699"/>
                  </a:lnTo>
                  <a:lnTo>
                    <a:pt x="3678" y="4702"/>
                  </a:lnTo>
                  <a:cubicBezTo>
                    <a:pt x="3675" y="4699"/>
                    <a:pt x="3675" y="4699"/>
                    <a:pt x="3675" y="4699"/>
                  </a:cubicBezTo>
                  <a:moveTo>
                    <a:pt x="3668" y="4696"/>
                  </a:moveTo>
                  <a:lnTo>
                    <a:pt x="3668" y="4696"/>
                  </a:lnTo>
                  <a:lnTo>
                    <a:pt x="3668" y="4696"/>
                  </a:lnTo>
                  <a:cubicBezTo>
                    <a:pt x="3665" y="4696"/>
                    <a:pt x="3665" y="4696"/>
                    <a:pt x="3665" y="4696"/>
                  </a:cubicBezTo>
                  <a:lnTo>
                    <a:pt x="3668" y="4696"/>
                  </a:lnTo>
                  <a:moveTo>
                    <a:pt x="3389" y="4045"/>
                  </a:moveTo>
                  <a:lnTo>
                    <a:pt x="3389" y="4045"/>
                  </a:lnTo>
                  <a:cubicBezTo>
                    <a:pt x="3389" y="4041"/>
                    <a:pt x="3393" y="4041"/>
                    <a:pt x="3393" y="4038"/>
                  </a:cubicBezTo>
                  <a:cubicBezTo>
                    <a:pt x="3393" y="4041"/>
                    <a:pt x="3393" y="4041"/>
                    <a:pt x="3396" y="4041"/>
                  </a:cubicBezTo>
                  <a:cubicBezTo>
                    <a:pt x="3393" y="4041"/>
                    <a:pt x="3393" y="4041"/>
                    <a:pt x="3389" y="4045"/>
                  </a:cubicBezTo>
                  <a:moveTo>
                    <a:pt x="3403" y="4041"/>
                  </a:moveTo>
                  <a:lnTo>
                    <a:pt x="3403" y="4041"/>
                  </a:lnTo>
                  <a:moveTo>
                    <a:pt x="3252" y="4293"/>
                  </a:moveTo>
                  <a:lnTo>
                    <a:pt x="3252" y="4293"/>
                  </a:lnTo>
                  <a:moveTo>
                    <a:pt x="3027" y="4749"/>
                  </a:moveTo>
                  <a:lnTo>
                    <a:pt x="3027" y="4749"/>
                  </a:lnTo>
                  <a:cubicBezTo>
                    <a:pt x="3023" y="4753"/>
                    <a:pt x="3023" y="4753"/>
                    <a:pt x="3023" y="4753"/>
                  </a:cubicBezTo>
                  <a:lnTo>
                    <a:pt x="3023" y="4753"/>
                  </a:lnTo>
                  <a:lnTo>
                    <a:pt x="3023" y="4753"/>
                  </a:lnTo>
                  <a:cubicBezTo>
                    <a:pt x="3023" y="4753"/>
                    <a:pt x="3027" y="4753"/>
                    <a:pt x="3027" y="4749"/>
                  </a:cubicBezTo>
                  <a:moveTo>
                    <a:pt x="3101" y="4763"/>
                  </a:moveTo>
                  <a:lnTo>
                    <a:pt x="3101" y="4763"/>
                  </a:lnTo>
                  <a:lnTo>
                    <a:pt x="3101" y="4763"/>
                  </a:lnTo>
                  <a:cubicBezTo>
                    <a:pt x="3104" y="4766"/>
                    <a:pt x="3104" y="4766"/>
                    <a:pt x="3104" y="4770"/>
                  </a:cubicBezTo>
                  <a:cubicBezTo>
                    <a:pt x="3104" y="4766"/>
                    <a:pt x="3104" y="4766"/>
                    <a:pt x="3101" y="4763"/>
                  </a:cubicBezTo>
                  <a:moveTo>
                    <a:pt x="3403" y="4340"/>
                  </a:moveTo>
                  <a:lnTo>
                    <a:pt x="3403" y="4340"/>
                  </a:lnTo>
                  <a:lnTo>
                    <a:pt x="3406" y="4340"/>
                  </a:lnTo>
                  <a:lnTo>
                    <a:pt x="3403" y="4340"/>
                  </a:lnTo>
                  <a:moveTo>
                    <a:pt x="2631" y="4115"/>
                  </a:moveTo>
                  <a:lnTo>
                    <a:pt x="2631" y="4115"/>
                  </a:lnTo>
                  <a:moveTo>
                    <a:pt x="2503" y="4159"/>
                  </a:moveTo>
                  <a:lnTo>
                    <a:pt x="2503" y="4159"/>
                  </a:lnTo>
                  <a:moveTo>
                    <a:pt x="2698" y="4105"/>
                  </a:moveTo>
                  <a:lnTo>
                    <a:pt x="2698" y="4105"/>
                  </a:lnTo>
                  <a:moveTo>
                    <a:pt x="2215" y="4176"/>
                  </a:moveTo>
                  <a:lnTo>
                    <a:pt x="2215" y="4176"/>
                  </a:lnTo>
                  <a:lnTo>
                    <a:pt x="2215" y="4176"/>
                  </a:lnTo>
                  <a:cubicBezTo>
                    <a:pt x="2211" y="4176"/>
                    <a:pt x="2211" y="4176"/>
                    <a:pt x="2211" y="4176"/>
                  </a:cubicBezTo>
                  <a:lnTo>
                    <a:pt x="2215" y="4176"/>
                  </a:lnTo>
                  <a:moveTo>
                    <a:pt x="1846" y="4296"/>
                  </a:moveTo>
                  <a:lnTo>
                    <a:pt x="1846" y="4296"/>
                  </a:lnTo>
                  <a:cubicBezTo>
                    <a:pt x="1843" y="4300"/>
                    <a:pt x="1843" y="4300"/>
                    <a:pt x="1840" y="4300"/>
                  </a:cubicBezTo>
                  <a:cubicBezTo>
                    <a:pt x="1843" y="4300"/>
                    <a:pt x="1843" y="4296"/>
                    <a:pt x="1846" y="4296"/>
                  </a:cubicBezTo>
                  <a:moveTo>
                    <a:pt x="772" y="4340"/>
                  </a:moveTo>
                  <a:lnTo>
                    <a:pt x="772" y="4340"/>
                  </a:lnTo>
                  <a:lnTo>
                    <a:pt x="772" y="4340"/>
                  </a:lnTo>
                  <a:cubicBezTo>
                    <a:pt x="776" y="4343"/>
                    <a:pt x="776" y="4343"/>
                    <a:pt x="776" y="4343"/>
                  </a:cubicBezTo>
                  <a:cubicBezTo>
                    <a:pt x="776" y="4343"/>
                    <a:pt x="772" y="4343"/>
                    <a:pt x="772" y="4340"/>
                  </a:cubicBezTo>
                  <a:moveTo>
                    <a:pt x="2198" y="4283"/>
                  </a:moveTo>
                  <a:lnTo>
                    <a:pt x="2198" y="4283"/>
                  </a:lnTo>
                  <a:cubicBezTo>
                    <a:pt x="2178" y="4283"/>
                    <a:pt x="2161" y="4283"/>
                    <a:pt x="2144" y="4293"/>
                  </a:cubicBezTo>
                  <a:cubicBezTo>
                    <a:pt x="2141" y="4293"/>
                    <a:pt x="2141" y="4293"/>
                    <a:pt x="2137" y="4296"/>
                  </a:cubicBezTo>
                  <a:cubicBezTo>
                    <a:pt x="2134" y="4293"/>
                    <a:pt x="2127" y="4293"/>
                    <a:pt x="2121" y="4293"/>
                  </a:cubicBezTo>
                  <a:cubicBezTo>
                    <a:pt x="2117" y="4293"/>
                    <a:pt x="2114" y="4293"/>
                    <a:pt x="2111" y="4290"/>
                  </a:cubicBezTo>
                  <a:cubicBezTo>
                    <a:pt x="2097" y="4286"/>
                    <a:pt x="2080" y="4286"/>
                    <a:pt x="2064" y="4290"/>
                  </a:cubicBezTo>
                  <a:cubicBezTo>
                    <a:pt x="2057" y="4290"/>
                    <a:pt x="2054" y="4290"/>
                    <a:pt x="2047" y="4290"/>
                  </a:cubicBezTo>
                  <a:cubicBezTo>
                    <a:pt x="2047" y="4293"/>
                    <a:pt x="2043" y="4293"/>
                    <a:pt x="2040" y="4293"/>
                  </a:cubicBezTo>
                  <a:cubicBezTo>
                    <a:pt x="2030" y="4290"/>
                    <a:pt x="2023" y="4293"/>
                    <a:pt x="2013" y="4296"/>
                  </a:cubicBezTo>
                  <a:lnTo>
                    <a:pt x="2013" y="4296"/>
                  </a:lnTo>
                  <a:cubicBezTo>
                    <a:pt x="2010" y="4296"/>
                    <a:pt x="2010" y="4296"/>
                    <a:pt x="2007" y="4296"/>
                  </a:cubicBezTo>
                  <a:cubicBezTo>
                    <a:pt x="2010" y="4293"/>
                    <a:pt x="2010" y="4290"/>
                    <a:pt x="2013" y="4290"/>
                  </a:cubicBezTo>
                  <a:cubicBezTo>
                    <a:pt x="1986" y="4270"/>
                    <a:pt x="1964" y="4276"/>
                    <a:pt x="1937" y="4286"/>
                  </a:cubicBezTo>
                  <a:cubicBezTo>
                    <a:pt x="1934" y="4290"/>
                    <a:pt x="1934" y="4293"/>
                    <a:pt x="1930" y="4293"/>
                  </a:cubicBezTo>
                  <a:cubicBezTo>
                    <a:pt x="1927" y="4293"/>
                    <a:pt x="1927" y="4293"/>
                    <a:pt x="1927" y="4296"/>
                  </a:cubicBezTo>
                  <a:lnTo>
                    <a:pt x="1927" y="4296"/>
                  </a:lnTo>
                  <a:cubicBezTo>
                    <a:pt x="1923" y="4293"/>
                    <a:pt x="1923" y="4290"/>
                    <a:pt x="1920" y="4286"/>
                  </a:cubicBezTo>
                  <a:cubicBezTo>
                    <a:pt x="1876" y="4290"/>
                    <a:pt x="1833" y="4290"/>
                    <a:pt x="1786" y="4290"/>
                  </a:cubicBezTo>
                  <a:cubicBezTo>
                    <a:pt x="1776" y="4286"/>
                    <a:pt x="1766" y="4283"/>
                    <a:pt x="1756" y="4283"/>
                  </a:cubicBezTo>
                  <a:cubicBezTo>
                    <a:pt x="1749" y="4283"/>
                    <a:pt x="1746" y="4283"/>
                    <a:pt x="1739" y="4283"/>
                  </a:cubicBezTo>
                  <a:cubicBezTo>
                    <a:pt x="1726" y="4283"/>
                    <a:pt x="1715" y="4286"/>
                    <a:pt x="1705" y="4290"/>
                  </a:cubicBezTo>
                  <a:cubicBezTo>
                    <a:pt x="1645" y="4286"/>
                    <a:pt x="1584" y="4286"/>
                    <a:pt x="1521" y="4286"/>
                  </a:cubicBezTo>
                  <a:cubicBezTo>
                    <a:pt x="1537" y="4280"/>
                    <a:pt x="1551" y="4276"/>
                    <a:pt x="1568" y="4276"/>
                  </a:cubicBezTo>
                  <a:cubicBezTo>
                    <a:pt x="1574" y="4273"/>
                    <a:pt x="1584" y="4273"/>
                    <a:pt x="1591" y="4273"/>
                  </a:cubicBezTo>
                  <a:cubicBezTo>
                    <a:pt x="1612" y="4270"/>
                    <a:pt x="1631" y="4266"/>
                    <a:pt x="1652" y="4263"/>
                  </a:cubicBezTo>
                  <a:lnTo>
                    <a:pt x="1652" y="4263"/>
                  </a:lnTo>
                  <a:cubicBezTo>
                    <a:pt x="1675" y="4273"/>
                    <a:pt x="1695" y="4273"/>
                    <a:pt x="1715" y="4259"/>
                  </a:cubicBezTo>
                  <a:cubicBezTo>
                    <a:pt x="1719" y="4259"/>
                    <a:pt x="1719" y="4256"/>
                    <a:pt x="1719" y="4253"/>
                  </a:cubicBezTo>
                  <a:lnTo>
                    <a:pt x="1719" y="4253"/>
                  </a:lnTo>
                  <a:cubicBezTo>
                    <a:pt x="1722" y="4253"/>
                    <a:pt x="1726" y="4253"/>
                    <a:pt x="1729" y="4253"/>
                  </a:cubicBezTo>
                  <a:cubicBezTo>
                    <a:pt x="1752" y="4253"/>
                    <a:pt x="1772" y="4249"/>
                    <a:pt x="1793" y="4243"/>
                  </a:cubicBezTo>
                  <a:lnTo>
                    <a:pt x="1793" y="4243"/>
                  </a:lnTo>
                  <a:lnTo>
                    <a:pt x="1793" y="4243"/>
                  </a:lnTo>
                  <a:lnTo>
                    <a:pt x="1793" y="4243"/>
                  </a:lnTo>
                  <a:lnTo>
                    <a:pt x="1793" y="4243"/>
                  </a:lnTo>
                  <a:cubicBezTo>
                    <a:pt x="1813" y="4243"/>
                    <a:pt x="1833" y="4246"/>
                    <a:pt x="1846" y="4233"/>
                  </a:cubicBezTo>
                  <a:lnTo>
                    <a:pt x="1846" y="4233"/>
                  </a:lnTo>
                  <a:lnTo>
                    <a:pt x="1846" y="4233"/>
                  </a:lnTo>
                  <a:cubicBezTo>
                    <a:pt x="1850" y="4236"/>
                    <a:pt x="1853" y="4236"/>
                    <a:pt x="1856" y="4236"/>
                  </a:cubicBezTo>
                  <a:cubicBezTo>
                    <a:pt x="1897" y="4236"/>
                    <a:pt x="1937" y="4233"/>
                    <a:pt x="1974" y="4223"/>
                  </a:cubicBezTo>
                  <a:cubicBezTo>
                    <a:pt x="1990" y="4216"/>
                    <a:pt x="2010" y="4223"/>
                    <a:pt x="2023" y="4213"/>
                  </a:cubicBezTo>
                  <a:lnTo>
                    <a:pt x="2023" y="4213"/>
                  </a:lnTo>
                  <a:lnTo>
                    <a:pt x="2023" y="4213"/>
                  </a:lnTo>
                  <a:cubicBezTo>
                    <a:pt x="2067" y="4209"/>
                    <a:pt x="2114" y="4209"/>
                    <a:pt x="2154" y="4196"/>
                  </a:cubicBezTo>
                  <a:lnTo>
                    <a:pt x="2154" y="4196"/>
                  </a:lnTo>
                  <a:cubicBezTo>
                    <a:pt x="2238" y="4186"/>
                    <a:pt x="2329" y="4189"/>
                    <a:pt x="2409" y="4172"/>
                  </a:cubicBezTo>
                  <a:cubicBezTo>
                    <a:pt x="2439" y="4166"/>
                    <a:pt x="2473" y="4172"/>
                    <a:pt x="2503" y="4159"/>
                  </a:cubicBezTo>
                  <a:lnTo>
                    <a:pt x="2503" y="4159"/>
                  </a:lnTo>
                  <a:lnTo>
                    <a:pt x="2503" y="4159"/>
                  </a:lnTo>
                  <a:lnTo>
                    <a:pt x="2503" y="4159"/>
                  </a:lnTo>
                  <a:lnTo>
                    <a:pt x="2503" y="4159"/>
                  </a:lnTo>
                  <a:lnTo>
                    <a:pt x="2503" y="4159"/>
                  </a:lnTo>
                  <a:cubicBezTo>
                    <a:pt x="2554" y="4159"/>
                    <a:pt x="2604" y="4156"/>
                    <a:pt x="2654" y="4149"/>
                  </a:cubicBezTo>
                  <a:cubicBezTo>
                    <a:pt x="2658" y="4145"/>
                    <a:pt x="2658" y="4142"/>
                    <a:pt x="2654" y="4142"/>
                  </a:cubicBezTo>
                  <a:cubicBezTo>
                    <a:pt x="2658" y="4142"/>
                    <a:pt x="2658" y="4142"/>
                    <a:pt x="2658" y="4142"/>
                  </a:cubicBezTo>
                  <a:lnTo>
                    <a:pt x="2658" y="4142"/>
                  </a:lnTo>
                  <a:lnTo>
                    <a:pt x="2658" y="4142"/>
                  </a:lnTo>
                  <a:lnTo>
                    <a:pt x="2658" y="4142"/>
                  </a:lnTo>
                  <a:lnTo>
                    <a:pt x="2658" y="4142"/>
                  </a:lnTo>
                  <a:cubicBezTo>
                    <a:pt x="2674" y="4145"/>
                    <a:pt x="2691" y="4142"/>
                    <a:pt x="2708" y="4138"/>
                  </a:cubicBezTo>
                  <a:cubicBezTo>
                    <a:pt x="2711" y="4142"/>
                    <a:pt x="2718" y="4142"/>
                    <a:pt x="2721" y="4138"/>
                  </a:cubicBezTo>
                  <a:lnTo>
                    <a:pt x="2721" y="4138"/>
                  </a:lnTo>
                  <a:cubicBezTo>
                    <a:pt x="2728" y="4138"/>
                    <a:pt x="2738" y="4138"/>
                    <a:pt x="2748" y="4142"/>
                  </a:cubicBezTo>
                  <a:cubicBezTo>
                    <a:pt x="2752" y="4138"/>
                    <a:pt x="2755" y="4138"/>
                    <a:pt x="2758" y="4142"/>
                  </a:cubicBezTo>
                  <a:cubicBezTo>
                    <a:pt x="2761" y="4142"/>
                    <a:pt x="2765" y="4142"/>
                    <a:pt x="2768" y="4142"/>
                  </a:cubicBezTo>
                  <a:cubicBezTo>
                    <a:pt x="2772" y="4142"/>
                    <a:pt x="2772" y="4142"/>
                    <a:pt x="2772" y="4142"/>
                  </a:cubicBezTo>
                  <a:cubicBezTo>
                    <a:pt x="2782" y="4138"/>
                    <a:pt x="2789" y="4138"/>
                    <a:pt x="2795" y="4138"/>
                  </a:cubicBezTo>
                  <a:cubicBezTo>
                    <a:pt x="2802" y="4138"/>
                    <a:pt x="2802" y="4135"/>
                    <a:pt x="2802" y="4135"/>
                  </a:cubicBezTo>
                  <a:lnTo>
                    <a:pt x="2805" y="4135"/>
                  </a:lnTo>
                  <a:cubicBezTo>
                    <a:pt x="2815" y="4135"/>
                    <a:pt x="2829" y="4138"/>
                    <a:pt x="2839" y="4132"/>
                  </a:cubicBezTo>
                  <a:cubicBezTo>
                    <a:pt x="2846" y="4132"/>
                    <a:pt x="2852" y="4132"/>
                    <a:pt x="2862" y="4132"/>
                  </a:cubicBezTo>
                  <a:cubicBezTo>
                    <a:pt x="2889" y="4118"/>
                    <a:pt x="2923" y="4132"/>
                    <a:pt x="2953" y="4122"/>
                  </a:cubicBezTo>
                  <a:cubicBezTo>
                    <a:pt x="2980" y="4105"/>
                    <a:pt x="3017" y="4118"/>
                    <a:pt x="3043" y="4105"/>
                  </a:cubicBezTo>
                  <a:lnTo>
                    <a:pt x="3043" y="4105"/>
                  </a:lnTo>
                  <a:lnTo>
                    <a:pt x="3043" y="4105"/>
                  </a:lnTo>
                  <a:lnTo>
                    <a:pt x="3043" y="4105"/>
                  </a:lnTo>
                  <a:lnTo>
                    <a:pt x="3043" y="4105"/>
                  </a:lnTo>
                  <a:cubicBezTo>
                    <a:pt x="3090" y="4105"/>
                    <a:pt x="3138" y="4105"/>
                    <a:pt x="3185" y="4105"/>
                  </a:cubicBezTo>
                  <a:cubicBezTo>
                    <a:pt x="3195" y="4125"/>
                    <a:pt x="3208" y="4149"/>
                    <a:pt x="3218" y="4172"/>
                  </a:cubicBezTo>
                  <a:cubicBezTo>
                    <a:pt x="3228" y="4196"/>
                    <a:pt x="3232" y="4219"/>
                    <a:pt x="3211" y="4243"/>
                  </a:cubicBezTo>
                  <a:cubicBezTo>
                    <a:pt x="3198" y="4256"/>
                    <a:pt x="3211" y="4273"/>
                    <a:pt x="3198" y="4290"/>
                  </a:cubicBezTo>
                  <a:cubicBezTo>
                    <a:pt x="3198" y="4293"/>
                    <a:pt x="3198" y="4300"/>
                    <a:pt x="3198" y="4306"/>
                  </a:cubicBezTo>
                  <a:cubicBezTo>
                    <a:pt x="3181" y="4317"/>
                    <a:pt x="3171" y="4330"/>
                    <a:pt x="3178" y="4347"/>
                  </a:cubicBezTo>
                  <a:cubicBezTo>
                    <a:pt x="3181" y="4350"/>
                    <a:pt x="3185" y="4353"/>
                    <a:pt x="3185" y="4353"/>
                  </a:cubicBezTo>
                  <a:cubicBezTo>
                    <a:pt x="3185" y="4357"/>
                    <a:pt x="3185" y="4357"/>
                    <a:pt x="3185" y="4357"/>
                  </a:cubicBezTo>
                  <a:lnTo>
                    <a:pt x="3185" y="4357"/>
                  </a:lnTo>
                  <a:cubicBezTo>
                    <a:pt x="3185" y="4360"/>
                    <a:pt x="3181" y="4360"/>
                    <a:pt x="3178" y="4363"/>
                  </a:cubicBezTo>
                  <a:cubicBezTo>
                    <a:pt x="3175" y="4370"/>
                    <a:pt x="3171" y="4374"/>
                    <a:pt x="3171" y="4377"/>
                  </a:cubicBezTo>
                  <a:cubicBezTo>
                    <a:pt x="3168" y="4377"/>
                    <a:pt x="3164" y="4374"/>
                    <a:pt x="3161" y="4370"/>
                  </a:cubicBezTo>
                  <a:cubicBezTo>
                    <a:pt x="3164" y="4367"/>
                    <a:pt x="3164" y="4363"/>
                    <a:pt x="3161" y="4360"/>
                  </a:cubicBezTo>
                  <a:cubicBezTo>
                    <a:pt x="3161" y="4357"/>
                    <a:pt x="3161" y="4357"/>
                    <a:pt x="3158" y="4353"/>
                  </a:cubicBezTo>
                  <a:cubicBezTo>
                    <a:pt x="3158" y="4347"/>
                    <a:pt x="3151" y="4343"/>
                    <a:pt x="3148" y="4340"/>
                  </a:cubicBezTo>
                  <a:cubicBezTo>
                    <a:pt x="3148" y="4333"/>
                    <a:pt x="3144" y="4327"/>
                    <a:pt x="3131" y="4327"/>
                  </a:cubicBezTo>
                  <a:lnTo>
                    <a:pt x="3131" y="4327"/>
                  </a:lnTo>
                  <a:lnTo>
                    <a:pt x="3131" y="4323"/>
                  </a:lnTo>
                  <a:lnTo>
                    <a:pt x="3131" y="4323"/>
                  </a:lnTo>
                  <a:lnTo>
                    <a:pt x="3131" y="4323"/>
                  </a:lnTo>
                  <a:cubicBezTo>
                    <a:pt x="3128" y="4320"/>
                    <a:pt x="3124" y="4317"/>
                    <a:pt x="3124" y="4313"/>
                  </a:cubicBezTo>
                  <a:lnTo>
                    <a:pt x="3121" y="4310"/>
                  </a:lnTo>
                  <a:cubicBezTo>
                    <a:pt x="3124" y="4306"/>
                    <a:pt x="3124" y="4306"/>
                    <a:pt x="3124" y="4303"/>
                  </a:cubicBezTo>
                  <a:cubicBezTo>
                    <a:pt x="3121" y="4283"/>
                    <a:pt x="3101" y="4273"/>
                    <a:pt x="3081" y="4263"/>
                  </a:cubicBezTo>
                  <a:cubicBezTo>
                    <a:pt x="3081" y="4259"/>
                    <a:pt x="3081" y="4259"/>
                    <a:pt x="3081" y="4259"/>
                  </a:cubicBezTo>
                  <a:cubicBezTo>
                    <a:pt x="3064" y="4253"/>
                    <a:pt x="3060" y="4239"/>
                    <a:pt x="3040" y="4233"/>
                  </a:cubicBezTo>
                  <a:cubicBezTo>
                    <a:pt x="3043" y="4233"/>
                    <a:pt x="3043" y="4233"/>
                    <a:pt x="3043" y="4233"/>
                  </a:cubicBezTo>
                  <a:cubicBezTo>
                    <a:pt x="3037" y="4226"/>
                    <a:pt x="3023" y="4229"/>
                    <a:pt x="3017" y="4223"/>
                  </a:cubicBezTo>
                  <a:lnTo>
                    <a:pt x="3017" y="4223"/>
                  </a:lnTo>
                  <a:cubicBezTo>
                    <a:pt x="3003" y="4216"/>
                    <a:pt x="2993" y="4216"/>
                    <a:pt x="2980" y="4223"/>
                  </a:cubicBezTo>
                  <a:cubicBezTo>
                    <a:pt x="2980" y="4229"/>
                    <a:pt x="2976" y="4236"/>
                    <a:pt x="2986" y="4239"/>
                  </a:cubicBezTo>
                  <a:cubicBezTo>
                    <a:pt x="3033" y="4253"/>
                    <a:pt x="3057" y="4276"/>
                    <a:pt x="3081" y="4303"/>
                  </a:cubicBezTo>
                  <a:cubicBezTo>
                    <a:pt x="3084" y="4310"/>
                    <a:pt x="3090" y="4313"/>
                    <a:pt x="3097" y="4313"/>
                  </a:cubicBezTo>
                  <a:lnTo>
                    <a:pt x="3097" y="4313"/>
                  </a:lnTo>
                  <a:cubicBezTo>
                    <a:pt x="3097" y="4317"/>
                    <a:pt x="3101" y="4317"/>
                    <a:pt x="3104" y="4317"/>
                  </a:cubicBezTo>
                  <a:cubicBezTo>
                    <a:pt x="3101" y="4323"/>
                    <a:pt x="3101" y="4330"/>
                    <a:pt x="3111" y="4333"/>
                  </a:cubicBezTo>
                  <a:cubicBezTo>
                    <a:pt x="3111" y="4333"/>
                    <a:pt x="3114" y="4333"/>
                    <a:pt x="3118" y="4337"/>
                  </a:cubicBezTo>
                  <a:cubicBezTo>
                    <a:pt x="3138" y="4363"/>
                    <a:pt x="3154" y="4390"/>
                    <a:pt x="3171" y="4417"/>
                  </a:cubicBezTo>
                  <a:lnTo>
                    <a:pt x="3171" y="4417"/>
                  </a:lnTo>
                  <a:lnTo>
                    <a:pt x="3171" y="4417"/>
                  </a:lnTo>
                  <a:cubicBezTo>
                    <a:pt x="3171" y="4424"/>
                    <a:pt x="3171" y="4434"/>
                    <a:pt x="3175" y="4444"/>
                  </a:cubicBezTo>
                  <a:cubicBezTo>
                    <a:pt x="3171" y="4444"/>
                    <a:pt x="3171" y="4444"/>
                    <a:pt x="3171" y="4444"/>
                  </a:cubicBezTo>
                  <a:cubicBezTo>
                    <a:pt x="3171" y="4448"/>
                    <a:pt x="3171" y="4448"/>
                    <a:pt x="3171" y="4448"/>
                  </a:cubicBezTo>
                  <a:lnTo>
                    <a:pt x="3171" y="4448"/>
                  </a:lnTo>
                  <a:cubicBezTo>
                    <a:pt x="3168" y="4454"/>
                    <a:pt x="3161" y="4457"/>
                    <a:pt x="3158" y="4461"/>
                  </a:cubicBezTo>
                  <a:cubicBezTo>
                    <a:pt x="3161" y="4461"/>
                    <a:pt x="3161" y="4461"/>
                    <a:pt x="3164" y="4461"/>
                  </a:cubicBezTo>
                  <a:lnTo>
                    <a:pt x="3164" y="4461"/>
                  </a:lnTo>
                  <a:lnTo>
                    <a:pt x="3164" y="4464"/>
                  </a:lnTo>
                  <a:cubicBezTo>
                    <a:pt x="3161" y="4467"/>
                    <a:pt x="3158" y="4471"/>
                    <a:pt x="3158" y="4478"/>
                  </a:cubicBezTo>
                  <a:cubicBezTo>
                    <a:pt x="3154" y="4478"/>
                    <a:pt x="3151" y="4481"/>
                    <a:pt x="3151" y="4484"/>
                  </a:cubicBezTo>
                  <a:lnTo>
                    <a:pt x="3151" y="4488"/>
                  </a:lnTo>
                  <a:cubicBezTo>
                    <a:pt x="3148" y="4484"/>
                    <a:pt x="3148" y="4481"/>
                    <a:pt x="3144" y="4478"/>
                  </a:cubicBezTo>
                  <a:cubicBezTo>
                    <a:pt x="3114" y="4431"/>
                    <a:pt x="3107" y="4377"/>
                    <a:pt x="3057" y="4337"/>
                  </a:cubicBezTo>
                  <a:cubicBezTo>
                    <a:pt x="3050" y="4333"/>
                    <a:pt x="3043" y="4330"/>
                    <a:pt x="3037" y="4327"/>
                  </a:cubicBezTo>
                  <a:cubicBezTo>
                    <a:pt x="3023" y="4317"/>
                    <a:pt x="3000" y="4310"/>
                    <a:pt x="2980" y="4303"/>
                  </a:cubicBezTo>
                  <a:lnTo>
                    <a:pt x="2980" y="4303"/>
                  </a:lnTo>
                  <a:cubicBezTo>
                    <a:pt x="2953" y="4293"/>
                    <a:pt x="2929" y="4300"/>
                    <a:pt x="2906" y="4306"/>
                  </a:cubicBezTo>
                  <a:cubicBezTo>
                    <a:pt x="2903" y="4306"/>
                    <a:pt x="2899" y="4306"/>
                    <a:pt x="2896" y="4306"/>
                  </a:cubicBezTo>
                  <a:cubicBezTo>
                    <a:pt x="2889" y="4306"/>
                    <a:pt x="2879" y="4306"/>
                    <a:pt x="2872" y="4310"/>
                  </a:cubicBezTo>
                  <a:cubicBezTo>
                    <a:pt x="2869" y="4310"/>
                    <a:pt x="2866" y="4313"/>
                    <a:pt x="2862" y="4313"/>
                  </a:cubicBezTo>
                  <a:lnTo>
                    <a:pt x="2862" y="4313"/>
                  </a:lnTo>
                  <a:lnTo>
                    <a:pt x="2859" y="4313"/>
                  </a:lnTo>
                  <a:lnTo>
                    <a:pt x="2856" y="4313"/>
                  </a:lnTo>
                  <a:lnTo>
                    <a:pt x="2852" y="4313"/>
                  </a:lnTo>
                  <a:cubicBezTo>
                    <a:pt x="2849" y="4310"/>
                    <a:pt x="2849" y="4310"/>
                    <a:pt x="2849" y="4310"/>
                  </a:cubicBezTo>
                  <a:cubicBezTo>
                    <a:pt x="2846" y="4310"/>
                    <a:pt x="2842" y="4310"/>
                    <a:pt x="2839" y="4310"/>
                  </a:cubicBezTo>
                  <a:lnTo>
                    <a:pt x="2839" y="4310"/>
                  </a:lnTo>
                  <a:cubicBezTo>
                    <a:pt x="2832" y="4313"/>
                    <a:pt x="2825" y="4313"/>
                    <a:pt x="2819" y="4310"/>
                  </a:cubicBezTo>
                  <a:cubicBezTo>
                    <a:pt x="2815" y="4310"/>
                    <a:pt x="2812" y="4310"/>
                    <a:pt x="2812" y="4310"/>
                  </a:cubicBezTo>
                  <a:cubicBezTo>
                    <a:pt x="2765" y="4300"/>
                    <a:pt x="2718" y="4306"/>
                    <a:pt x="2668" y="4306"/>
                  </a:cubicBezTo>
                  <a:cubicBezTo>
                    <a:pt x="2661" y="4306"/>
                    <a:pt x="2654" y="4303"/>
                    <a:pt x="2647" y="4303"/>
                  </a:cubicBezTo>
                  <a:cubicBezTo>
                    <a:pt x="2644" y="4303"/>
                    <a:pt x="2644" y="4303"/>
                    <a:pt x="2641" y="4303"/>
                  </a:cubicBezTo>
                  <a:cubicBezTo>
                    <a:pt x="2641" y="4303"/>
                    <a:pt x="2641" y="4300"/>
                    <a:pt x="2641" y="4296"/>
                  </a:cubicBezTo>
                  <a:cubicBezTo>
                    <a:pt x="2624" y="4283"/>
                    <a:pt x="2604" y="4283"/>
                    <a:pt x="2580" y="4283"/>
                  </a:cubicBezTo>
                  <a:cubicBezTo>
                    <a:pt x="2453" y="4283"/>
                    <a:pt x="2325" y="4283"/>
                    <a:pt x="2198" y="4283"/>
                  </a:cubicBezTo>
                  <a:moveTo>
                    <a:pt x="2621" y="4330"/>
                  </a:moveTo>
                  <a:lnTo>
                    <a:pt x="2621" y="4330"/>
                  </a:lnTo>
                  <a:lnTo>
                    <a:pt x="2621" y="4330"/>
                  </a:lnTo>
                  <a:lnTo>
                    <a:pt x="2621" y="4330"/>
                  </a:lnTo>
                  <a:cubicBezTo>
                    <a:pt x="2617" y="4333"/>
                    <a:pt x="2617" y="4333"/>
                    <a:pt x="2617" y="4337"/>
                  </a:cubicBezTo>
                  <a:cubicBezTo>
                    <a:pt x="2617" y="4333"/>
                    <a:pt x="2617" y="4333"/>
                    <a:pt x="2621" y="4330"/>
                  </a:cubicBezTo>
                  <a:moveTo>
                    <a:pt x="2503" y="4746"/>
                  </a:moveTo>
                  <a:lnTo>
                    <a:pt x="2503" y="4746"/>
                  </a:lnTo>
                  <a:cubicBezTo>
                    <a:pt x="2486" y="4753"/>
                    <a:pt x="2466" y="4753"/>
                    <a:pt x="2446" y="4753"/>
                  </a:cubicBezTo>
                  <a:cubicBezTo>
                    <a:pt x="2463" y="4749"/>
                    <a:pt x="2483" y="4749"/>
                    <a:pt x="2503" y="4746"/>
                  </a:cubicBezTo>
                  <a:moveTo>
                    <a:pt x="1819" y="4803"/>
                  </a:moveTo>
                  <a:lnTo>
                    <a:pt x="1819" y="4803"/>
                  </a:lnTo>
                  <a:cubicBezTo>
                    <a:pt x="1819" y="4806"/>
                    <a:pt x="1819" y="4806"/>
                    <a:pt x="1819" y="4806"/>
                  </a:cubicBezTo>
                  <a:lnTo>
                    <a:pt x="1819" y="4806"/>
                  </a:lnTo>
                  <a:lnTo>
                    <a:pt x="1819" y="4803"/>
                  </a:lnTo>
                  <a:moveTo>
                    <a:pt x="1977" y="4780"/>
                  </a:moveTo>
                  <a:lnTo>
                    <a:pt x="1977" y="4780"/>
                  </a:lnTo>
                  <a:cubicBezTo>
                    <a:pt x="1974" y="4783"/>
                    <a:pt x="1970" y="4787"/>
                    <a:pt x="1970" y="4790"/>
                  </a:cubicBezTo>
                  <a:lnTo>
                    <a:pt x="1970" y="4790"/>
                  </a:lnTo>
                  <a:cubicBezTo>
                    <a:pt x="1960" y="4790"/>
                    <a:pt x="1954" y="4790"/>
                    <a:pt x="1947" y="4790"/>
                  </a:cubicBezTo>
                  <a:lnTo>
                    <a:pt x="1944" y="4790"/>
                  </a:lnTo>
                  <a:cubicBezTo>
                    <a:pt x="1920" y="4780"/>
                    <a:pt x="1893" y="4780"/>
                    <a:pt x="1866" y="4780"/>
                  </a:cubicBezTo>
                  <a:cubicBezTo>
                    <a:pt x="1870" y="4780"/>
                    <a:pt x="1873" y="4780"/>
                    <a:pt x="1876" y="4777"/>
                  </a:cubicBezTo>
                  <a:cubicBezTo>
                    <a:pt x="1910" y="4777"/>
                    <a:pt x="1944" y="4780"/>
                    <a:pt x="1977" y="4780"/>
                  </a:cubicBezTo>
                  <a:cubicBezTo>
                    <a:pt x="1980" y="4780"/>
                    <a:pt x="1980" y="4780"/>
                    <a:pt x="1984" y="4780"/>
                  </a:cubicBezTo>
                  <a:cubicBezTo>
                    <a:pt x="1980" y="4780"/>
                    <a:pt x="1980" y="4780"/>
                    <a:pt x="1977" y="4780"/>
                  </a:cubicBezTo>
                  <a:moveTo>
                    <a:pt x="1715" y="4793"/>
                  </a:moveTo>
                  <a:lnTo>
                    <a:pt x="1715" y="4793"/>
                  </a:lnTo>
                  <a:cubicBezTo>
                    <a:pt x="1732" y="4790"/>
                    <a:pt x="1752" y="4787"/>
                    <a:pt x="1766" y="4777"/>
                  </a:cubicBezTo>
                  <a:cubicBezTo>
                    <a:pt x="1769" y="4780"/>
                    <a:pt x="1772" y="4780"/>
                    <a:pt x="1779" y="4780"/>
                  </a:cubicBezTo>
                  <a:cubicBezTo>
                    <a:pt x="1789" y="4777"/>
                    <a:pt x="1799" y="4780"/>
                    <a:pt x="1809" y="4780"/>
                  </a:cubicBezTo>
                  <a:cubicBezTo>
                    <a:pt x="1816" y="4780"/>
                    <a:pt x="1823" y="4780"/>
                    <a:pt x="1826" y="4780"/>
                  </a:cubicBezTo>
                  <a:cubicBezTo>
                    <a:pt x="1830" y="4780"/>
                    <a:pt x="1830" y="4780"/>
                    <a:pt x="1833" y="4780"/>
                  </a:cubicBezTo>
                  <a:cubicBezTo>
                    <a:pt x="1836" y="4780"/>
                    <a:pt x="1840" y="4780"/>
                    <a:pt x="1843" y="4780"/>
                  </a:cubicBezTo>
                  <a:cubicBezTo>
                    <a:pt x="1826" y="4780"/>
                    <a:pt x="1806" y="4783"/>
                    <a:pt x="1789" y="4787"/>
                  </a:cubicBezTo>
                  <a:cubicBezTo>
                    <a:pt x="1783" y="4790"/>
                    <a:pt x="1779" y="4793"/>
                    <a:pt x="1776" y="4796"/>
                  </a:cubicBezTo>
                  <a:cubicBezTo>
                    <a:pt x="1779" y="4800"/>
                    <a:pt x="1779" y="4800"/>
                    <a:pt x="1779" y="4800"/>
                  </a:cubicBezTo>
                  <a:lnTo>
                    <a:pt x="1779" y="4800"/>
                  </a:lnTo>
                  <a:lnTo>
                    <a:pt x="1779" y="4803"/>
                  </a:lnTo>
                  <a:lnTo>
                    <a:pt x="1779" y="4803"/>
                  </a:lnTo>
                  <a:cubicBezTo>
                    <a:pt x="1776" y="4803"/>
                    <a:pt x="1772" y="4803"/>
                    <a:pt x="1766" y="4803"/>
                  </a:cubicBezTo>
                  <a:cubicBezTo>
                    <a:pt x="1762" y="4803"/>
                    <a:pt x="1759" y="4803"/>
                    <a:pt x="1756" y="4803"/>
                  </a:cubicBezTo>
                  <a:cubicBezTo>
                    <a:pt x="1749" y="4803"/>
                    <a:pt x="1746" y="4803"/>
                    <a:pt x="1742" y="4803"/>
                  </a:cubicBezTo>
                  <a:cubicBezTo>
                    <a:pt x="1736" y="4803"/>
                    <a:pt x="1732" y="4803"/>
                    <a:pt x="1729" y="4803"/>
                  </a:cubicBezTo>
                  <a:cubicBezTo>
                    <a:pt x="1726" y="4803"/>
                    <a:pt x="1719" y="4803"/>
                    <a:pt x="1715" y="4803"/>
                  </a:cubicBezTo>
                  <a:cubicBezTo>
                    <a:pt x="1705" y="4800"/>
                    <a:pt x="1699" y="4800"/>
                    <a:pt x="1689" y="4803"/>
                  </a:cubicBezTo>
                  <a:cubicBezTo>
                    <a:pt x="1669" y="4803"/>
                    <a:pt x="1645" y="4803"/>
                    <a:pt x="1625" y="4800"/>
                  </a:cubicBezTo>
                  <a:cubicBezTo>
                    <a:pt x="1601" y="4806"/>
                    <a:pt x="1574" y="4803"/>
                    <a:pt x="1551" y="4803"/>
                  </a:cubicBezTo>
                  <a:cubicBezTo>
                    <a:pt x="1551" y="4800"/>
                    <a:pt x="1551" y="4800"/>
                    <a:pt x="1551" y="4800"/>
                  </a:cubicBezTo>
                  <a:lnTo>
                    <a:pt x="1551" y="4796"/>
                  </a:lnTo>
                  <a:lnTo>
                    <a:pt x="1554" y="4796"/>
                  </a:lnTo>
                  <a:cubicBezTo>
                    <a:pt x="1564" y="4800"/>
                    <a:pt x="1574" y="4800"/>
                    <a:pt x="1581" y="4796"/>
                  </a:cubicBezTo>
                  <a:lnTo>
                    <a:pt x="1584" y="4796"/>
                  </a:lnTo>
                  <a:cubicBezTo>
                    <a:pt x="1598" y="4796"/>
                    <a:pt x="1612" y="4796"/>
                    <a:pt x="1625" y="4796"/>
                  </a:cubicBezTo>
                  <a:cubicBezTo>
                    <a:pt x="1628" y="4796"/>
                    <a:pt x="1635" y="4796"/>
                    <a:pt x="1641" y="4796"/>
                  </a:cubicBezTo>
                  <a:cubicBezTo>
                    <a:pt x="1665" y="4796"/>
                    <a:pt x="1692" y="4796"/>
                    <a:pt x="1715" y="4793"/>
                  </a:cubicBezTo>
                  <a:moveTo>
                    <a:pt x="1058" y="4830"/>
                  </a:moveTo>
                  <a:lnTo>
                    <a:pt x="1058" y="4830"/>
                  </a:lnTo>
                  <a:moveTo>
                    <a:pt x="944" y="4830"/>
                  </a:moveTo>
                  <a:lnTo>
                    <a:pt x="944" y="4830"/>
                  </a:lnTo>
                  <a:lnTo>
                    <a:pt x="944" y="4830"/>
                  </a:lnTo>
                  <a:cubicBezTo>
                    <a:pt x="947" y="4834"/>
                    <a:pt x="950" y="4837"/>
                    <a:pt x="950" y="4840"/>
                  </a:cubicBezTo>
                  <a:cubicBezTo>
                    <a:pt x="950" y="4837"/>
                    <a:pt x="947" y="4834"/>
                    <a:pt x="944" y="4830"/>
                  </a:cubicBezTo>
                  <a:moveTo>
                    <a:pt x="1635" y="4813"/>
                  </a:moveTo>
                  <a:lnTo>
                    <a:pt x="1635" y="4813"/>
                  </a:lnTo>
                  <a:lnTo>
                    <a:pt x="1635" y="4813"/>
                  </a:lnTo>
                  <a:lnTo>
                    <a:pt x="1635" y="4813"/>
                  </a:lnTo>
                  <a:cubicBezTo>
                    <a:pt x="1638" y="4813"/>
                    <a:pt x="1638" y="4813"/>
                    <a:pt x="1638" y="4813"/>
                  </a:cubicBezTo>
                  <a:lnTo>
                    <a:pt x="1638" y="4813"/>
                  </a:lnTo>
                  <a:lnTo>
                    <a:pt x="1635" y="4813"/>
                  </a:lnTo>
                  <a:moveTo>
                    <a:pt x="1182" y="4806"/>
                  </a:moveTo>
                  <a:lnTo>
                    <a:pt x="1182" y="4806"/>
                  </a:lnTo>
                  <a:cubicBezTo>
                    <a:pt x="1219" y="4806"/>
                    <a:pt x="1252" y="4806"/>
                    <a:pt x="1289" y="4806"/>
                  </a:cubicBezTo>
                  <a:cubicBezTo>
                    <a:pt x="1293" y="4806"/>
                    <a:pt x="1293" y="4803"/>
                    <a:pt x="1296" y="4803"/>
                  </a:cubicBezTo>
                  <a:cubicBezTo>
                    <a:pt x="1296" y="4806"/>
                    <a:pt x="1296" y="4806"/>
                    <a:pt x="1296" y="4806"/>
                  </a:cubicBezTo>
                  <a:lnTo>
                    <a:pt x="1299" y="4810"/>
                  </a:lnTo>
                  <a:cubicBezTo>
                    <a:pt x="1269" y="4810"/>
                    <a:pt x="1242" y="4810"/>
                    <a:pt x="1212" y="4813"/>
                  </a:cubicBezTo>
                  <a:lnTo>
                    <a:pt x="1212" y="4813"/>
                  </a:lnTo>
                  <a:cubicBezTo>
                    <a:pt x="1178" y="4813"/>
                    <a:pt x="1145" y="4813"/>
                    <a:pt x="1111" y="4813"/>
                  </a:cubicBezTo>
                  <a:cubicBezTo>
                    <a:pt x="1105" y="4813"/>
                    <a:pt x="1098" y="4813"/>
                    <a:pt x="1091" y="4810"/>
                  </a:cubicBezTo>
                  <a:cubicBezTo>
                    <a:pt x="1108" y="4810"/>
                    <a:pt x="1121" y="4806"/>
                    <a:pt x="1135" y="4806"/>
                  </a:cubicBezTo>
                  <a:cubicBezTo>
                    <a:pt x="1141" y="4806"/>
                    <a:pt x="1148" y="4806"/>
                    <a:pt x="1155" y="4806"/>
                  </a:cubicBezTo>
                  <a:cubicBezTo>
                    <a:pt x="1162" y="4806"/>
                    <a:pt x="1172" y="4806"/>
                    <a:pt x="1182" y="4806"/>
                  </a:cubicBezTo>
                  <a:moveTo>
                    <a:pt x="2094" y="4787"/>
                  </a:moveTo>
                  <a:lnTo>
                    <a:pt x="2094" y="4787"/>
                  </a:lnTo>
                  <a:cubicBezTo>
                    <a:pt x="2080" y="4790"/>
                    <a:pt x="2067" y="4790"/>
                    <a:pt x="2057" y="4790"/>
                  </a:cubicBezTo>
                  <a:cubicBezTo>
                    <a:pt x="2050" y="4787"/>
                    <a:pt x="2047" y="4787"/>
                    <a:pt x="2040" y="4790"/>
                  </a:cubicBezTo>
                  <a:cubicBezTo>
                    <a:pt x="2036" y="4790"/>
                    <a:pt x="2033" y="4790"/>
                    <a:pt x="2030" y="4790"/>
                  </a:cubicBezTo>
                  <a:cubicBezTo>
                    <a:pt x="2027" y="4790"/>
                    <a:pt x="2023" y="4787"/>
                    <a:pt x="2020" y="4787"/>
                  </a:cubicBezTo>
                  <a:cubicBezTo>
                    <a:pt x="2017" y="4787"/>
                    <a:pt x="2013" y="4787"/>
                    <a:pt x="2013" y="4783"/>
                  </a:cubicBezTo>
                  <a:cubicBezTo>
                    <a:pt x="2007" y="4780"/>
                    <a:pt x="2003" y="4780"/>
                    <a:pt x="2000" y="4780"/>
                  </a:cubicBezTo>
                  <a:cubicBezTo>
                    <a:pt x="2017" y="4780"/>
                    <a:pt x="2033" y="4780"/>
                    <a:pt x="2050" y="4780"/>
                  </a:cubicBezTo>
                  <a:cubicBezTo>
                    <a:pt x="2080" y="4780"/>
                    <a:pt x="2107" y="4777"/>
                    <a:pt x="2137" y="4777"/>
                  </a:cubicBezTo>
                  <a:lnTo>
                    <a:pt x="2134" y="4777"/>
                  </a:lnTo>
                  <a:cubicBezTo>
                    <a:pt x="2121" y="4780"/>
                    <a:pt x="2107" y="4783"/>
                    <a:pt x="2094" y="4787"/>
                  </a:cubicBezTo>
                  <a:moveTo>
                    <a:pt x="2285" y="4763"/>
                  </a:moveTo>
                  <a:lnTo>
                    <a:pt x="2285" y="4763"/>
                  </a:lnTo>
                  <a:cubicBezTo>
                    <a:pt x="2275" y="4763"/>
                    <a:pt x="2265" y="4763"/>
                    <a:pt x="2258" y="4766"/>
                  </a:cubicBezTo>
                  <a:cubicBezTo>
                    <a:pt x="2238" y="4770"/>
                    <a:pt x="2218" y="4773"/>
                    <a:pt x="2198" y="4773"/>
                  </a:cubicBezTo>
                  <a:cubicBezTo>
                    <a:pt x="2211" y="4770"/>
                    <a:pt x="2225" y="4766"/>
                    <a:pt x="2241" y="4766"/>
                  </a:cubicBezTo>
                  <a:cubicBezTo>
                    <a:pt x="2248" y="4766"/>
                    <a:pt x="2255" y="4766"/>
                    <a:pt x="2258" y="4763"/>
                  </a:cubicBezTo>
                  <a:cubicBezTo>
                    <a:pt x="2288" y="4756"/>
                    <a:pt x="2315" y="4760"/>
                    <a:pt x="2346" y="4760"/>
                  </a:cubicBezTo>
                  <a:cubicBezTo>
                    <a:pt x="2365" y="4760"/>
                    <a:pt x="2386" y="4760"/>
                    <a:pt x="2403" y="4756"/>
                  </a:cubicBezTo>
                  <a:lnTo>
                    <a:pt x="2406" y="4756"/>
                  </a:lnTo>
                  <a:cubicBezTo>
                    <a:pt x="2403" y="4756"/>
                    <a:pt x="2399" y="4756"/>
                    <a:pt x="2396" y="4756"/>
                  </a:cubicBezTo>
                  <a:cubicBezTo>
                    <a:pt x="2362" y="4766"/>
                    <a:pt x="2322" y="4760"/>
                    <a:pt x="2285" y="4763"/>
                  </a:cubicBezTo>
                  <a:moveTo>
                    <a:pt x="2882" y="4739"/>
                  </a:moveTo>
                  <a:lnTo>
                    <a:pt x="2882" y="4739"/>
                  </a:lnTo>
                  <a:cubicBezTo>
                    <a:pt x="2782" y="4746"/>
                    <a:pt x="2681" y="4743"/>
                    <a:pt x="2580" y="4743"/>
                  </a:cubicBezTo>
                  <a:cubicBezTo>
                    <a:pt x="2607" y="4739"/>
                    <a:pt x="2634" y="4743"/>
                    <a:pt x="2661" y="4739"/>
                  </a:cubicBezTo>
                  <a:cubicBezTo>
                    <a:pt x="2718" y="4733"/>
                    <a:pt x="2782" y="4739"/>
                    <a:pt x="2836" y="4716"/>
                  </a:cubicBezTo>
                  <a:cubicBezTo>
                    <a:pt x="2836" y="4713"/>
                    <a:pt x="2836" y="4713"/>
                    <a:pt x="2839" y="4709"/>
                  </a:cubicBezTo>
                  <a:cubicBezTo>
                    <a:pt x="2846" y="4709"/>
                    <a:pt x="2852" y="4709"/>
                    <a:pt x="2862" y="4709"/>
                  </a:cubicBezTo>
                  <a:cubicBezTo>
                    <a:pt x="2862" y="4709"/>
                    <a:pt x="2866" y="4713"/>
                    <a:pt x="2866" y="4716"/>
                  </a:cubicBezTo>
                  <a:cubicBezTo>
                    <a:pt x="2893" y="4723"/>
                    <a:pt x="2923" y="4733"/>
                    <a:pt x="2950" y="4733"/>
                  </a:cubicBezTo>
                  <a:cubicBezTo>
                    <a:pt x="2953" y="4733"/>
                    <a:pt x="2956" y="4733"/>
                    <a:pt x="2956" y="4733"/>
                  </a:cubicBezTo>
                  <a:cubicBezTo>
                    <a:pt x="2963" y="4739"/>
                    <a:pt x="2966" y="4743"/>
                    <a:pt x="2976" y="4746"/>
                  </a:cubicBezTo>
                  <a:cubicBezTo>
                    <a:pt x="2946" y="4743"/>
                    <a:pt x="2916" y="4739"/>
                    <a:pt x="2882" y="4739"/>
                  </a:cubicBezTo>
                  <a:moveTo>
                    <a:pt x="3329" y="4834"/>
                  </a:moveTo>
                  <a:lnTo>
                    <a:pt x="3329" y="4834"/>
                  </a:lnTo>
                  <a:lnTo>
                    <a:pt x="3332" y="4834"/>
                  </a:lnTo>
                  <a:lnTo>
                    <a:pt x="3329" y="4834"/>
                  </a:lnTo>
                  <a:moveTo>
                    <a:pt x="3406" y="4830"/>
                  </a:moveTo>
                  <a:lnTo>
                    <a:pt x="3406" y="4830"/>
                  </a:lnTo>
                  <a:cubicBezTo>
                    <a:pt x="3413" y="4830"/>
                    <a:pt x="3419" y="4827"/>
                    <a:pt x="3426" y="4827"/>
                  </a:cubicBezTo>
                  <a:cubicBezTo>
                    <a:pt x="3429" y="4823"/>
                    <a:pt x="3429" y="4823"/>
                    <a:pt x="3429" y="4823"/>
                  </a:cubicBezTo>
                  <a:cubicBezTo>
                    <a:pt x="3429" y="4827"/>
                    <a:pt x="3429" y="4830"/>
                    <a:pt x="3429" y="4834"/>
                  </a:cubicBezTo>
                  <a:cubicBezTo>
                    <a:pt x="3426" y="4834"/>
                    <a:pt x="3423" y="4830"/>
                    <a:pt x="3423" y="4830"/>
                  </a:cubicBezTo>
                  <a:cubicBezTo>
                    <a:pt x="3416" y="4830"/>
                    <a:pt x="3413" y="4830"/>
                    <a:pt x="3406" y="4830"/>
                  </a:cubicBezTo>
                  <a:moveTo>
                    <a:pt x="3171" y="5126"/>
                  </a:moveTo>
                  <a:lnTo>
                    <a:pt x="3171" y="5126"/>
                  </a:lnTo>
                  <a:cubicBezTo>
                    <a:pt x="3158" y="5129"/>
                    <a:pt x="3144" y="5132"/>
                    <a:pt x="3131" y="5135"/>
                  </a:cubicBezTo>
                  <a:cubicBezTo>
                    <a:pt x="3090" y="5135"/>
                    <a:pt x="3047" y="5135"/>
                    <a:pt x="3007" y="5135"/>
                  </a:cubicBezTo>
                  <a:lnTo>
                    <a:pt x="3007" y="5135"/>
                  </a:lnTo>
                  <a:lnTo>
                    <a:pt x="3007" y="5135"/>
                  </a:lnTo>
                  <a:cubicBezTo>
                    <a:pt x="2997" y="5132"/>
                    <a:pt x="2986" y="5132"/>
                    <a:pt x="2980" y="5126"/>
                  </a:cubicBezTo>
                  <a:lnTo>
                    <a:pt x="2980" y="5126"/>
                  </a:lnTo>
                  <a:lnTo>
                    <a:pt x="2980" y="5126"/>
                  </a:lnTo>
                  <a:cubicBezTo>
                    <a:pt x="2983" y="5126"/>
                    <a:pt x="2986" y="5126"/>
                    <a:pt x="2990" y="5122"/>
                  </a:cubicBezTo>
                  <a:cubicBezTo>
                    <a:pt x="3037" y="5132"/>
                    <a:pt x="3077" y="5109"/>
                    <a:pt x="3121" y="5116"/>
                  </a:cubicBezTo>
                  <a:cubicBezTo>
                    <a:pt x="3164" y="5105"/>
                    <a:pt x="3211" y="5109"/>
                    <a:pt x="3252" y="5088"/>
                  </a:cubicBezTo>
                  <a:cubicBezTo>
                    <a:pt x="3289" y="5085"/>
                    <a:pt x="3322" y="5075"/>
                    <a:pt x="3356" y="5062"/>
                  </a:cubicBezTo>
                  <a:cubicBezTo>
                    <a:pt x="3359" y="5062"/>
                    <a:pt x="3362" y="5062"/>
                    <a:pt x="3366" y="5058"/>
                  </a:cubicBezTo>
                  <a:cubicBezTo>
                    <a:pt x="3369" y="5058"/>
                    <a:pt x="3376" y="5058"/>
                    <a:pt x="3379" y="5058"/>
                  </a:cubicBezTo>
                  <a:lnTo>
                    <a:pt x="3379" y="5058"/>
                  </a:lnTo>
                  <a:lnTo>
                    <a:pt x="3379" y="5058"/>
                  </a:lnTo>
                  <a:cubicBezTo>
                    <a:pt x="3383" y="5058"/>
                    <a:pt x="3389" y="5058"/>
                    <a:pt x="3393" y="5058"/>
                  </a:cubicBezTo>
                  <a:lnTo>
                    <a:pt x="3393" y="5058"/>
                  </a:lnTo>
                  <a:lnTo>
                    <a:pt x="3393" y="5058"/>
                  </a:lnTo>
                  <a:cubicBezTo>
                    <a:pt x="3419" y="5062"/>
                    <a:pt x="3450" y="5065"/>
                    <a:pt x="3480" y="5068"/>
                  </a:cubicBezTo>
                  <a:cubicBezTo>
                    <a:pt x="3504" y="5052"/>
                    <a:pt x="3510" y="5031"/>
                    <a:pt x="3510" y="5008"/>
                  </a:cubicBezTo>
                  <a:lnTo>
                    <a:pt x="3510" y="5008"/>
                  </a:lnTo>
                  <a:cubicBezTo>
                    <a:pt x="3534" y="4944"/>
                    <a:pt x="3524" y="4884"/>
                    <a:pt x="3487" y="4827"/>
                  </a:cubicBezTo>
                  <a:lnTo>
                    <a:pt x="3487" y="4827"/>
                  </a:lnTo>
                  <a:cubicBezTo>
                    <a:pt x="3477" y="4806"/>
                    <a:pt x="3457" y="4793"/>
                    <a:pt x="3443" y="4773"/>
                  </a:cubicBezTo>
                  <a:cubicBezTo>
                    <a:pt x="3423" y="4756"/>
                    <a:pt x="3406" y="4739"/>
                    <a:pt x="3386" y="4723"/>
                  </a:cubicBezTo>
                  <a:cubicBezTo>
                    <a:pt x="3369" y="4713"/>
                    <a:pt x="3356" y="4689"/>
                    <a:pt x="3325" y="4709"/>
                  </a:cubicBezTo>
                  <a:lnTo>
                    <a:pt x="3325" y="4709"/>
                  </a:lnTo>
                  <a:cubicBezTo>
                    <a:pt x="3289" y="4719"/>
                    <a:pt x="3252" y="4729"/>
                    <a:pt x="3211" y="4729"/>
                  </a:cubicBezTo>
                  <a:cubicBezTo>
                    <a:pt x="3211" y="4726"/>
                    <a:pt x="3208" y="4726"/>
                    <a:pt x="3205" y="4723"/>
                  </a:cubicBezTo>
                  <a:cubicBezTo>
                    <a:pt x="3198" y="4719"/>
                    <a:pt x="3185" y="4719"/>
                    <a:pt x="3178" y="4713"/>
                  </a:cubicBezTo>
                  <a:cubicBezTo>
                    <a:pt x="3175" y="4709"/>
                    <a:pt x="3175" y="4702"/>
                    <a:pt x="3175" y="4699"/>
                  </a:cubicBezTo>
                  <a:cubicBezTo>
                    <a:pt x="3175" y="4686"/>
                    <a:pt x="3175" y="4676"/>
                    <a:pt x="3181" y="4666"/>
                  </a:cubicBezTo>
                  <a:cubicBezTo>
                    <a:pt x="3181" y="4662"/>
                    <a:pt x="3185" y="4659"/>
                    <a:pt x="3185" y="4656"/>
                  </a:cubicBezTo>
                  <a:cubicBezTo>
                    <a:pt x="3185" y="4649"/>
                    <a:pt x="3188" y="4639"/>
                    <a:pt x="3188" y="4632"/>
                  </a:cubicBezTo>
                  <a:cubicBezTo>
                    <a:pt x="3195" y="4609"/>
                    <a:pt x="3195" y="4582"/>
                    <a:pt x="3201" y="4558"/>
                  </a:cubicBezTo>
                  <a:cubicBezTo>
                    <a:pt x="3215" y="4484"/>
                    <a:pt x="3235" y="4410"/>
                    <a:pt x="3238" y="4333"/>
                  </a:cubicBezTo>
                  <a:cubicBezTo>
                    <a:pt x="3245" y="4327"/>
                    <a:pt x="3248" y="4320"/>
                    <a:pt x="3262" y="4323"/>
                  </a:cubicBezTo>
                  <a:cubicBezTo>
                    <a:pt x="3265" y="4350"/>
                    <a:pt x="3285" y="4374"/>
                    <a:pt x="3299" y="4397"/>
                  </a:cubicBezTo>
                  <a:cubicBezTo>
                    <a:pt x="3309" y="4427"/>
                    <a:pt x="3322" y="4457"/>
                    <a:pt x="3352" y="4481"/>
                  </a:cubicBezTo>
                  <a:cubicBezTo>
                    <a:pt x="3366" y="4515"/>
                    <a:pt x="3386" y="4545"/>
                    <a:pt x="3403" y="4575"/>
                  </a:cubicBezTo>
                  <a:cubicBezTo>
                    <a:pt x="3406" y="4592"/>
                    <a:pt x="3416" y="4605"/>
                    <a:pt x="3429" y="4619"/>
                  </a:cubicBezTo>
                  <a:cubicBezTo>
                    <a:pt x="3429" y="4632"/>
                    <a:pt x="3440" y="4639"/>
                    <a:pt x="3453" y="4649"/>
                  </a:cubicBezTo>
                  <a:cubicBezTo>
                    <a:pt x="3463" y="4666"/>
                    <a:pt x="3483" y="4679"/>
                    <a:pt x="3483" y="4699"/>
                  </a:cubicBezTo>
                  <a:cubicBezTo>
                    <a:pt x="3497" y="4713"/>
                    <a:pt x="3500" y="4726"/>
                    <a:pt x="3507" y="4736"/>
                  </a:cubicBezTo>
                  <a:cubicBezTo>
                    <a:pt x="3520" y="4746"/>
                    <a:pt x="3507" y="4760"/>
                    <a:pt x="3520" y="4766"/>
                  </a:cubicBezTo>
                  <a:cubicBezTo>
                    <a:pt x="3524" y="4770"/>
                    <a:pt x="3527" y="4773"/>
                    <a:pt x="3527" y="4777"/>
                  </a:cubicBezTo>
                  <a:cubicBezTo>
                    <a:pt x="3517" y="4770"/>
                    <a:pt x="3510" y="4760"/>
                    <a:pt x="3497" y="4756"/>
                  </a:cubicBezTo>
                  <a:lnTo>
                    <a:pt x="3497" y="4756"/>
                  </a:lnTo>
                  <a:cubicBezTo>
                    <a:pt x="3490" y="4753"/>
                    <a:pt x="3487" y="4749"/>
                    <a:pt x="3483" y="4746"/>
                  </a:cubicBezTo>
                  <a:cubicBezTo>
                    <a:pt x="3480" y="4739"/>
                    <a:pt x="3473" y="4736"/>
                    <a:pt x="3470" y="4729"/>
                  </a:cubicBezTo>
                  <a:cubicBezTo>
                    <a:pt x="3467" y="4726"/>
                    <a:pt x="3460" y="4723"/>
                    <a:pt x="3457" y="4719"/>
                  </a:cubicBezTo>
                  <a:cubicBezTo>
                    <a:pt x="3446" y="4713"/>
                    <a:pt x="3440" y="4709"/>
                    <a:pt x="3423" y="4699"/>
                  </a:cubicBezTo>
                  <a:cubicBezTo>
                    <a:pt x="3426" y="4729"/>
                    <a:pt x="3467" y="4739"/>
                    <a:pt x="3470" y="4763"/>
                  </a:cubicBezTo>
                  <a:cubicBezTo>
                    <a:pt x="3493" y="4773"/>
                    <a:pt x="3497" y="4793"/>
                    <a:pt x="3517" y="4803"/>
                  </a:cubicBezTo>
                  <a:lnTo>
                    <a:pt x="3517" y="4803"/>
                  </a:lnTo>
                  <a:cubicBezTo>
                    <a:pt x="3520" y="4806"/>
                    <a:pt x="3520" y="4810"/>
                    <a:pt x="3524" y="4810"/>
                  </a:cubicBezTo>
                  <a:cubicBezTo>
                    <a:pt x="3524" y="4817"/>
                    <a:pt x="3524" y="4820"/>
                    <a:pt x="3530" y="4820"/>
                  </a:cubicBezTo>
                  <a:lnTo>
                    <a:pt x="3530" y="4820"/>
                  </a:lnTo>
                  <a:cubicBezTo>
                    <a:pt x="3534" y="4837"/>
                    <a:pt x="3540" y="4854"/>
                    <a:pt x="3557" y="4867"/>
                  </a:cubicBezTo>
                  <a:lnTo>
                    <a:pt x="3557" y="4867"/>
                  </a:lnTo>
                  <a:cubicBezTo>
                    <a:pt x="3561" y="4870"/>
                    <a:pt x="3561" y="4870"/>
                    <a:pt x="3561" y="4874"/>
                  </a:cubicBezTo>
                  <a:cubicBezTo>
                    <a:pt x="3561" y="4877"/>
                    <a:pt x="3561" y="4881"/>
                    <a:pt x="3561" y="4887"/>
                  </a:cubicBezTo>
                  <a:cubicBezTo>
                    <a:pt x="3561" y="4891"/>
                    <a:pt x="3564" y="4897"/>
                    <a:pt x="3567" y="4901"/>
                  </a:cubicBezTo>
                  <a:cubicBezTo>
                    <a:pt x="3577" y="4907"/>
                    <a:pt x="3574" y="4911"/>
                    <a:pt x="3567" y="4914"/>
                  </a:cubicBezTo>
                  <a:cubicBezTo>
                    <a:pt x="3567" y="4917"/>
                    <a:pt x="3567" y="4924"/>
                    <a:pt x="3567" y="4927"/>
                  </a:cubicBezTo>
                  <a:cubicBezTo>
                    <a:pt x="3571" y="4941"/>
                    <a:pt x="3571" y="4951"/>
                    <a:pt x="3564" y="4964"/>
                  </a:cubicBezTo>
                  <a:cubicBezTo>
                    <a:pt x="3564" y="4971"/>
                    <a:pt x="3561" y="4978"/>
                    <a:pt x="3561" y="4981"/>
                  </a:cubicBezTo>
                  <a:cubicBezTo>
                    <a:pt x="3561" y="4991"/>
                    <a:pt x="3557" y="4998"/>
                    <a:pt x="3557" y="5005"/>
                  </a:cubicBezTo>
                  <a:cubicBezTo>
                    <a:pt x="3554" y="5008"/>
                    <a:pt x="3554" y="5011"/>
                    <a:pt x="3550" y="5015"/>
                  </a:cubicBezTo>
                  <a:cubicBezTo>
                    <a:pt x="3547" y="5018"/>
                    <a:pt x="3544" y="5025"/>
                    <a:pt x="3544" y="5028"/>
                  </a:cubicBezTo>
                  <a:cubicBezTo>
                    <a:pt x="3540" y="5031"/>
                    <a:pt x="3537" y="5035"/>
                    <a:pt x="3537" y="5035"/>
                  </a:cubicBezTo>
                  <a:cubicBezTo>
                    <a:pt x="3534" y="5042"/>
                    <a:pt x="3530" y="5045"/>
                    <a:pt x="3530" y="5048"/>
                  </a:cubicBezTo>
                  <a:cubicBezTo>
                    <a:pt x="3527" y="5052"/>
                    <a:pt x="3527" y="5052"/>
                    <a:pt x="3524" y="5055"/>
                  </a:cubicBezTo>
                  <a:cubicBezTo>
                    <a:pt x="3524" y="5058"/>
                    <a:pt x="3520" y="5062"/>
                    <a:pt x="3517" y="5062"/>
                  </a:cubicBezTo>
                  <a:lnTo>
                    <a:pt x="3514" y="5068"/>
                  </a:lnTo>
                  <a:cubicBezTo>
                    <a:pt x="3514" y="5068"/>
                    <a:pt x="3510" y="5072"/>
                    <a:pt x="3510" y="5075"/>
                  </a:cubicBezTo>
                  <a:lnTo>
                    <a:pt x="3507" y="5075"/>
                  </a:lnTo>
                  <a:lnTo>
                    <a:pt x="3504" y="5075"/>
                  </a:lnTo>
                  <a:cubicBezTo>
                    <a:pt x="3500" y="5075"/>
                    <a:pt x="3493" y="5075"/>
                    <a:pt x="3487" y="5078"/>
                  </a:cubicBezTo>
                  <a:cubicBezTo>
                    <a:pt x="3467" y="5092"/>
                    <a:pt x="3440" y="5092"/>
                    <a:pt x="3416" y="5095"/>
                  </a:cubicBezTo>
                  <a:cubicBezTo>
                    <a:pt x="3400" y="5095"/>
                    <a:pt x="3379" y="5095"/>
                    <a:pt x="3369" y="5105"/>
                  </a:cubicBezTo>
                  <a:cubicBezTo>
                    <a:pt x="3366" y="5105"/>
                    <a:pt x="3366" y="5105"/>
                    <a:pt x="3362" y="5105"/>
                  </a:cubicBezTo>
                  <a:cubicBezTo>
                    <a:pt x="3319" y="5112"/>
                    <a:pt x="3275" y="5112"/>
                    <a:pt x="3232" y="5116"/>
                  </a:cubicBezTo>
                  <a:cubicBezTo>
                    <a:pt x="3211" y="5119"/>
                    <a:pt x="3191" y="5122"/>
                    <a:pt x="3171" y="5126"/>
                  </a:cubicBezTo>
                  <a:moveTo>
                    <a:pt x="3587" y="4793"/>
                  </a:moveTo>
                  <a:lnTo>
                    <a:pt x="3587" y="4793"/>
                  </a:lnTo>
                  <a:lnTo>
                    <a:pt x="3587" y="4793"/>
                  </a:lnTo>
                  <a:lnTo>
                    <a:pt x="3584" y="4793"/>
                  </a:lnTo>
                  <a:lnTo>
                    <a:pt x="3584" y="4793"/>
                  </a:lnTo>
                  <a:lnTo>
                    <a:pt x="3584" y="4793"/>
                  </a:lnTo>
                  <a:cubicBezTo>
                    <a:pt x="3587" y="4793"/>
                    <a:pt x="3587" y="4793"/>
                    <a:pt x="3587" y="4793"/>
                  </a:cubicBezTo>
                  <a:moveTo>
                    <a:pt x="3678" y="4051"/>
                  </a:moveTo>
                  <a:lnTo>
                    <a:pt x="3678" y="4051"/>
                  </a:lnTo>
                  <a:cubicBezTo>
                    <a:pt x="3681" y="4051"/>
                    <a:pt x="3685" y="4055"/>
                    <a:pt x="3688" y="4055"/>
                  </a:cubicBezTo>
                  <a:cubicBezTo>
                    <a:pt x="3688" y="4055"/>
                    <a:pt x="3685" y="4055"/>
                    <a:pt x="3681" y="4055"/>
                  </a:cubicBezTo>
                  <a:lnTo>
                    <a:pt x="3678" y="4051"/>
                  </a:lnTo>
                  <a:moveTo>
                    <a:pt x="4024" y="3662"/>
                  </a:moveTo>
                  <a:lnTo>
                    <a:pt x="4024" y="3662"/>
                  </a:lnTo>
                  <a:cubicBezTo>
                    <a:pt x="4020" y="3662"/>
                    <a:pt x="4017" y="3659"/>
                    <a:pt x="4017" y="3659"/>
                  </a:cubicBezTo>
                  <a:cubicBezTo>
                    <a:pt x="4020" y="3659"/>
                    <a:pt x="4020" y="3659"/>
                    <a:pt x="4024" y="3659"/>
                  </a:cubicBezTo>
                  <a:lnTo>
                    <a:pt x="4024" y="3662"/>
                  </a:lnTo>
                  <a:moveTo>
                    <a:pt x="2476" y="3467"/>
                  </a:moveTo>
                  <a:lnTo>
                    <a:pt x="2476" y="3467"/>
                  </a:lnTo>
                  <a:lnTo>
                    <a:pt x="2476" y="3467"/>
                  </a:lnTo>
                  <a:cubicBezTo>
                    <a:pt x="2476" y="3471"/>
                    <a:pt x="2476" y="3471"/>
                    <a:pt x="2476" y="3471"/>
                  </a:cubicBezTo>
                  <a:lnTo>
                    <a:pt x="2473" y="3471"/>
                  </a:lnTo>
                  <a:cubicBezTo>
                    <a:pt x="2473" y="3471"/>
                    <a:pt x="2476" y="3471"/>
                    <a:pt x="2476" y="3467"/>
                  </a:cubicBezTo>
                  <a:moveTo>
                    <a:pt x="2476" y="3467"/>
                  </a:moveTo>
                  <a:lnTo>
                    <a:pt x="2476" y="3467"/>
                  </a:lnTo>
                  <a:cubicBezTo>
                    <a:pt x="2476" y="3471"/>
                    <a:pt x="2476" y="3471"/>
                    <a:pt x="2476" y="3471"/>
                  </a:cubicBezTo>
                  <a:lnTo>
                    <a:pt x="2476" y="3467"/>
                  </a:lnTo>
                  <a:moveTo>
                    <a:pt x="2466" y="3494"/>
                  </a:moveTo>
                  <a:lnTo>
                    <a:pt x="2466" y="3494"/>
                  </a:lnTo>
                  <a:cubicBezTo>
                    <a:pt x="2423" y="3504"/>
                    <a:pt x="2382" y="3501"/>
                    <a:pt x="2339" y="3504"/>
                  </a:cubicBezTo>
                  <a:cubicBezTo>
                    <a:pt x="2379" y="3498"/>
                    <a:pt x="2423" y="3504"/>
                    <a:pt x="2466" y="3494"/>
                  </a:cubicBezTo>
                  <a:moveTo>
                    <a:pt x="2832" y="3491"/>
                  </a:moveTo>
                  <a:lnTo>
                    <a:pt x="2832" y="3491"/>
                  </a:lnTo>
                  <a:cubicBezTo>
                    <a:pt x="2802" y="3498"/>
                    <a:pt x="2765" y="3488"/>
                    <a:pt x="2735" y="3501"/>
                  </a:cubicBezTo>
                  <a:cubicBezTo>
                    <a:pt x="2735" y="3504"/>
                    <a:pt x="2732" y="3504"/>
                    <a:pt x="2732" y="3508"/>
                  </a:cubicBezTo>
                  <a:cubicBezTo>
                    <a:pt x="2728" y="3508"/>
                    <a:pt x="2725" y="3508"/>
                    <a:pt x="2725" y="3508"/>
                  </a:cubicBezTo>
                  <a:cubicBezTo>
                    <a:pt x="2715" y="3504"/>
                    <a:pt x="2704" y="3504"/>
                    <a:pt x="2694" y="3501"/>
                  </a:cubicBezTo>
                  <a:cubicBezTo>
                    <a:pt x="2688" y="3501"/>
                    <a:pt x="2684" y="3501"/>
                    <a:pt x="2678" y="3501"/>
                  </a:cubicBezTo>
                  <a:cubicBezTo>
                    <a:pt x="2658" y="3504"/>
                    <a:pt x="2641" y="3498"/>
                    <a:pt x="2624" y="3494"/>
                  </a:cubicBezTo>
                  <a:cubicBezTo>
                    <a:pt x="2570" y="3491"/>
                    <a:pt x="2517" y="3491"/>
                    <a:pt x="2466" y="3494"/>
                  </a:cubicBezTo>
                  <a:lnTo>
                    <a:pt x="2466" y="3494"/>
                  </a:lnTo>
                  <a:cubicBezTo>
                    <a:pt x="2473" y="3494"/>
                    <a:pt x="2476" y="3491"/>
                    <a:pt x="2480" y="3488"/>
                  </a:cubicBezTo>
                  <a:cubicBezTo>
                    <a:pt x="2527" y="3481"/>
                    <a:pt x="2570" y="3484"/>
                    <a:pt x="2617" y="3488"/>
                  </a:cubicBezTo>
                  <a:cubicBezTo>
                    <a:pt x="2671" y="3474"/>
                    <a:pt x="2725" y="3474"/>
                    <a:pt x="2779" y="3471"/>
                  </a:cubicBezTo>
                  <a:cubicBezTo>
                    <a:pt x="2792" y="3467"/>
                    <a:pt x="2805" y="3467"/>
                    <a:pt x="2815" y="3460"/>
                  </a:cubicBezTo>
                  <a:lnTo>
                    <a:pt x="2815" y="3460"/>
                  </a:lnTo>
                  <a:cubicBezTo>
                    <a:pt x="2859" y="3460"/>
                    <a:pt x="2903" y="3460"/>
                    <a:pt x="2950" y="3457"/>
                  </a:cubicBezTo>
                  <a:cubicBezTo>
                    <a:pt x="2983" y="3457"/>
                    <a:pt x="3013" y="3460"/>
                    <a:pt x="3043" y="3471"/>
                  </a:cubicBezTo>
                  <a:cubicBezTo>
                    <a:pt x="3054" y="3471"/>
                    <a:pt x="3064" y="3474"/>
                    <a:pt x="3071" y="3474"/>
                  </a:cubicBezTo>
                  <a:cubicBezTo>
                    <a:pt x="3060" y="3474"/>
                    <a:pt x="3050" y="3474"/>
                    <a:pt x="3040" y="3474"/>
                  </a:cubicBezTo>
                  <a:cubicBezTo>
                    <a:pt x="2973" y="3484"/>
                    <a:pt x="2903" y="3484"/>
                    <a:pt x="2832" y="3491"/>
                  </a:cubicBezTo>
                  <a:moveTo>
                    <a:pt x="3789" y="3306"/>
                  </a:moveTo>
                  <a:lnTo>
                    <a:pt x="3789" y="3306"/>
                  </a:lnTo>
                  <a:lnTo>
                    <a:pt x="3789" y="3306"/>
                  </a:lnTo>
                  <a:lnTo>
                    <a:pt x="3789" y="3306"/>
                  </a:lnTo>
                  <a:lnTo>
                    <a:pt x="3792" y="3303"/>
                  </a:lnTo>
                  <a:lnTo>
                    <a:pt x="3789" y="3306"/>
                  </a:lnTo>
                  <a:moveTo>
                    <a:pt x="3352" y="2762"/>
                  </a:moveTo>
                  <a:lnTo>
                    <a:pt x="3352" y="2762"/>
                  </a:lnTo>
                  <a:moveTo>
                    <a:pt x="3846" y="1779"/>
                  </a:moveTo>
                  <a:lnTo>
                    <a:pt x="3846" y="1779"/>
                  </a:lnTo>
                  <a:lnTo>
                    <a:pt x="3846" y="1779"/>
                  </a:lnTo>
                  <a:cubicBezTo>
                    <a:pt x="3843" y="1775"/>
                    <a:pt x="3843" y="1775"/>
                    <a:pt x="3843" y="1775"/>
                  </a:cubicBezTo>
                  <a:cubicBezTo>
                    <a:pt x="3846" y="1775"/>
                    <a:pt x="3846" y="1775"/>
                    <a:pt x="3846" y="1779"/>
                  </a:cubicBezTo>
                  <a:moveTo>
                    <a:pt x="4057" y="1722"/>
                  </a:moveTo>
                  <a:lnTo>
                    <a:pt x="4057" y="1722"/>
                  </a:lnTo>
                  <a:cubicBezTo>
                    <a:pt x="4054" y="1725"/>
                    <a:pt x="4054" y="1725"/>
                    <a:pt x="4050" y="1725"/>
                  </a:cubicBezTo>
                  <a:lnTo>
                    <a:pt x="4050" y="1722"/>
                  </a:lnTo>
                  <a:cubicBezTo>
                    <a:pt x="4054" y="1722"/>
                    <a:pt x="4054" y="1722"/>
                    <a:pt x="4057" y="1722"/>
                  </a:cubicBezTo>
                  <a:moveTo>
                    <a:pt x="4151" y="1728"/>
                  </a:moveTo>
                  <a:lnTo>
                    <a:pt x="4151" y="1728"/>
                  </a:lnTo>
                  <a:moveTo>
                    <a:pt x="4131" y="1578"/>
                  </a:moveTo>
                  <a:lnTo>
                    <a:pt x="4131" y="1578"/>
                  </a:lnTo>
                  <a:cubicBezTo>
                    <a:pt x="4131" y="1581"/>
                    <a:pt x="4131" y="1584"/>
                    <a:pt x="4128" y="1588"/>
                  </a:cubicBezTo>
                  <a:cubicBezTo>
                    <a:pt x="4128" y="1578"/>
                    <a:pt x="4125" y="1567"/>
                    <a:pt x="4121" y="1557"/>
                  </a:cubicBezTo>
                  <a:cubicBezTo>
                    <a:pt x="4125" y="1564"/>
                    <a:pt x="4125" y="1571"/>
                    <a:pt x="4131" y="1578"/>
                  </a:cubicBezTo>
                  <a:moveTo>
                    <a:pt x="4121" y="1551"/>
                  </a:moveTo>
                  <a:lnTo>
                    <a:pt x="4121" y="1551"/>
                  </a:lnTo>
                  <a:lnTo>
                    <a:pt x="4121" y="1554"/>
                  </a:lnTo>
                  <a:cubicBezTo>
                    <a:pt x="4121" y="1551"/>
                    <a:pt x="4121" y="1551"/>
                    <a:pt x="4121" y="1551"/>
                  </a:cubicBezTo>
                  <a:moveTo>
                    <a:pt x="4322" y="1708"/>
                  </a:moveTo>
                  <a:cubicBezTo>
                    <a:pt x="4322" y="1708"/>
                    <a:pt x="4322" y="1705"/>
                    <a:pt x="4322" y="1708"/>
                  </a:cubicBezTo>
                  <a:moveTo>
                    <a:pt x="4064" y="701"/>
                  </a:moveTo>
                  <a:lnTo>
                    <a:pt x="4064" y="701"/>
                  </a:lnTo>
                  <a:lnTo>
                    <a:pt x="4064" y="701"/>
                  </a:lnTo>
                  <a:lnTo>
                    <a:pt x="4064" y="705"/>
                  </a:lnTo>
                  <a:lnTo>
                    <a:pt x="4064" y="705"/>
                  </a:lnTo>
                  <a:cubicBezTo>
                    <a:pt x="4064" y="701"/>
                    <a:pt x="4064" y="701"/>
                    <a:pt x="4064" y="701"/>
                  </a:cubicBezTo>
                  <a:moveTo>
                    <a:pt x="4064" y="701"/>
                  </a:moveTo>
                  <a:lnTo>
                    <a:pt x="4064" y="701"/>
                  </a:lnTo>
                  <a:lnTo>
                    <a:pt x="4064" y="701"/>
                  </a:lnTo>
                  <a:cubicBezTo>
                    <a:pt x="4064" y="705"/>
                    <a:pt x="4064" y="705"/>
                    <a:pt x="4064" y="705"/>
                  </a:cubicBezTo>
                  <a:lnTo>
                    <a:pt x="4064" y="705"/>
                  </a:lnTo>
                  <a:lnTo>
                    <a:pt x="4064" y="701"/>
                  </a:lnTo>
                  <a:moveTo>
                    <a:pt x="4024" y="554"/>
                  </a:moveTo>
                  <a:lnTo>
                    <a:pt x="4024" y="554"/>
                  </a:lnTo>
                  <a:lnTo>
                    <a:pt x="4024" y="554"/>
                  </a:lnTo>
                  <a:cubicBezTo>
                    <a:pt x="4027" y="554"/>
                    <a:pt x="4027" y="554"/>
                    <a:pt x="4030" y="557"/>
                  </a:cubicBezTo>
                  <a:cubicBezTo>
                    <a:pt x="4027" y="557"/>
                    <a:pt x="4027" y="557"/>
                    <a:pt x="4024" y="557"/>
                  </a:cubicBezTo>
                  <a:cubicBezTo>
                    <a:pt x="4024" y="554"/>
                    <a:pt x="4024" y="554"/>
                    <a:pt x="4024" y="554"/>
                  </a:cubicBezTo>
                  <a:moveTo>
                    <a:pt x="4050" y="490"/>
                  </a:moveTo>
                  <a:lnTo>
                    <a:pt x="4050" y="490"/>
                  </a:lnTo>
                  <a:moveTo>
                    <a:pt x="3483" y="1289"/>
                  </a:moveTo>
                  <a:lnTo>
                    <a:pt x="3483" y="1289"/>
                  </a:lnTo>
                  <a:moveTo>
                    <a:pt x="3265" y="1279"/>
                  </a:moveTo>
                  <a:lnTo>
                    <a:pt x="3265" y="1279"/>
                  </a:lnTo>
                  <a:cubicBezTo>
                    <a:pt x="3282" y="1279"/>
                    <a:pt x="3299" y="1279"/>
                    <a:pt x="3315" y="1275"/>
                  </a:cubicBezTo>
                  <a:cubicBezTo>
                    <a:pt x="3299" y="1279"/>
                    <a:pt x="3282" y="1279"/>
                    <a:pt x="3265" y="1279"/>
                  </a:cubicBezTo>
                  <a:moveTo>
                    <a:pt x="3409" y="1346"/>
                  </a:moveTo>
                  <a:lnTo>
                    <a:pt x="3409" y="1346"/>
                  </a:lnTo>
                  <a:lnTo>
                    <a:pt x="3409" y="1346"/>
                  </a:lnTo>
                  <a:lnTo>
                    <a:pt x="3406" y="1346"/>
                  </a:lnTo>
                  <a:lnTo>
                    <a:pt x="3409" y="1346"/>
                  </a:lnTo>
                  <a:moveTo>
                    <a:pt x="1380" y="1383"/>
                  </a:moveTo>
                  <a:lnTo>
                    <a:pt x="1380" y="1383"/>
                  </a:lnTo>
                  <a:moveTo>
                    <a:pt x="2100" y="1356"/>
                  </a:moveTo>
                  <a:lnTo>
                    <a:pt x="2100" y="1356"/>
                  </a:lnTo>
                  <a:lnTo>
                    <a:pt x="2097" y="1356"/>
                  </a:lnTo>
                  <a:cubicBezTo>
                    <a:pt x="2097" y="1353"/>
                    <a:pt x="2100" y="1353"/>
                    <a:pt x="2100" y="1353"/>
                  </a:cubicBezTo>
                  <a:lnTo>
                    <a:pt x="2100" y="1356"/>
                  </a:lnTo>
                  <a:moveTo>
                    <a:pt x="584" y="1386"/>
                  </a:moveTo>
                  <a:lnTo>
                    <a:pt x="584" y="1386"/>
                  </a:lnTo>
                  <a:lnTo>
                    <a:pt x="587" y="1389"/>
                  </a:lnTo>
                  <a:lnTo>
                    <a:pt x="584" y="1389"/>
                  </a:lnTo>
                  <a:cubicBezTo>
                    <a:pt x="584" y="1386"/>
                    <a:pt x="584" y="1386"/>
                    <a:pt x="584" y="1386"/>
                  </a:cubicBezTo>
                  <a:moveTo>
                    <a:pt x="876" y="1399"/>
                  </a:moveTo>
                  <a:lnTo>
                    <a:pt x="876" y="1399"/>
                  </a:lnTo>
                  <a:lnTo>
                    <a:pt x="876" y="1396"/>
                  </a:lnTo>
                  <a:lnTo>
                    <a:pt x="880" y="1399"/>
                  </a:lnTo>
                  <a:lnTo>
                    <a:pt x="880" y="1399"/>
                  </a:lnTo>
                  <a:lnTo>
                    <a:pt x="880" y="1399"/>
                  </a:lnTo>
                  <a:lnTo>
                    <a:pt x="876" y="1399"/>
                  </a:lnTo>
                  <a:moveTo>
                    <a:pt x="1880" y="1369"/>
                  </a:moveTo>
                  <a:lnTo>
                    <a:pt x="1880" y="1369"/>
                  </a:lnTo>
                  <a:lnTo>
                    <a:pt x="1880" y="1369"/>
                  </a:lnTo>
                  <a:lnTo>
                    <a:pt x="1883" y="1369"/>
                  </a:lnTo>
                  <a:lnTo>
                    <a:pt x="1883" y="1369"/>
                  </a:lnTo>
                  <a:cubicBezTo>
                    <a:pt x="1880" y="1369"/>
                    <a:pt x="1880" y="1369"/>
                    <a:pt x="1880" y="1369"/>
                  </a:cubicBezTo>
                  <a:moveTo>
                    <a:pt x="2111" y="1396"/>
                  </a:moveTo>
                  <a:lnTo>
                    <a:pt x="2111" y="1396"/>
                  </a:lnTo>
                  <a:cubicBezTo>
                    <a:pt x="2117" y="1393"/>
                    <a:pt x="2124" y="1389"/>
                    <a:pt x="2127" y="1383"/>
                  </a:cubicBezTo>
                  <a:cubicBezTo>
                    <a:pt x="2151" y="1399"/>
                    <a:pt x="2181" y="1389"/>
                    <a:pt x="2204" y="1389"/>
                  </a:cubicBezTo>
                  <a:cubicBezTo>
                    <a:pt x="2225" y="1386"/>
                    <a:pt x="2245" y="1383"/>
                    <a:pt x="2265" y="1389"/>
                  </a:cubicBezTo>
                  <a:cubicBezTo>
                    <a:pt x="2322" y="1379"/>
                    <a:pt x="2379" y="1406"/>
                    <a:pt x="2433" y="1386"/>
                  </a:cubicBezTo>
                  <a:cubicBezTo>
                    <a:pt x="2436" y="1383"/>
                    <a:pt x="2436" y="1383"/>
                    <a:pt x="2439" y="1383"/>
                  </a:cubicBezTo>
                  <a:cubicBezTo>
                    <a:pt x="2443" y="1383"/>
                    <a:pt x="2446" y="1383"/>
                    <a:pt x="2450" y="1383"/>
                  </a:cubicBezTo>
                  <a:cubicBezTo>
                    <a:pt x="2460" y="1383"/>
                    <a:pt x="2466" y="1383"/>
                    <a:pt x="2473" y="1379"/>
                  </a:cubicBezTo>
                  <a:lnTo>
                    <a:pt x="2473" y="1379"/>
                  </a:lnTo>
                  <a:cubicBezTo>
                    <a:pt x="2480" y="1379"/>
                    <a:pt x="2486" y="1379"/>
                    <a:pt x="2493" y="1376"/>
                  </a:cubicBezTo>
                  <a:lnTo>
                    <a:pt x="2497" y="1376"/>
                  </a:lnTo>
                  <a:cubicBezTo>
                    <a:pt x="2510" y="1383"/>
                    <a:pt x="2527" y="1383"/>
                    <a:pt x="2540" y="1383"/>
                  </a:cubicBezTo>
                  <a:cubicBezTo>
                    <a:pt x="2554" y="1386"/>
                    <a:pt x="2564" y="1389"/>
                    <a:pt x="2577" y="1389"/>
                  </a:cubicBezTo>
                  <a:cubicBezTo>
                    <a:pt x="2567" y="1393"/>
                    <a:pt x="2557" y="1393"/>
                    <a:pt x="2547" y="1396"/>
                  </a:cubicBezTo>
                  <a:cubicBezTo>
                    <a:pt x="2540" y="1396"/>
                    <a:pt x="2530" y="1396"/>
                    <a:pt x="2523" y="1396"/>
                  </a:cubicBezTo>
                  <a:cubicBezTo>
                    <a:pt x="2517" y="1393"/>
                    <a:pt x="2513" y="1396"/>
                    <a:pt x="2507" y="1396"/>
                  </a:cubicBezTo>
                  <a:cubicBezTo>
                    <a:pt x="2476" y="1399"/>
                    <a:pt x="2446" y="1399"/>
                    <a:pt x="2416" y="1396"/>
                  </a:cubicBezTo>
                  <a:cubicBezTo>
                    <a:pt x="2409" y="1393"/>
                    <a:pt x="2406" y="1393"/>
                    <a:pt x="2399" y="1396"/>
                  </a:cubicBezTo>
                  <a:cubicBezTo>
                    <a:pt x="2379" y="1396"/>
                    <a:pt x="2362" y="1399"/>
                    <a:pt x="2342" y="1396"/>
                  </a:cubicBezTo>
                  <a:cubicBezTo>
                    <a:pt x="2336" y="1396"/>
                    <a:pt x="2329" y="1393"/>
                    <a:pt x="2325" y="1396"/>
                  </a:cubicBezTo>
                  <a:cubicBezTo>
                    <a:pt x="2322" y="1396"/>
                    <a:pt x="2318" y="1396"/>
                    <a:pt x="2315" y="1396"/>
                  </a:cubicBezTo>
                  <a:cubicBezTo>
                    <a:pt x="2305" y="1396"/>
                    <a:pt x="2298" y="1396"/>
                    <a:pt x="2288" y="1396"/>
                  </a:cubicBezTo>
                  <a:cubicBezTo>
                    <a:pt x="2272" y="1399"/>
                    <a:pt x="2255" y="1396"/>
                    <a:pt x="2238" y="1399"/>
                  </a:cubicBezTo>
                  <a:cubicBezTo>
                    <a:pt x="2221" y="1399"/>
                    <a:pt x="2201" y="1399"/>
                    <a:pt x="2184" y="1399"/>
                  </a:cubicBezTo>
                  <a:cubicBezTo>
                    <a:pt x="2168" y="1396"/>
                    <a:pt x="2147" y="1396"/>
                    <a:pt x="2131" y="1396"/>
                  </a:cubicBezTo>
                  <a:cubicBezTo>
                    <a:pt x="2124" y="1396"/>
                    <a:pt x="2117" y="1396"/>
                    <a:pt x="2111" y="1396"/>
                  </a:cubicBezTo>
                  <a:moveTo>
                    <a:pt x="2218" y="1410"/>
                  </a:moveTo>
                  <a:lnTo>
                    <a:pt x="2218" y="1410"/>
                  </a:lnTo>
                  <a:moveTo>
                    <a:pt x="2204" y="1410"/>
                  </a:moveTo>
                  <a:lnTo>
                    <a:pt x="2204" y="1410"/>
                  </a:lnTo>
                  <a:moveTo>
                    <a:pt x="4205" y="1396"/>
                  </a:moveTo>
                  <a:lnTo>
                    <a:pt x="4205" y="1396"/>
                  </a:lnTo>
                  <a:cubicBezTo>
                    <a:pt x="4202" y="1396"/>
                    <a:pt x="4202" y="1396"/>
                    <a:pt x="4202" y="1396"/>
                  </a:cubicBezTo>
                  <a:lnTo>
                    <a:pt x="4202" y="1396"/>
                  </a:lnTo>
                  <a:lnTo>
                    <a:pt x="4205" y="1396"/>
                  </a:lnTo>
                  <a:moveTo>
                    <a:pt x="4218" y="1410"/>
                  </a:moveTo>
                  <a:lnTo>
                    <a:pt x="4218" y="1410"/>
                  </a:lnTo>
                  <a:cubicBezTo>
                    <a:pt x="4222" y="1406"/>
                    <a:pt x="4229" y="1403"/>
                    <a:pt x="4232" y="1399"/>
                  </a:cubicBezTo>
                  <a:lnTo>
                    <a:pt x="4232" y="1399"/>
                  </a:lnTo>
                  <a:cubicBezTo>
                    <a:pt x="4255" y="1383"/>
                    <a:pt x="4225" y="1383"/>
                    <a:pt x="4218" y="1373"/>
                  </a:cubicBezTo>
                  <a:cubicBezTo>
                    <a:pt x="4205" y="1369"/>
                    <a:pt x="4192" y="1369"/>
                    <a:pt x="4178" y="1376"/>
                  </a:cubicBezTo>
                  <a:lnTo>
                    <a:pt x="4178" y="1376"/>
                  </a:lnTo>
                  <a:lnTo>
                    <a:pt x="4178" y="1376"/>
                  </a:lnTo>
                  <a:cubicBezTo>
                    <a:pt x="4118" y="1373"/>
                    <a:pt x="4057" y="1373"/>
                    <a:pt x="3993" y="1373"/>
                  </a:cubicBezTo>
                  <a:cubicBezTo>
                    <a:pt x="3977" y="1373"/>
                    <a:pt x="3957" y="1373"/>
                    <a:pt x="3940" y="1379"/>
                  </a:cubicBezTo>
                  <a:cubicBezTo>
                    <a:pt x="3859" y="1376"/>
                    <a:pt x="3782" y="1379"/>
                    <a:pt x="3701" y="1383"/>
                  </a:cubicBezTo>
                  <a:cubicBezTo>
                    <a:pt x="3688" y="1383"/>
                    <a:pt x="3675" y="1383"/>
                    <a:pt x="3665" y="1383"/>
                  </a:cubicBezTo>
                  <a:lnTo>
                    <a:pt x="3665" y="1383"/>
                  </a:lnTo>
                  <a:lnTo>
                    <a:pt x="3665" y="1383"/>
                  </a:lnTo>
                  <a:cubicBezTo>
                    <a:pt x="3654" y="1379"/>
                    <a:pt x="3644" y="1379"/>
                    <a:pt x="3638" y="1383"/>
                  </a:cubicBezTo>
                  <a:cubicBezTo>
                    <a:pt x="3628" y="1383"/>
                    <a:pt x="3621" y="1383"/>
                    <a:pt x="3611" y="1383"/>
                  </a:cubicBezTo>
                  <a:cubicBezTo>
                    <a:pt x="3604" y="1383"/>
                    <a:pt x="3594" y="1383"/>
                    <a:pt x="3584" y="1383"/>
                  </a:cubicBezTo>
                  <a:lnTo>
                    <a:pt x="3584" y="1383"/>
                  </a:lnTo>
                  <a:lnTo>
                    <a:pt x="3584" y="1383"/>
                  </a:lnTo>
                  <a:cubicBezTo>
                    <a:pt x="3547" y="1383"/>
                    <a:pt x="3507" y="1383"/>
                    <a:pt x="3470" y="1383"/>
                  </a:cubicBezTo>
                  <a:cubicBezTo>
                    <a:pt x="3450" y="1383"/>
                    <a:pt x="3429" y="1379"/>
                    <a:pt x="3413" y="1389"/>
                  </a:cubicBezTo>
                  <a:cubicBezTo>
                    <a:pt x="3409" y="1389"/>
                    <a:pt x="3409" y="1389"/>
                    <a:pt x="3409" y="1389"/>
                  </a:cubicBezTo>
                  <a:lnTo>
                    <a:pt x="3409" y="1389"/>
                  </a:lnTo>
                  <a:cubicBezTo>
                    <a:pt x="3403" y="1386"/>
                    <a:pt x="3396" y="1386"/>
                    <a:pt x="3386" y="1389"/>
                  </a:cubicBezTo>
                  <a:lnTo>
                    <a:pt x="3386" y="1389"/>
                  </a:lnTo>
                  <a:lnTo>
                    <a:pt x="3386" y="1389"/>
                  </a:lnTo>
                  <a:cubicBezTo>
                    <a:pt x="3359" y="1379"/>
                    <a:pt x="3336" y="1383"/>
                    <a:pt x="3309" y="1389"/>
                  </a:cubicBezTo>
                  <a:cubicBezTo>
                    <a:pt x="3305" y="1389"/>
                    <a:pt x="3305" y="1389"/>
                    <a:pt x="3305" y="1389"/>
                  </a:cubicBezTo>
                  <a:lnTo>
                    <a:pt x="3305" y="1389"/>
                  </a:lnTo>
                  <a:cubicBezTo>
                    <a:pt x="3299" y="1386"/>
                    <a:pt x="3292" y="1386"/>
                    <a:pt x="3285" y="1389"/>
                  </a:cubicBezTo>
                  <a:cubicBezTo>
                    <a:pt x="3205" y="1389"/>
                    <a:pt x="3124" y="1389"/>
                    <a:pt x="3043" y="1389"/>
                  </a:cubicBezTo>
                  <a:lnTo>
                    <a:pt x="3043" y="1389"/>
                  </a:lnTo>
                  <a:lnTo>
                    <a:pt x="3043" y="1389"/>
                  </a:lnTo>
                  <a:cubicBezTo>
                    <a:pt x="3030" y="1393"/>
                    <a:pt x="3017" y="1393"/>
                    <a:pt x="3007" y="1393"/>
                  </a:cubicBezTo>
                  <a:cubicBezTo>
                    <a:pt x="3000" y="1393"/>
                    <a:pt x="2997" y="1393"/>
                    <a:pt x="2990" y="1393"/>
                  </a:cubicBezTo>
                  <a:lnTo>
                    <a:pt x="2990" y="1393"/>
                  </a:lnTo>
                  <a:lnTo>
                    <a:pt x="2990" y="1393"/>
                  </a:lnTo>
                  <a:cubicBezTo>
                    <a:pt x="2973" y="1393"/>
                    <a:pt x="2953" y="1389"/>
                    <a:pt x="2936" y="1396"/>
                  </a:cubicBezTo>
                  <a:cubicBezTo>
                    <a:pt x="2923" y="1396"/>
                    <a:pt x="2913" y="1396"/>
                    <a:pt x="2903" y="1399"/>
                  </a:cubicBezTo>
                  <a:cubicBezTo>
                    <a:pt x="2896" y="1399"/>
                    <a:pt x="2886" y="1399"/>
                    <a:pt x="2879" y="1399"/>
                  </a:cubicBezTo>
                  <a:cubicBezTo>
                    <a:pt x="2876" y="1399"/>
                    <a:pt x="2876" y="1399"/>
                    <a:pt x="2876" y="1399"/>
                  </a:cubicBezTo>
                  <a:cubicBezTo>
                    <a:pt x="2876" y="1396"/>
                    <a:pt x="2876" y="1396"/>
                    <a:pt x="2879" y="1393"/>
                  </a:cubicBezTo>
                  <a:cubicBezTo>
                    <a:pt x="2856" y="1376"/>
                    <a:pt x="2829" y="1379"/>
                    <a:pt x="2802" y="1383"/>
                  </a:cubicBezTo>
                  <a:cubicBezTo>
                    <a:pt x="2795" y="1383"/>
                    <a:pt x="2792" y="1386"/>
                    <a:pt x="2789" y="1389"/>
                  </a:cubicBezTo>
                  <a:cubicBezTo>
                    <a:pt x="2785" y="1389"/>
                    <a:pt x="2782" y="1386"/>
                    <a:pt x="2775" y="1386"/>
                  </a:cubicBezTo>
                  <a:cubicBezTo>
                    <a:pt x="2745" y="1386"/>
                    <a:pt x="2715" y="1389"/>
                    <a:pt x="2681" y="1386"/>
                  </a:cubicBezTo>
                  <a:cubicBezTo>
                    <a:pt x="2658" y="1386"/>
                    <a:pt x="2631" y="1386"/>
                    <a:pt x="2607" y="1389"/>
                  </a:cubicBezTo>
                  <a:cubicBezTo>
                    <a:pt x="2614" y="1386"/>
                    <a:pt x="2621" y="1383"/>
                    <a:pt x="2627" y="1376"/>
                  </a:cubicBezTo>
                  <a:lnTo>
                    <a:pt x="2631" y="1373"/>
                  </a:lnTo>
                  <a:lnTo>
                    <a:pt x="2631" y="1373"/>
                  </a:lnTo>
                  <a:lnTo>
                    <a:pt x="2631" y="1373"/>
                  </a:lnTo>
                  <a:cubicBezTo>
                    <a:pt x="2631" y="1376"/>
                    <a:pt x="2634" y="1376"/>
                    <a:pt x="2637" y="1376"/>
                  </a:cubicBezTo>
                  <a:cubicBezTo>
                    <a:pt x="2641" y="1376"/>
                    <a:pt x="2641" y="1376"/>
                    <a:pt x="2641" y="1376"/>
                  </a:cubicBezTo>
                  <a:cubicBezTo>
                    <a:pt x="2644" y="1376"/>
                    <a:pt x="2647" y="1376"/>
                    <a:pt x="2651" y="1376"/>
                  </a:cubicBezTo>
                  <a:cubicBezTo>
                    <a:pt x="2654" y="1376"/>
                    <a:pt x="2658" y="1376"/>
                    <a:pt x="2661" y="1376"/>
                  </a:cubicBezTo>
                  <a:cubicBezTo>
                    <a:pt x="2701" y="1373"/>
                    <a:pt x="2738" y="1376"/>
                    <a:pt x="2779" y="1373"/>
                  </a:cubicBezTo>
                  <a:cubicBezTo>
                    <a:pt x="2789" y="1373"/>
                    <a:pt x="2802" y="1373"/>
                    <a:pt x="2812" y="1376"/>
                  </a:cubicBezTo>
                  <a:cubicBezTo>
                    <a:pt x="2889" y="1373"/>
                    <a:pt x="2970" y="1373"/>
                    <a:pt x="3047" y="1373"/>
                  </a:cubicBezTo>
                  <a:cubicBezTo>
                    <a:pt x="3074" y="1369"/>
                    <a:pt x="3097" y="1376"/>
                    <a:pt x="3121" y="1363"/>
                  </a:cubicBezTo>
                  <a:lnTo>
                    <a:pt x="3121" y="1363"/>
                  </a:lnTo>
                  <a:cubicBezTo>
                    <a:pt x="3238" y="1363"/>
                    <a:pt x="3352" y="1363"/>
                    <a:pt x="3470" y="1363"/>
                  </a:cubicBezTo>
                  <a:cubicBezTo>
                    <a:pt x="3470" y="1359"/>
                    <a:pt x="3470" y="1356"/>
                    <a:pt x="3470" y="1356"/>
                  </a:cubicBezTo>
                  <a:lnTo>
                    <a:pt x="3470" y="1356"/>
                  </a:lnTo>
                  <a:lnTo>
                    <a:pt x="3470" y="1356"/>
                  </a:lnTo>
                  <a:cubicBezTo>
                    <a:pt x="3547" y="1349"/>
                    <a:pt x="3624" y="1359"/>
                    <a:pt x="3701" y="1342"/>
                  </a:cubicBezTo>
                  <a:cubicBezTo>
                    <a:pt x="3758" y="1342"/>
                    <a:pt x="3816" y="1339"/>
                    <a:pt x="3873" y="1342"/>
                  </a:cubicBezTo>
                  <a:cubicBezTo>
                    <a:pt x="3886" y="1346"/>
                    <a:pt x="3900" y="1342"/>
                    <a:pt x="3910" y="1336"/>
                  </a:cubicBezTo>
                  <a:lnTo>
                    <a:pt x="3910" y="1336"/>
                  </a:lnTo>
                  <a:lnTo>
                    <a:pt x="3910" y="1336"/>
                  </a:lnTo>
                  <a:cubicBezTo>
                    <a:pt x="3920" y="1336"/>
                    <a:pt x="3930" y="1336"/>
                    <a:pt x="3936" y="1329"/>
                  </a:cubicBezTo>
                  <a:cubicBezTo>
                    <a:pt x="3940" y="1329"/>
                    <a:pt x="3943" y="1329"/>
                    <a:pt x="3947" y="1326"/>
                  </a:cubicBezTo>
                  <a:cubicBezTo>
                    <a:pt x="3960" y="1329"/>
                    <a:pt x="3970" y="1326"/>
                    <a:pt x="3973" y="1319"/>
                  </a:cubicBezTo>
                  <a:cubicBezTo>
                    <a:pt x="3980" y="1319"/>
                    <a:pt x="3987" y="1316"/>
                    <a:pt x="3987" y="1309"/>
                  </a:cubicBezTo>
                  <a:lnTo>
                    <a:pt x="3987" y="1309"/>
                  </a:lnTo>
                  <a:lnTo>
                    <a:pt x="3987" y="1309"/>
                  </a:lnTo>
                  <a:cubicBezTo>
                    <a:pt x="4000" y="1309"/>
                    <a:pt x="4007" y="1302"/>
                    <a:pt x="4014" y="1292"/>
                  </a:cubicBezTo>
                  <a:lnTo>
                    <a:pt x="4014" y="1292"/>
                  </a:lnTo>
                  <a:lnTo>
                    <a:pt x="4014" y="1292"/>
                  </a:lnTo>
                  <a:cubicBezTo>
                    <a:pt x="4050" y="1306"/>
                    <a:pt x="4087" y="1312"/>
                    <a:pt x="4125" y="1319"/>
                  </a:cubicBezTo>
                  <a:cubicBezTo>
                    <a:pt x="4178" y="1319"/>
                    <a:pt x="4229" y="1322"/>
                    <a:pt x="4279" y="1342"/>
                  </a:cubicBezTo>
                  <a:cubicBezTo>
                    <a:pt x="4282" y="1346"/>
                    <a:pt x="4286" y="1349"/>
                    <a:pt x="4292" y="1349"/>
                  </a:cubicBezTo>
                  <a:cubicBezTo>
                    <a:pt x="4296" y="1353"/>
                    <a:pt x="4302" y="1356"/>
                    <a:pt x="4309" y="1359"/>
                  </a:cubicBezTo>
                  <a:cubicBezTo>
                    <a:pt x="4312" y="1363"/>
                    <a:pt x="4312" y="1366"/>
                    <a:pt x="4316" y="1369"/>
                  </a:cubicBezTo>
                  <a:cubicBezTo>
                    <a:pt x="4319" y="1373"/>
                    <a:pt x="4322" y="1379"/>
                    <a:pt x="4322" y="1383"/>
                  </a:cubicBezTo>
                  <a:cubicBezTo>
                    <a:pt x="4322" y="1386"/>
                    <a:pt x="4326" y="1389"/>
                    <a:pt x="4326" y="1393"/>
                  </a:cubicBezTo>
                  <a:cubicBezTo>
                    <a:pt x="4329" y="1396"/>
                    <a:pt x="4332" y="1403"/>
                    <a:pt x="4336" y="1406"/>
                  </a:cubicBezTo>
                  <a:cubicBezTo>
                    <a:pt x="4339" y="1410"/>
                    <a:pt x="4343" y="1413"/>
                    <a:pt x="4346" y="1416"/>
                  </a:cubicBezTo>
                  <a:cubicBezTo>
                    <a:pt x="4346" y="1416"/>
                    <a:pt x="4346" y="1420"/>
                    <a:pt x="4349" y="1420"/>
                  </a:cubicBezTo>
                  <a:cubicBezTo>
                    <a:pt x="4349" y="1423"/>
                    <a:pt x="4349" y="1426"/>
                    <a:pt x="4349" y="1430"/>
                  </a:cubicBezTo>
                  <a:cubicBezTo>
                    <a:pt x="4349" y="1433"/>
                    <a:pt x="4349" y="1436"/>
                    <a:pt x="4353" y="1443"/>
                  </a:cubicBezTo>
                  <a:cubicBezTo>
                    <a:pt x="4353" y="1446"/>
                    <a:pt x="4356" y="1446"/>
                    <a:pt x="4363" y="1450"/>
                  </a:cubicBezTo>
                  <a:lnTo>
                    <a:pt x="4363" y="1450"/>
                  </a:lnTo>
                  <a:cubicBezTo>
                    <a:pt x="4359" y="1453"/>
                    <a:pt x="4356" y="1453"/>
                    <a:pt x="4353" y="1457"/>
                  </a:cubicBezTo>
                  <a:cubicBezTo>
                    <a:pt x="4349" y="1460"/>
                    <a:pt x="4349" y="1467"/>
                    <a:pt x="4353" y="1474"/>
                  </a:cubicBezTo>
                  <a:cubicBezTo>
                    <a:pt x="4356" y="1477"/>
                    <a:pt x="4359" y="1480"/>
                    <a:pt x="4366" y="1480"/>
                  </a:cubicBezTo>
                  <a:cubicBezTo>
                    <a:pt x="4363" y="1480"/>
                    <a:pt x="4363" y="1484"/>
                    <a:pt x="4363" y="1484"/>
                  </a:cubicBezTo>
                  <a:cubicBezTo>
                    <a:pt x="4349" y="1514"/>
                    <a:pt x="4363" y="1547"/>
                    <a:pt x="4349" y="1578"/>
                  </a:cubicBezTo>
                  <a:cubicBezTo>
                    <a:pt x="4346" y="1588"/>
                    <a:pt x="4343" y="1601"/>
                    <a:pt x="4336" y="1611"/>
                  </a:cubicBezTo>
                  <a:cubicBezTo>
                    <a:pt x="4332" y="1648"/>
                    <a:pt x="4299" y="1675"/>
                    <a:pt x="4259" y="1695"/>
                  </a:cubicBezTo>
                  <a:lnTo>
                    <a:pt x="4255" y="1695"/>
                  </a:lnTo>
                  <a:cubicBezTo>
                    <a:pt x="4249" y="1685"/>
                    <a:pt x="4235" y="1681"/>
                    <a:pt x="4222" y="1678"/>
                  </a:cubicBezTo>
                  <a:cubicBezTo>
                    <a:pt x="4225" y="1671"/>
                    <a:pt x="4242" y="1665"/>
                    <a:pt x="4218" y="1658"/>
                  </a:cubicBezTo>
                  <a:lnTo>
                    <a:pt x="4218" y="1658"/>
                  </a:lnTo>
                  <a:lnTo>
                    <a:pt x="4218" y="1658"/>
                  </a:lnTo>
                  <a:cubicBezTo>
                    <a:pt x="4215" y="1655"/>
                    <a:pt x="4212" y="1655"/>
                    <a:pt x="4208" y="1655"/>
                  </a:cubicBezTo>
                  <a:lnTo>
                    <a:pt x="4208" y="1655"/>
                  </a:lnTo>
                  <a:cubicBezTo>
                    <a:pt x="4182" y="1651"/>
                    <a:pt x="4182" y="1631"/>
                    <a:pt x="4168" y="1618"/>
                  </a:cubicBezTo>
                  <a:cubicBezTo>
                    <a:pt x="4168" y="1611"/>
                    <a:pt x="4165" y="1608"/>
                    <a:pt x="4165" y="1601"/>
                  </a:cubicBezTo>
                  <a:lnTo>
                    <a:pt x="4165" y="1601"/>
                  </a:lnTo>
                  <a:lnTo>
                    <a:pt x="4165" y="1601"/>
                  </a:lnTo>
                  <a:cubicBezTo>
                    <a:pt x="4165" y="1598"/>
                    <a:pt x="4165" y="1598"/>
                    <a:pt x="4165" y="1594"/>
                  </a:cubicBezTo>
                  <a:cubicBezTo>
                    <a:pt x="4165" y="1574"/>
                    <a:pt x="4168" y="1551"/>
                    <a:pt x="4154" y="1534"/>
                  </a:cubicBezTo>
                  <a:cubicBezTo>
                    <a:pt x="4154" y="1531"/>
                    <a:pt x="4154" y="1527"/>
                    <a:pt x="4154" y="1520"/>
                  </a:cubicBezTo>
                  <a:cubicBezTo>
                    <a:pt x="4168" y="1484"/>
                    <a:pt x="4195" y="1446"/>
                    <a:pt x="4218" y="1410"/>
                  </a:cubicBezTo>
                  <a:moveTo>
                    <a:pt x="4154" y="1500"/>
                  </a:moveTo>
                  <a:lnTo>
                    <a:pt x="4154" y="1500"/>
                  </a:lnTo>
                  <a:cubicBezTo>
                    <a:pt x="4151" y="1500"/>
                    <a:pt x="4151" y="1500"/>
                    <a:pt x="4151" y="1503"/>
                  </a:cubicBezTo>
                  <a:lnTo>
                    <a:pt x="4151" y="1500"/>
                  </a:lnTo>
                  <a:lnTo>
                    <a:pt x="4154" y="1500"/>
                  </a:lnTo>
                  <a:moveTo>
                    <a:pt x="4104" y="1514"/>
                  </a:moveTo>
                  <a:lnTo>
                    <a:pt x="4104" y="1514"/>
                  </a:lnTo>
                  <a:lnTo>
                    <a:pt x="4104" y="1514"/>
                  </a:lnTo>
                  <a:cubicBezTo>
                    <a:pt x="4111" y="1510"/>
                    <a:pt x="4114" y="1510"/>
                    <a:pt x="4118" y="1507"/>
                  </a:cubicBezTo>
                  <a:cubicBezTo>
                    <a:pt x="4118" y="1514"/>
                    <a:pt x="4121" y="1517"/>
                    <a:pt x="4125" y="1520"/>
                  </a:cubicBezTo>
                  <a:cubicBezTo>
                    <a:pt x="4114" y="1527"/>
                    <a:pt x="4114" y="1537"/>
                    <a:pt x="4118" y="1547"/>
                  </a:cubicBezTo>
                  <a:cubicBezTo>
                    <a:pt x="4114" y="1534"/>
                    <a:pt x="4107" y="1524"/>
                    <a:pt x="4104" y="15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188"/>
            <p:cNvSpPr/>
            <p:nvPr/>
          </p:nvSpPr>
          <p:spPr>
            <a:xfrm>
              <a:off x="4592160" y="3774960"/>
              <a:ext cx="23400" cy="7200"/>
            </a:xfrm>
            <a:custGeom>
              <a:rect b="b" l="l" r="r" t="t"/>
              <a:pathLst>
                <a:path extrusionOk="0" h="20" w="65">
                  <a:moveTo>
                    <a:pt x="1" y="10"/>
                  </a:moveTo>
                  <a:lnTo>
                    <a:pt x="1" y="10"/>
                  </a:lnTo>
                  <a:cubicBezTo>
                    <a:pt x="-2" y="17"/>
                    <a:pt x="1" y="20"/>
                    <a:pt x="15" y="20"/>
                  </a:cubicBezTo>
                  <a:cubicBezTo>
                    <a:pt x="18" y="17"/>
                    <a:pt x="21" y="20"/>
                    <a:pt x="25" y="20"/>
                  </a:cubicBezTo>
                  <a:cubicBezTo>
                    <a:pt x="48" y="20"/>
                    <a:pt x="65" y="20"/>
                    <a:pt x="65" y="0"/>
                  </a:cubicBezTo>
                  <a:cubicBezTo>
                    <a:pt x="52" y="0"/>
                    <a:pt x="38" y="0"/>
                    <a:pt x="28" y="0"/>
                  </a:cubicBezTo>
                  <a:cubicBezTo>
                    <a:pt x="25" y="0"/>
                    <a:pt x="21" y="0"/>
                    <a:pt x="15" y="0"/>
                  </a:cubicBezTo>
                  <a:cubicBezTo>
                    <a:pt x="11" y="4"/>
                    <a:pt x="8" y="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188"/>
            <p:cNvSpPr/>
            <p:nvPr/>
          </p:nvSpPr>
          <p:spPr>
            <a:xfrm>
              <a:off x="4395960" y="4675320"/>
              <a:ext cx="449280" cy="41040"/>
            </a:xfrm>
            <a:custGeom>
              <a:rect b="b" l="l" r="r" t="t"/>
              <a:pathLst>
                <a:path extrusionOk="0" h="114" w="1248">
                  <a:moveTo>
                    <a:pt x="16" y="111"/>
                  </a:moveTo>
                  <a:lnTo>
                    <a:pt x="16" y="111"/>
                  </a:lnTo>
                  <a:lnTo>
                    <a:pt x="16" y="111"/>
                  </a:lnTo>
                  <a:lnTo>
                    <a:pt x="16" y="111"/>
                  </a:lnTo>
                  <a:cubicBezTo>
                    <a:pt x="40" y="111"/>
                    <a:pt x="59" y="111"/>
                    <a:pt x="83" y="114"/>
                  </a:cubicBezTo>
                  <a:cubicBezTo>
                    <a:pt x="107" y="111"/>
                    <a:pt x="134" y="111"/>
                    <a:pt x="160" y="111"/>
                  </a:cubicBezTo>
                  <a:cubicBezTo>
                    <a:pt x="180" y="111"/>
                    <a:pt x="201" y="111"/>
                    <a:pt x="221" y="111"/>
                  </a:cubicBezTo>
                  <a:cubicBezTo>
                    <a:pt x="224" y="111"/>
                    <a:pt x="227" y="107"/>
                    <a:pt x="227" y="107"/>
                  </a:cubicBezTo>
                  <a:cubicBezTo>
                    <a:pt x="261" y="104"/>
                    <a:pt x="294" y="111"/>
                    <a:pt x="328" y="101"/>
                  </a:cubicBezTo>
                  <a:cubicBezTo>
                    <a:pt x="331" y="101"/>
                    <a:pt x="335" y="101"/>
                    <a:pt x="338" y="101"/>
                  </a:cubicBezTo>
                  <a:cubicBezTo>
                    <a:pt x="352" y="107"/>
                    <a:pt x="355" y="101"/>
                    <a:pt x="352" y="94"/>
                  </a:cubicBezTo>
                  <a:lnTo>
                    <a:pt x="355" y="94"/>
                  </a:lnTo>
                  <a:lnTo>
                    <a:pt x="358" y="97"/>
                  </a:lnTo>
                  <a:cubicBezTo>
                    <a:pt x="378" y="97"/>
                    <a:pt x="398" y="97"/>
                    <a:pt x="419" y="94"/>
                  </a:cubicBezTo>
                  <a:cubicBezTo>
                    <a:pt x="432" y="94"/>
                    <a:pt x="449" y="94"/>
                    <a:pt x="462" y="91"/>
                  </a:cubicBezTo>
                  <a:cubicBezTo>
                    <a:pt x="473" y="91"/>
                    <a:pt x="483" y="91"/>
                    <a:pt x="496" y="91"/>
                  </a:cubicBezTo>
                  <a:cubicBezTo>
                    <a:pt x="503" y="91"/>
                    <a:pt x="509" y="91"/>
                    <a:pt x="516" y="91"/>
                  </a:cubicBezTo>
                  <a:cubicBezTo>
                    <a:pt x="523" y="91"/>
                    <a:pt x="523" y="91"/>
                    <a:pt x="523" y="87"/>
                  </a:cubicBezTo>
                  <a:lnTo>
                    <a:pt x="526" y="87"/>
                  </a:lnTo>
                  <a:cubicBezTo>
                    <a:pt x="556" y="84"/>
                    <a:pt x="593" y="94"/>
                    <a:pt x="623" y="84"/>
                  </a:cubicBezTo>
                  <a:cubicBezTo>
                    <a:pt x="627" y="81"/>
                    <a:pt x="630" y="81"/>
                    <a:pt x="634" y="81"/>
                  </a:cubicBezTo>
                  <a:cubicBezTo>
                    <a:pt x="691" y="74"/>
                    <a:pt x="748" y="84"/>
                    <a:pt x="805" y="67"/>
                  </a:cubicBezTo>
                  <a:lnTo>
                    <a:pt x="805" y="64"/>
                  </a:lnTo>
                  <a:cubicBezTo>
                    <a:pt x="835" y="64"/>
                    <a:pt x="865" y="64"/>
                    <a:pt x="895" y="64"/>
                  </a:cubicBezTo>
                  <a:cubicBezTo>
                    <a:pt x="942" y="54"/>
                    <a:pt x="996" y="47"/>
                    <a:pt x="1046" y="47"/>
                  </a:cubicBezTo>
                  <a:cubicBezTo>
                    <a:pt x="1050" y="44"/>
                    <a:pt x="1050" y="44"/>
                    <a:pt x="1053" y="44"/>
                  </a:cubicBezTo>
                  <a:cubicBezTo>
                    <a:pt x="1060" y="44"/>
                    <a:pt x="1066" y="44"/>
                    <a:pt x="1073" y="44"/>
                  </a:cubicBezTo>
                  <a:cubicBezTo>
                    <a:pt x="1077" y="40"/>
                    <a:pt x="1077" y="40"/>
                    <a:pt x="1080" y="40"/>
                  </a:cubicBezTo>
                  <a:cubicBezTo>
                    <a:pt x="1080" y="40"/>
                    <a:pt x="1083" y="40"/>
                    <a:pt x="1087" y="44"/>
                  </a:cubicBezTo>
                  <a:cubicBezTo>
                    <a:pt x="1090" y="44"/>
                    <a:pt x="1097" y="44"/>
                    <a:pt x="1104" y="40"/>
                  </a:cubicBezTo>
                  <a:cubicBezTo>
                    <a:pt x="1107" y="40"/>
                    <a:pt x="1113" y="40"/>
                    <a:pt x="1120" y="40"/>
                  </a:cubicBezTo>
                  <a:cubicBezTo>
                    <a:pt x="1130" y="37"/>
                    <a:pt x="1137" y="37"/>
                    <a:pt x="1144" y="40"/>
                  </a:cubicBezTo>
                  <a:cubicBezTo>
                    <a:pt x="1147" y="37"/>
                    <a:pt x="1154" y="37"/>
                    <a:pt x="1157" y="37"/>
                  </a:cubicBezTo>
                  <a:lnTo>
                    <a:pt x="1157" y="37"/>
                  </a:lnTo>
                  <a:cubicBezTo>
                    <a:pt x="1187" y="34"/>
                    <a:pt x="1218" y="34"/>
                    <a:pt x="1248" y="30"/>
                  </a:cubicBezTo>
                  <a:cubicBezTo>
                    <a:pt x="1248" y="20"/>
                    <a:pt x="1228" y="10"/>
                    <a:pt x="1214" y="4"/>
                  </a:cubicBezTo>
                  <a:lnTo>
                    <a:pt x="1214" y="0"/>
                  </a:lnTo>
                  <a:cubicBezTo>
                    <a:pt x="1201" y="4"/>
                    <a:pt x="1187" y="4"/>
                    <a:pt x="1174" y="7"/>
                  </a:cubicBezTo>
                  <a:lnTo>
                    <a:pt x="1174" y="7"/>
                  </a:lnTo>
                  <a:cubicBezTo>
                    <a:pt x="1171" y="7"/>
                    <a:pt x="1171" y="7"/>
                    <a:pt x="1167" y="7"/>
                  </a:cubicBezTo>
                  <a:cubicBezTo>
                    <a:pt x="1167" y="7"/>
                    <a:pt x="1167" y="10"/>
                    <a:pt x="1164" y="10"/>
                  </a:cubicBezTo>
                  <a:lnTo>
                    <a:pt x="1164" y="10"/>
                  </a:lnTo>
                  <a:cubicBezTo>
                    <a:pt x="1157" y="10"/>
                    <a:pt x="1151" y="14"/>
                    <a:pt x="1140" y="14"/>
                  </a:cubicBezTo>
                  <a:cubicBezTo>
                    <a:pt x="1134" y="14"/>
                    <a:pt x="1130" y="17"/>
                    <a:pt x="1123" y="17"/>
                  </a:cubicBezTo>
                  <a:cubicBezTo>
                    <a:pt x="1120" y="17"/>
                    <a:pt x="1117" y="17"/>
                    <a:pt x="1113" y="20"/>
                  </a:cubicBezTo>
                  <a:lnTo>
                    <a:pt x="1113" y="20"/>
                  </a:lnTo>
                  <a:lnTo>
                    <a:pt x="1113" y="20"/>
                  </a:lnTo>
                  <a:cubicBezTo>
                    <a:pt x="1080" y="17"/>
                    <a:pt x="1043" y="20"/>
                    <a:pt x="1009" y="27"/>
                  </a:cubicBezTo>
                  <a:cubicBezTo>
                    <a:pt x="942" y="30"/>
                    <a:pt x="872" y="37"/>
                    <a:pt x="805" y="47"/>
                  </a:cubicBezTo>
                  <a:cubicBezTo>
                    <a:pt x="664" y="57"/>
                    <a:pt x="519" y="64"/>
                    <a:pt x="378" y="74"/>
                  </a:cubicBezTo>
                  <a:cubicBezTo>
                    <a:pt x="378" y="74"/>
                    <a:pt x="378" y="77"/>
                    <a:pt x="375" y="77"/>
                  </a:cubicBezTo>
                  <a:cubicBezTo>
                    <a:pt x="378" y="74"/>
                    <a:pt x="378" y="74"/>
                    <a:pt x="378" y="74"/>
                  </a:cubicBezTo>
                  <a:cubicBezTo>
                    <a:pt x="294" y="74"/>
                    <a:pt x="214" y="84"/>
                    <a:pt x="130" y="91"/>
                  </a:cubicBezTo>
                  <a:lnTo>
                    <a:pt x="130" y="91"/>
                  </a:lnTo>
                  <a:cubicBezTo>
                    <a:pt x="97" y="87"/>
                    <a:pt x="66" y="97"/>
                    <a:pt x="33" y="101"/>
                  </a:cubicBezTo>
                  <a:lnTo>
                    <a:pt x="33" y="101"/>
                  </a:lnTo>
                  <a:cubicBezTo>
                    <a:pt x="33" y="97"/>
                    <a:pt x="30" y="94"/>
                    <a:pt x="30" y="94"/>
                  </a:cubicBezTo>
                  <a:cubicBezTo>
                    <a:pt x="23" y="94"/>
                    <a:pt x="13" y="94"/>
                    <a:pt x="6" y="94"/>
                  </a:cubicBezTo>
                  <a:cubicBezTo>
                    <a:pt x="-1" y="94"/>
                    <a:pt x="-1" y="97"/>
                    <a:pt x="2" y="101"/>
                  </a:cubicBezTo>
                  <a:cubicBezTo>
                    <a:pt x="6" y="107"/>
                    <a:pt x="9" y="107"/>
                    <a:pt x="16" y="1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188"/>
            <p:cNvSpPr/>
            <p:nvPr/>
          </p:nvSpPr>
          <p:spPr>
            <a:xfrm>
              <a:off x="4379760" y="4711680"/>
              <a:ext cx="13320" cy="3600"/>
            </a:xfrm>
            <a:custGeom>
              <a:rect b="b" l="l" r="r" t="t"/>
              <a:pathLst>
                <a:path extrusionOk="0" h="10" w="37">
                  <a:moveTo>
                    <a:pt x="37" y="0"/>
                  </a:moveTo>
                  <a:lnTo>
                    <a:pt x="37" y="0"/>
                  </a:lnTo>
                  <a:cubicBezTo>
                    <a:pt x="27" y="0"/>
                    <a:pt x="21" y="0"/>
                    <a:pt x="11" y="0"/>
                  </a:cubicBezTo>
                  <a:cubicBezTo>
                    <a:pt x="7" y="0"/>
                    <a:pt x="4" y="3"/>
                    <a:pt x="0" y="3"/>
                  </a:cubicBezTo>
                  <a:cubicBezTo>
                    <a:pt x="14" y="13"/>
                    <a:pt x="27" y="13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188"/>
            <p:cNvSpPr/>
            <p:nvPr/>
          </p:nvSpPr>
          <p:spPr>
            <a:xfrm>
              <a:off x="5480280" y="3672000"/>
              <a:ext cx="162000" cy="12600"/>
            </a:xfrm>
            <a:custGeom>
              <a:rect b="b" l="l" r="r" t="t"/>
              <a:pathLst>
                <a:path extrusionOk="0" h="35" w="450">
                  <a:moveTo>
                    <a:pt x="396" y="1"/>
                  </a:moveTo>
                  <a:lnTo>
                    <a:pt x="396" y="1"/>
                  </a:lnTo>
                  <a:cubicBezTo>
                    <a:pt x="373" y="14"/>
                    <a:pt x="346" y="-6"/>
                    <a:pt x="323" y="1"/>
                  </a:cubicBezTo>
                  <a:cubicBezTo>
                    <a:pt x="309" y="11"/>
                    <a:pt x="296" y="8"/>
                    <a:pt x="279" y="8"/>
                  </a:cubicBezTo>
                  <a:cubicBezTo>
                    <a:pt x="208" y="8"/>
                    <a:pt x="138" y="11"/>
                    <a:pt x="67" y="11"/>
                  </a:cubicBezTo>
                  <a:cubicBezTo>
                    <a:pt x="47" y="11"/>
                    <a:pt x="24" y="8"/>
                    <a:pt x="0" y="24"/>
                  </a:cubicBezTo>
                  <a:cubicBezTo>
                    <a:pt x="37" y="28"/>
                    <a:pt x="78" y="38"/>
                    <a:pt x="108" y="34"/>
                  </a:cubicBezTo>
                  <a:cubicBezTo>
                    <a:pt x="161" y="24"/>
                    <a:pt x="212" y="38"/>
                    <a:pt x="262" y="34"/>
                  </a:cubicBezTo>
                  <a:cubicBezTo>
                    <a:pt x="323" y="31"/>
                    <a:pt x="386" y="34"/>
                    <a:pt x="450" y="18"/>
                  </a:cubicBezTo>
                  <a:cubicBezTo>
                    <a:pt x="437" y="-6"/>
                    <a:pt x="413" y="5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188"/>
            <p:cNvSpPr/>
            <p:nvPr/>
          </p:nvSpPr>
          <p:spPr>
            <a:xfrm>
              <a:off x="4964400" y="3735360"/>
              <a:ext cx="189720" cy="12960"/>
            </a:xfrm>
            <a:custGeom>
              <a:rect b="b" l="l" r="r" t="t"/>
              <a:pathLst>
                <a:path extrusionOk="0" h="36" w="527">
                  <a:moveTo>
                    <a:pt x="487" y="10"/>
                  </a:moveTo>
                  <a:lnTo>
                    <a:pt x="487" y="10"/>
                  </a:lnTo>
                  <a:cubicBezTo>
                    <a:pt x="400" y="6"/>
                    <a:pt x="309" y="6"/>
                    <a:pt x="222" y="6"/>
                  </a:cubicBezTo>
                  <a:cubicBezTo>
                    <a:pt x="199" y="6"/>
                    <a:pt x="176" y="6"/>
                    <a:pt x="152" y="0"/>
                  </a:cubicBezTo>
                  <a:lnTo>
                    <a:pt x="152" y="0"/>
                  </a:lnTo>
                  <a:cubicBezTo>
                    <a:pt x="142" y="0"/>
                    <a:pt x="132" y="0"/>
                    <a:pt x="129" y="6"/>
                  </a:cubicBezTo>
                  <a:cubicBezTo>
                    <a:pt x="125" y="6"/>
                    <a:pt x="122" y="6"/>
                    <a:pt x="119" y="6"/>
                  </a:cubicBezTo>
                  <a:cubicBezTo>
                    <a:pt x="78" y="0"/>
                    <a:pt x="41" y="0"/>
                    <a:pt x="1" y="3"/>
                  </a:cubicBezTo>
                  <a:cubicBezTo>
                    <a:pt x="-2" y="16"/>
                    <a:pt x="1" y="26"/>
                    <a:pt x="25" y="26"/>
                  </a:cubicBezTo>
                  <a:cubicBezTo>
                    <a:pt x="48" y="26"/>
                    <a:pt x="68" y="26"/>
                    <a:pt x="88" y="26"/>
                  </a:cubicBezTo>
                  <a:cubicBezTo>
                    <a:pt x="95" y="26"/>
                    <a:pt x="98" y="26"/>
                    <a:pt x="102" y="26"/>
                  </a:cubicBezTo>
                  <a:lnTo>
                    <a:pt x="102" y="26"/>
                  </a:lnTo>
                  <a:cubicBezTo>
                    <a:pt x="186" y="37"/>
                    <a:pt x="268" y="37"/>
                    <a:pt x="353" y="33"/>
                  </a:cubicBezTo>
                  <a:cubicBezTo>
                    <a:pt x="410" y="33"/>
                    <a:pt x="470" y="30"/>
                    <a:pt x="527" y="26"/>
                  </a:cubicBezTo>
                  <a:cubicBezTo>
                    <a:pt x="527" y="6"/>
                    <a:pt x="514" y="3"/>
                    <a:pt x="48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188"/>
            <p:cNvSpPr/>
            <p:nvPr/>
          </p:nvSpPr>
          <p:spPr>
            <a:xfrm>
              <a:off x="5154120" y="384768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188"/>
            <p:cNvSpPr/>
            <p:nvPr/>
          </p:nvSpPr>
          <p:spPr>
            <a:xfrm>
              <a:off x="5229000" y="3754440"/>
              <a:ext cx="113760" cy="13680"/>
            </a:xfrm>
            <a:custGeom>
              <a:rect b="b" l="l" r="r" t="t"/>
              <a:pathLst>
                <a:path extrusionOk="0" h="38" w="316">
                  <a:moveTo>
                    <a:pt x="272" y="20"/>
                  </a:moveTo>
                  <a:lnTo>
                    <a:pt x="272" y="20"/>
                  </a:lnTo>
                  <a:cubicBezTo>
                    <a:pt x="282" y="24"/>
                    <a:pt x="289" y="24"/>
                    <a:pt x="299" y="24"/>
                  </a:cubicBezTo>
                  <a:cubicBezTo>
                    <a:pt x="309" y="24"/>
                    <a:pt x="312" y="20"/>
                    <a:pt x="316" y="14"/>
                  </a:cubicBezTo>
                  <a:cubicBezTo>
                    <a:pt x="316" y="7"/>
                    <a:pt x="309" y="0"/>
                    <a:pt x="302" y="0"/>
                  </a:cubicBezTo>
                  <a:cubicBezTo>
                    <a:pt x="282" y="0"/>
                    <a:pt x="262" y="4"/>
                    <a:pt x="245" y="4"/>
                  </a:cubicBezTo>
                  <a:cubicBezTo>
                    <a:pt x="208" y="-3"/>
                    <a:pt x="175" y="14"/>
                    <a:pt x="141" y="10"/>
                  </a:cubicBezTo>
                  <a:cubicBezTo>
                    <a:pt x="111" y="27"/>
                    <a:pt x="74" y="17"/>
                    <a:pt x="44" y="20"/>
                  </a:cubicBezTo>
                  <a:cubicBezTo>
                    <a:pt x="24" y="20"/>
                    <a:pt x="0" y="17"/>
                    <a:pt x="0" y="37"/>
                  </a:cubicBezTo>
                  <a:cubicBezTo>
                    <a:pt x="91" y="37"/>
                    <a:pt x="185" y="44"/>
                    <a:pt x="272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188"/>
            <p:cNvSpPr/>
            <p:nvPr/>
          </p:nvSpPr>
          <p:spPr>
            <a:xfrm>
              <a:off x="4599000" y="3494160"/>
              <a:ext cx="1085760" cy="30600"/>
            </a:xfrm>
            <a:custGeom>
              <a:rect b="b" l="l" r="r" t="t"/>
              <a:pathLst>
                <a:path extrusionOk="0" h="85" w="3016">
                  <a:moveTo>
                    <a:pt x="241" y="35"/>
                  </a:moveTo>
                  <a:lnTo>
                    <a:pt x="241" y="35"/>
                  </a:lnTo>
                  <a:cubicBezTo>
                    <a:pt x="224" y="32"/>
                    <a:pt x="207" y="25"/>
                    <a:pt x="191" y="35"/>
                  </a:cubicBezTo>
                  <a:cubicBezTo>
                    <a:pt x="177" y="35"/>
                    <a:pt x="163" y="35"/>
                    <a:pt x="153" y="35"/>
                  </a:cubicBezTo>
                  <a:cubicBezTo>
                    <a:pt x="127" y="45"/>
                    <a:pt x="96" y="35"/>
                    <a:pt x="70" y="39"/>
                  </a:cubicBezTo>
                  <a:cubicBezTo>
                    <a:pt x="53" y="42"/>
                    <a:pt x="36" y="45"/>
                    <a:pt x="19" y="42"/>
                  </a:cubicBezTo>
                  <a:cubicBezTo>
                    <a:pt x="13" y="42"/>
                    <a:pt x="6" y="42"/>
                    <a:pt x="2" y="45"/>
                  </a:cubicBezTo>
                  <a:cubicBezTo>
                    <a:pt x="-1" y="52"/>
                    <a:pt x="-1" y="59"/>
                    <a:pt x="6" y="65"/>
                  </a:cubicBezTo>
                  <a:cubicBezTo>
                    <a:pt x="13" y="65"/>
                    <a:pt x="19" y="69"/>
                    <a:pt x="26" y="69"/>
                  </a:cubicBezTo>
                  <a:cubicBezTo>
                    <a:pt x="39" y="72"/>
                    <a:pt x="49" y="69"/>
                    <a:pt x="63" y="65"/>
                  </a:cubicBezTo>
                  <a:cubicBezTo>
                    <a:pt x="110" y="59"/>
                    <a:pt x="160" y="72"/>
                    <a:pt x="204" y="55"/>
                  </a:cubicBezTo>
                  <a:cubicBezTo>
                    <a:pt x="214" y="49"/>
                    <a:pt x="220" y="55"/>
                    <a:pt x="227" y="59"/>
                  </a:cubicBezTo>
                  <a:cubicBezTo>
                    <a:pt x="244" y="62"/>
                    <a:pt x="264" y="69"/>
                    <a:pt x="281" y="55"/>
                  </a:cubicBezTo>
                  <a:lnTo>
                    <a:pt x="281" y="55"/>
                  </a:lnTo>
                  <a:cubicBezTo>
                    <a:pt x="284" y="55"/>
                    <a:pt x="288" y="55"/>
                    <a:pt x="288" y="55"/>
                  </a:cubicBezTo>
                  <a:lnTo>
                    <a:pt x="288" y="55"/>
                  </a:lnTo>
                  <a:cubicBezTo>
                    <a:pt x="301" y="65"/>
                    <a:pt x="318" y="62"/>
                    <a:pt x="331" y="62"/>
                  </a:cubicBezTo>
                  <a:lnTo>
                    <a:pt x="331" y="62"/>
                  </a:lnTo>
                  <a:cubicBezTo>
                    <a:pt x="335" y="62"/>
                    <a:pt x="338" y="62"/>
                    <a:pt x="341" y="62"/>
                  </a:cubicBezTo>
                  <a:cubicBezTo>
                    <a:pt x="425" y="62"/>
                    <a:pt x="506" y="62"/>
                    <a:pt x="590" y="55"/>
                  </a:cubicBezTo>
                  <a:cubicBezTo>
                    <a:pt x="637" y="49"/>
                    <a:pt x="684" y="62"/>
                    <a:pt x="731" y="45"/>
                  </a:cubicBezTo>
                  <a:cubicBezTo>
                    <a:pt x="734" y="45"/>
                    <a:pt x="738" y="45"/>
                    <a:pt x="741" y="45"/>
                  </a:cubicBezTo>
                  <a:cubicBezTo>
                    <a:pt x="768" y="59"/>
                    <a:pt x="795" y="55"/>
                    <a:pt x="821" y="45"/>
                  </a:cubicBezTo>
                  <a:cubicBezTo>
                    <a:pt x="828" y="45"/>
                    <a:pt x="838" y="45"/>
                    <a:pt x="845" y="45"/>
                  </a:cubicBezTo>
                  <a:lnTo>
                    <a:pt x="845" y="45"/>
                  </a:lnTo>
                  <a:cubicBezTo>
                    <a:pt x="862" y="55"/>
                    <a:pt x="882" y="55"/>
                    <a:pt x="899" y="45"/>
                  </a:cubicBezTo>
                  <a:lnTo>
                    <a:pt x="899" y="45"/>
                  </a:lnTo>
                  <a:cubicBezTo>
                    <a:pt x="942" y="52"/>
                    <a:pt x="986" y="39"/>
                    <a:pt x="1030" y="49"/>
                  </a:cubicBezTo>
                  <a:cubicBezTo>
                    <a:pt x="1043" y="55"/>
                    <a:pt x="1063" y="45"/>
                    <a:pt x="1080" y="45"/>
                  </a:cubicBezTo>
                  <a:cubicBezTo>
                    <a:pt x="1170" y="45"/>
                    <a:pt x="1257" y="49"/>
                    <a:pt x="1347" y="39"/>
                  </a:cubicBezTo>
                  <a:lnTo>
                    <a:pt x="1347" y="39"/>
                  </a:lnTo>
                  <a:cubicBezTo>
                    <a:pt x="1401" y="52"/>
                    <a:pt x="1451" y="39"/>
                    <a:pt x="1502" y="35"/>
                  </a:cubicBezTo>
                  <a:cubicBezTo>
                    <a:pt x="1508" y="42"/>
                    <a:pt x="1515" y="42"/>
                    <a:pt x="1525" y="42"/>
                  </a:cubicBezTo>
                  <a:cubicBezTo>
                    <a:pt x="1633" y="28"/>
                    <a:pt x="1744" y="42"/>
                    <a:pt x="1851" y="35"/>
                  </a:cubicBezTo>
                  <a:cubicBezTo>
                    <a:pt x="1864" y="35"/>
                    <a:pt x="1881" y="39"/>
                    <a:pt x="1891" y="25"/>
                  </a:cubicBezTo>
                  <a:lnTo>
                    <a:pt x="1891" y="25"/>
                  </a:lnTo>
                  <a:cubicBezTo>
                    <a:pt x="1905" y="28"/>
                    <a:pt x="1915" y="35"/>
                    <a:pt x="1928" y="35"/>
                  </a:cubicBezTo>
                  <a:lnTo>
                    <a:pt x="1928" y="35"/>
                  </a:lnTo>
                  <a:lnTo>
                    <a:pt x="1928" y="35"/>
                  </a:lnTo>
                  <a:cubicBezTo>
                    <a:pt x="1935" y="35"/>
                    <a:pt x="1938" y="35"/>
                    <a:pt x="1941" y="35"/>
                  </a:cubicBezTo>
                  <a:lnTo>
                    <a:pt x="1941" y="35"/>
                  </a:lnTo>
                  <a:lnTo>
                    <a:pt x="1941" y="35"/>
                  </a:lnTo>
                  <a:cubicBezTo>
                    <a:pt x="1965" y="35"/>
                    <a:pt x="1985" y="32"/>
                    <a:pt x="2005" y="39"/>
                  </a:cubicBezTo>
                  <a:cubicBezTo>
                    <a:pt x="2049" y="49"/>
                    <a:pt x="2093" y="39"/>
                    <a:pt x="2136" y="35"/>
                  </a:cubicBezTo>
                  <a:cubicBezTo>
                    <a:pt x="2187" y="49"/>
                    <a:pt x="2240" y="35"/>
                    <a:pt x="2294" y="35"/>
                  </a:cubicBezTo>
                  <a:cubicBezTo>
                    <a:pt x="2395" y="39"/>
                    <a:pt x="2495" y="42"/>
                    <a:pt x="2599" y="42"/>
                  </a:cubicBezTo>
                  <a:cubicBezTo>
                    <a:pt x="2613" y="45"/>
                    <a:pt x="2630" y="45"/>
                    <a:pt x="2640" y="35"/>
                  </a:cubicBezTo>
                  <a:lnTo>
                    <a:pt x="2640" y="35"/>
                  </a:lnTo>
                  <a:cubicBezTo>
                    <a:pt x="2673" y="32"/>
                    <a:pt x="2710" y="52"/>
                    <a:pt x="2744" y="35"/>
                  </a:cubicBezTo>
                  <a:cubicBezTo>
                    <a:pt x="2764" y="45"/>
                    <a:pt x="2784" y="35"/>
                    <a:pt x="2804" y="39"/>
                  </a:cubicBezTo>
                  <a:cubicBezTo>
                    <a:pt x="2824" y="49"/>
                    <a:pt x="2848" y="45"/>
                    <a:pt x="2871" y="45"/>
                  </a:cubicBezTo>
                  <a:cubicBezTo>
                    <a:pt x="2888" y="45"/>
                    <a:pt x="2908" y="42"/>
                    <a:pt x="2922" y="52"/>
                  </a:cubicBezTo>
                  <a:cubicBezTo>
                    <a:pt x="2948" y="59"/>
                    <a:pt x="2975" y="62"/>
                    <a:pt x="2989" y="82"/>
                  </a:cubicBezTo>
                  <a:cubicBezTo>
                    <a:pt x="3026" y="92"/>
                    <a:pt x="3015" y="75"/>
                    <a:pt x="3012" y="62"/>
                  </a:cubicBezTo>
                  <a:cubicBezTo>
                    <a:pt x="2999" y="42"/>
                    <a:pt x="2969" y="32"/>
                    <a:pt x="2948" y="18"/>
                  </a:cubicBezTo>
                  <a:cubicBezTo>
                    <a:pt x="2935" y="5"/>
                    <a:pt x="2912" y="5"/>
                    <a:pt x="2895" y="18"/>
                  </a:cubicBezTo>
                  <a:cubicBezTo>
                    <a:pt x="2895" y="22"/>
                    <a:pt x="2895" y="25"/>
                    <a:pt x="2898" y="25"/>
                  </a:cubicBezTo>
                  <a:cubicBezTo>
                    <a:pt x="2895" y="25"/>
                    <a:pt x="2891" y="25"/>
                    <a:pt x="2888" y="22"/>
                  </a:cubicBezTo>
                  <a:cubicBezTo>
                    <a:pt x="2881" y="22"/>
                    <a:pt x="2878" y="22"/>
                    <a:pt x="2871" y="22"/>
                  </a:cubicBezTo>
                  <a:lnTo>
                    <a:pt x="2871" y="22"/>
                  </a:lnTo>
                  <a:cubicBezTo>
                    <a:pt x="2824" y="5"/>
                    <a:pt x="2777" y="8"/>
                    <a:pt x="2730" y="25"/>
                  </a:cubicBezTo>
                  <a:lnTo>
                    <a:pt x="2730" y="25"/>
                  </a:lnTo>
                  <a:cubicBezTo>
                    <a:pt x="2700" y="8"/>
                    <a:pt x="2670" y="2"/>
                    <a:pt x="2640" y="25"/>
                  </a:cubicBezTo>
                  <a:cubicBezTo>
                    <a:pt x="2640" y="25"/>
                    <a:pt x="2636" y="22"/>
                    <a:pt x="2633" y="22"/>
                  </a:cubicBezTo>
                  <a:cubicBezTo>
                    <a:pt x="2596" y="8"/>
                    <a:pt x="2556" y="5"/>
                    <a:pt x="2515" y="5"/>
                  </a:cubicBezTo>
                  <a:cubicBezTo>
                    <a:pt x="2408" y="2"/>
                    <a:pt x="2304" y="2"/>
                    <a:pt x="2197" y="2"/>
                  </a:cubicBezTo>
                  <a:cubicBezTo>
                    <a:pt x="2176" y="5"/>
                    <a:pt x="2156" y="5"/>
                    <a:pt x="2140" y="12"/>
                  </a:cubicBezTo>
                  <a:cubicBezTo>
                    <a:pt x="2136" y="15"/>
                    <a:pt x="2133" y="15"/>
                    <a:pt x="2133" y="18"/>
                  </a:cubicBezTo>
                  <a:cubicBezTo>
                    <a:pt x="2072" y="-8"/>
                    <a:pt x="2008" y="2"/>
                    <a:pt x="1945" y="12"/>
                  </a:cubicBezTo>
                  <a:cubicBezTo>
                    <a:pt x="1945" y="15"/>
                    <a:pt x="1941" y="15"/>
                    <a:pt x="1941" y="18"/>
                  </a:cubicBezTo>
                  <a:cubicBezTo>
                    <a:pt x="1935" y="12"/>
                    <a:pt x="1928" y="12"/>
                    <a:pt x="1921" y="15"/>
                  </a:cubicBezTo>
                  <a:cubicBezTo>
                    <a:pt x="1918" y="15"/>
                    <a:pt x="1915" y="12"/>
                    <a:pt x="1911" y="12"/>
                  </a:cubicBezTo>
                  <a:cubicBezTo>
                    <a:pt x="1898" y="8"/>
                    <a:pt x="1881" y="8"/>
                    <a:pt x="1871" y="15"/>
                  </a:cubicBezTo>
                  <a:cubicBezTo>
                    <a:pt x="1868" y="15"/>
                    <a:pt x="1868" y="12"/>
                    <a:pt x="1864" y="12"/>
                  </a:cubicBezTo>
                  <a:cubicBezTo>
                    <a:pt x="1861" y="12"/>
                    <a:pt x="1854" y="12"/>
                    <a:pt x="1847" y="12"/>
                  </a:cubicBezTo>
                  <a:cubicBezTo>
                    <a:pt x="1831" y="15"/>
                    <a:pt x="1814" y="8"/>
                    <a:pt x="1794" y="8"/>
                  </a:cubicBezTo>
                  <a:cubicBezTo>
                    <a:pt x="1707" y="2"/>
                    <a:pt x="1619" y="-2"/>
                    <a:pt x="1532" y="8"/>
                  </a:cubicBezTo>
                  <a:cubicBezTo>
                    <a:pt x="1529" y="12"/>
                    <a:pt x="1522" y="12"/>
                    <a:pt x="1519" y="15"/>
                  </a:cubicBezTo>
                  <a:cubicBezTo>
                    <a:pt x="1455" y="-5"/>
                    <a:pt x="1391" y="-5"/>
                    <a:pt x="1327" y="15"/>
                  </a:cubicBezTo>
                  <a:cubicBezTo>
                    <a:pt x="1321" y="12"/>
                    <a:pt x="1314" y="12"/>
                    <a:pt x="1307" y="8"/>
                  </a:cubicBezTo>
                  <a:cubicBezTo>
                    <a:pt x="1224" y="5"/>
                    <a:pt x="1140" y="-5"/>
                    <a:pt x="1056" y="18"/>
                  </a:cubicBezTo>
                  <a:cubicBezTo>
                    <a:pt x="1056" y="22"/>
                    <a:pt x="1053" y="25"/>
                    <a:pt x="1053" y="25"/>
                  </a:cubicBezTo>
                  <a:cubicBezTo>
                    <a:pt x="1026" y="8"/>
                    <a:pt x="996" y="12"/>
                    <a:pt x="962" y="18"/>
                  </a:cubicBezTo>
                  <a:cubicBezTo>
                    <a:pt x="952" y="22"/>
                    <a:pt x="942" y="22"/>
                    <a:pt x="932" y="25"/>
                  </a:cubicBezTo>
                  <a:cubicBezTo>
                    <a:pt x="926" y="25"/>
                    <a:pt x="919" y="25"/>
                    <a:pt x="912" y="25"/>
                  </a:cubicBezTo>
                  <a:cubicBezTo>
                    <a:pt x="912" y="25"/>
                    <a:pt x="909" y="22"/>
                    <a:pt x="905" y="22"/>
                  </a:cubicBezTo>
                  <a:cubicBezTo>
                    <a:pt x="878" y="12"/>
                    <a:pt x="852" y="12"/>
                    <a:pt x="821" y="22"/>
                  </a:cubicBezTo>
                  <a:cubicBezTo>
                    <a:pt x="821" y="22"/>
                    <a:pt x="818" y="22"/>
                    <a:pt x="818" y="25"/>
                  </a:cubicBezTo>
                  <a:cubicBezTo>
                    <a:pt x="801" y="15"/>
                    <a:pt x="781" y="15"/>
                    <a:pt x="764" y="22"/>
                  </a:cubicBezTo>
                  <a:cubicBezTo>
                    <a:pt x="758" y="22"/>
                    <a:pt x="754" y="25"/>
                    <a:pt x="754" y="25"/>
                  </a:cubicBezTo>
                  <a:cubicBezTo>
                    <a:pt x="758" y="28"/>
                    <a:pt x="761" y="32"/>
                    <a:pt x="761" y="32"/>
                  </a:cubicBezTo>
                  <a:cubicBezTo>
                    <a:pt x="758" y="32"/>
                    <a:pt x="758" y="28"/>
                    <a:pt x="754" y="28"/>
                  </a:cubicBezTo>
                  <a:cubicBezTo>
                    <a:pt x="754" y="25"/>
                    <a:pt x="751" y="25"/>
                    <a:pt x="748" y="25"/>
                  </a:cubicBezTo>
                  <a:lnTo>
                    <a:pt x="744" y="25"/>
                  </a:lnTo>
                  <a:lnTo>
                    <a:pt x="744" y="25"/>
                  </a:lnTo>
                  <a:cubicBezTo>
                    <a:pt x="727" y="18"/>
                    <a:pt x="714" y="22"/>
                    <a:pt x="701" y="28"/>
                  </a:cubicBezTo>
                  <a:cubicBezTo>
                    <a:pt x="697" y="28"/>
                    <a:pt x="691" y="32"/>
                    <a:pt x="684" y="32"/>
                  </a:cubicBezTo>
                  <a:cubicBezTo>
                    <a:pt x="677" y="28"/>
                    <a:pt x="670" y="25"/>
                    <a:pt x="660" y="28"/>
                  </a:cubicBezTo>
                  <a:cubicBezTo>
                    <a:pt x="657" y="28"/>
                    <a:pt x="650" y="28"/>
                    <a:pt x="647" y="25"/>
                  </a:cubicBezTo>
                  <a:cubicBezTo>
                    <a:pt x="623" y="22"/>
                    <a:pt x="597" y="8"/>
                    <a:pt x="580" y="25"/>
                  </a:cubicBezTo>
                  <a:cubicBezTo>
                    <a:pt x="576" y="25"/>
                    <a:pt x="573" y="25"/>
                    <a:pt x="570" y="25"/>
                  </a:cubicBezTo>
                  <a:cubicBezTo>
                    <a:pt x="489" y="28"/>
                    <a:pt x="409" y="35"/>
                    <a:pt x="328" y="32"/>
                  </a:cubicBezTo>
                  <a:cubicBezTo>
                    <a:pt x="321" y="32"/>
                    <a:pt x="315" y="32"/>
                    <a:pt x="311" y="35"/>
                  </a:cubicBezTo>
                  <a:cubicBezTo>
                    <a:pt x="291" y="25"/>
                    <a:pt x="271" y="32"/>
                    <a:pt x="254" y="35"/>
                  </a:cubicBezTo>
                  <a:cubicBezTo>
                    <a:pt x="254" y="39"/>
                    <a:pt x="254" y="39"/>
                    <a:pt x="254" y="39"/>
                  </a:cubicBezTo>
                  <a:lnTo>
                    <a:pt x="254" y="39"/>
                  </a:lnTo>
                  <a:cubicBezTo>
                    <a:pt x="251" y="35"/>
                    <a:pt x="244" y="35"/>
                    <a:pt x="241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188"/>
            <p:cNvSpPr/>
            <p:nvPr/>
          </p:nvSpPr>
          <p:spPr>
            <a:xfrm>
              <a:off x="4720320" y="3636000"/>
              <a:ext cx="70560" cy="11160"/>
            </a:xfrm>
            <a:custGeom>
              <a:rect b="b" l="l" r="r" t="t"/>
              <a:pathLst>
                <a:path extrusionOk="0" h="31" w="196">
                  <a:moveTo>
                    <a:pt x="196" y="31"/>
                  </a:moveTo>
                  <a:lnTo>
                    <a:pt x="196" y="31"/>
                  </a:lnTo>
                  <a:cubicBezTo>
                    <a:pt x="186" y="4"/>
                    <a:pt x="165" y="4"/>
                    <a:pt x="145" y="0"/>
                  </a:cubicBezTo>
                  <a:cubicBezTo>
                    <a:pt x="102" y="0"/>
                    <a:pt x="58" y="10"/>
                    <a:pt x="15" y="4"/>
                  </a:cubicBezTo>
                  <a:cubicBezTo>
                    <a:pt x="11" y="4"/>
                    <a:pt x="1" y="7"/>
                    <a:pt x="1" y="10"/>
                  </a:cubicBezTo>
                  <a:cubicBezTo>
                    <a:pt x="-2" y="20"/>
                    <a:pt x="8" y="24"/>
                    <a:pt x="15" y="24"/>
                  </a:cubicBezTo>
                  <a:cubicBezTo>
                    <a:pt x="48" y="20"/>
                    <a:pt x="85" y="34"/>
                    <a:pt x="119" y="24"/>
                  </a:cubicBezTo>
                  <a:cubicBezTo>
                    <a:pt x="142" y="20"/>
                    <a:pt x="165" y="17"/>
                    <a:pt x="196" y="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188"/>
            <p:cNvSpPr/>
            <p:nvPr/>
          </p:nvSpPr>
          <p:spPr>
            <a:xfrm>
              <a:off x="5346360" y="3596400"/>
              <a:ext cx="299520" cy="20520"/>
            </a:xfrm>
            <a:custGeom>
              <a:rect b="b" l="l" r="r" t="t"/>
              <a:pathLst>
                <a:path extrusionOk="0" h="57" w="832">
                  <a:moveTo>
                    <a:pt x="486" y="26"/>
                  </a:moveTo>
                  <a:lnTo>
                    <a:pt x="486" y="26"/>
                  </a:lnTo>
                  <a:lnTo>
                    <a:pt x="486" y="26"/>
                  </a:lnTo>
                  <a:cubicBezTo>
                    <a:pt x="456" y="13"/>
                    <a:pt x="426" y="20"/>
                    <a:pt x="396" y="20"/>
                  </a:cubicBezTo>
                  <a:lnTo>
                    <a:pt x="396" y="20"/>
                  </a:lnTo>
                  <a:lnTo>
                    <a:pt x="396" y="20"/>
                  </a:lnTo>
                  <a:cubicBezTo>
                    <a:pt x="393" y="20"/>
                    <a:pt x="386" y="20"/>
                    <a:pt x="382" y="16"/>
                  </a:cubicBezTo>
                  <a:lnTo>
                    <a:pt x="382" y="16"/>
                  </a:lnTo>
                  <a:lnTo>
                    <a:pt x="382" y="16"/>
                  </a:lnTo>
                  <a:cubicBezTo>
                    <a:pt x="349" y="3"/>
                    <a:pt x="312" y="10"/>
                    <a:pt x="275" y="10"/>
                  </a:cubicBezTo>
                  <a:cubicBezTo>
                    <a:pt x="198" y="6"/>
                    <a:pt x="121" y="0"/>
                    <a:pt x="43" y="6"/>
                  </a:cubicBezTo>
                  <a:cubicBezTo>
                    <a:pt x="33" y="10"/>
                    <a:pt x="20" y="3"/>
                    <a:pt x="10" y="0"/>
                  </a:cubicBezTo>
                  <a:cubicBezTo>
                    <a:pt x="-4" y="10"/>
                    <a:pt x="-4" y="20"/>
                    <a:pt x="10" y="26"/>
                  </a:cubicBezTo>
                  <a:cubicBezTo>
                    <a:pt x="127" y="26"/>
                    <a:pt x="248" y="40"/>
                    <a:pt x="369" y="37"/>
                  </a:cubicBezTo>
                  <a:lnTo>
                    <a:pt x="369" y="37"/>
                  </a:lnTo>
                  <a:lnTo>
                    <a:pt x="369" y="37"/>
                  </a:lnTo>
                  <a:cubicBezTo>
                    <a:pt x="372" y="37"/>
                    <a:pt x="376" y="37"/>
                    <a:pt x="379" y="37"/>
                  </a:cubicBezTo>
                  <a:cubicBezTo>
                    <a:pt x="416" y="43"/>
                    <a:pt x="450" y="43"/>
                    <a:pt x="486" y="43"/>
                  </a:cubicBezTo>
                  <a:cubicBezTo>
                    <a:pt x="540" y="40"/>
                    <a:pt x="597" y="63"/>
                    <a:pt x="654" y="47"/>
                  </a:cubicBezTo>
                  <a:lnTo>
                    <a:pt x="654" y="47"/>
                  </a:lnTo>
                  <a:cubicBezTo>
                    <a:pt x="661" y="47"/>
                    <a:pt x="671" y="53"/>
                    <a:pt x="681" y="47"/>
                  </a:cubicBezTo>
                  <a:cubicBezTo>
                    <a:pt x="715" y="60"/>
                    <a:pt x="755" y="53"/>
                    <a:pt x="792" y="57"/>
                  </a:cubicBezTo>
                  <a:cubicBezTo>
                    <a:pt x="795" y="53"/>
                    <a:pt x="795" y="53"/>
                    <a:pt x="795" y="53"/>
                  </a:cubicBezTo>
                  <a:lnTo>
                    <a:pt x="795" y="53"/>
                  </a:lnTo>
                  <a:cubicBezTo>
                    <a:pt x="815" y="57"/>
                    <a:pt x="832" y="57"/>
                    <a:pt x="832" y="37"/>
                  </a:cubicBezTo>
                  <a:cubicBezTo>
                    <a:pt x="822" y="33"/>
                    <a:pt x="809" y="26"/>
                    <a:pt x="795" y="37"/>
                  </a:cubicBezTo>
                  <a:cubicBezTo>
                    <a:pt x="762" y="26"/>
                    <a:pt x="728" y="26"/>
                    <a:pt x="691" y="26"/>
                  </a:cubicBezTo>
                  <a:lnTo>
                    <a:pt x="691" y="26"/>
                  </a:lnTo>
                  <a:cubicBezTo>
                    <a:pt x="671" y="26"/>
                    <a:pt x="648" y="23"/>
                    <a:pt x="628" y="26"/>
                  </a:cubicBezTo>
                  <a:cubicBezTo>
                    <a:pt x="628" y="30"/>
                    <a:pt x="631" y="30"/>
                    <a:pt x="631" y="30"/>
                  </a:cubicBezTo>
                  <a:cubicBezTo>
                    <a:pt x="631" y="30"/>
                    <a:pt x="628" y="30"/>
                    <a:pt x="628" y="26"/>
                  </a:cubicBezTo>
                  <a:cubicBezTo>
                    <a:pt x="580" y="16"/>
                    <a:pt x="533" y="20"/>
                    <a:pt x="486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188"/>
            <p:cNvSpPr/>
            <p:nvPr/>
          </p:nvSpPr>
          <p:spPr>
            <a:xfrm>
              <a:off x="5393520" y="3691080"/>
              <a:ext cx="142560" cy="11520"/>
            </a:xfrm>
            <a:custGeom>
              <a:rect b="b" l="l" r="r" t="t"/>
              <a:pathLst>
                <a:path extrusionOk="0" h="32" w="396">
                  <a:moveTo>
                    <a:pt x="43" y="32"/>
                  </a:moveTo>
                  <a:lnTo>
                    <a:pt x="43" y="32"/>
                  </a:lnTo>
                  <a:cubicBezTo>
                    <a:pt x="87" y="32"/>
                    <a:pt x="130" y="22"/>
                    <a:pt x="174" y="29"/>
                  </a:cubicBezTo>
                  <a:cubicBezTo>
                    <a:pt x="184" y="32"/>
                    <a:pt x="194" y="29"/>
                    <a:pt x="201" y="22"/>
                  </a:cubicBezTo>
                  <a:cubicBezTo>
                    <a:pt x="251" y="39"/>
                    <a:pt x="305" y="29"/>
                    <a:pt x="355" y="29"/>
                  </a:cubicBezTo>
                  <a:lnTo>
                    <a:pt x="355" y="29"/>
                  </a:lnTo>
                  <a:cubicBezTo>
                    <a:pt x="359" y="32"/>
                    <a:pt x="362" y="32"/>
                    <a:pt x="365" y="29"/>
                  </a:cubicBezTo>
                  <a:lnTo>
                    <a:pt x="365" y="29"/>
                  </a:lnTo>
                  <a:lnTo>
                    <a:pt x="365" y="29"/>
                  </a:lnTo>
                  <a:cubicBezTo>
                    <a:pt x="372" y="29"/>
                    <a:pt x="376" y="29"/>
                    <a:pt x="382" y="29"/>
                  </a:cubicBezTo>
                  <a:lnTo>
                    <a:pt x="382" y="29"/>
                  </a:lnTo>
                  <a:cubicBezTo>
                    <a:pt x="386" y="32"/>
                    <a:pt x="389" y="32"/>
                    <a:pt x="392" y="29"/>
                  </a:cubicBezTo>
                  <a:cubicBezTo>
                    <a:pt x="392" y="25"/>
                    <a:pt x="392" y="19"/>
                    <a:pt x="392" y="15"/>
                  </a:cubicBezTo>
                  <a:cubicBezTo>
                    <a:pt x="396" y="12"/>
                    <a:pt x="396" y="12"/>
                    <a:pt x="396" y="12"/>
                  </a:cubicBezTo>
                  <a:cubicBezTo>
                    <a:pt x="325" y="-1"/>
                    <a:pt x="258" y="2"/>
                    <a:pt x="188" y="5"/>
                  </a:cubicBezTo>
                  <a:lnTo>
                    <a:pt x="188" y="5"/>
                  </a:lnTo>
                  <a:lnTo>
                    <a:pt x="188" y="5"/>
                  </a:lnTo>
                  <a:cubicBezTo>
                    <a:pt x="184" y="5"/>
                    <a:pt x="178" y="5"/>
                    <a:pt x="174" y="5"/>
                  </a:cubicBezTo>
                  <a:lnTo>
                    <a:pt x="174" y="5"/>
                  </a:lnTo>
                  <a:lnTo>
                    <a:pt x="174" y="5"/>
                  </a:lnTo>
                  <a:cubicBezTo>
                    <a:pt x="171" y="5"/>
                    <a:pt x="164" y="5"/>
                    <a:pt x="161" y="5"/>
                  </a:cubicBezTo>
                  <a:lnTo>
                    <a:pt x="161" y="5"/>
                  </a:lnTo>
                  <a:lnTo>
                    <a:pt x="161" y="5"/>
                  </a:lnTo>
                  <a:cubicBezTo>
                    <a:pt x="141" y="-1"/>
                    <a:pt x="117" y="15"/>
                    <a:pt x="97" y="5"/>
                  </a:cubicBezTo>
                  <a:cubicBezTo>
                    <a:pt x="77" y="5"/>
                    <a:pt x="53" y="-8"/>
                    <a:pt x="33" y="5"/>
                  </a:cubicBezTo>
                  <a:lnTo>
                    <a:pt x="33" y="5"/>
                  </a:lnTo>
                  <a:cubicBezTo>
                    <a:pt x="26" y="12"/>
                    <a:pt x="13" y="12"/>
                    <a:pt x="0" y="15"/>
                  </a:cubicBezTo>
                  <a:cubicBezTo>
                    <a:pt x="13" y="25"/>
                    <a:pt x="37" y="19"/>
                    <a:pt x="4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188"/>
            <p:cNvSpPr/>
            <p:nvPr/>
          </p:nvSpPr>
          <p:spPr>
            <a:xfrm>
              <a:off x="4623840" y="3597480"/>
              <a:ext cx="384480" cy="15840"/>
            </a:xfrm>
            <a:custGeom>
              <a:rect b="b" l="l" r="r" t="t"/>
              <a:pathLst>
                <a:path extrusionOk="0" h="44" w="1068">
                  <a:moveTo>
                    <a:pt x="971" y="44"/>
                  </a:moveTo>
                  <a:lnTo>
                    <a:pt x="971" y="44"/>
                  </a:lnTo>
                  <a:lnTo>
                    <a:pt x="971" y="40"/>
                  </a:lnTo>
                  <a:cubicBezTo>
                    <a:pt x="971" y="44"/>
                    <a:pt x="971" y="44"/>
                    <a:pt x="971" y="44"/>
                  </a:cubicBezTo>
                  <a:cubicBezTo>
                    <a:pt x="1001" y="44"/>
                    <a:pt x="1028" y="40"/>
                    <a:pt x="1058" y="37"/>
                  </a:cubicBezTo>
                  <a:cubicBezTo>
                    <a:pt x="1061" y="37"/>
                    <a:pt x="1068" y="30"/>
                    <a:pt x="1068" y="27"/>
                  </a:cubicBezTo>
                  <a:cubicBezTo>
                    <a:pt x="1071" y="20"/>
                    <a:pt x="1061" y="17"/>
                    <a:pt x="1051" y="17"/>
                  </a:cubicBezTo>
                  <a:cubicBezTo>
                    <a:pt x="1014" y="27"/>
                    <a:pt x="974" y="17"/>
                    <a:pt x="934" y="23"/>
                  </a:cubicBezTo>
                  <a:lnTo>
                    <a:pt x="934" y="23"/>
                  </a:lnTo>
                  <a:lnTo>
                    <a:pt x="934" y="23"/>
                  </a:lnTo>
                  <a:cubicBezTo>
                    <a:pt x="873" y="7"/>
                    <a:pt x="813" y="17"/>
                    <a:pt x="752" y="17"/>
                  </a:cubicBezTo>
                  <a:lnTo>
                    <a:pt x="752" y="17"/>
                  </a:lnTo>
                  <a:cubicBezTo>
                    <a:pt x="746" y="13"/>
                    <a:pt x="742" y="13"/>
                    <a:pt x="739" y="13"/>
                  </a:cubicBezTo>
                  <a:cubicBezTo>
                    <a:pt x="732" y="13"/>
                    <a:pt x="722" y="10"/>
                    <a:pt x="715" y="7"/>
                  </a:cubicBezTo>
                  <a:cubicBezTo>
                    <a:pt x="625" y="0"/>
                    <a:pt x="534" y="0"/>
                    <a:pt x="447" y="0"/>
                  </a:cubicBezTo>
                  <a:cubicBezTo>
                    <a:pt x="437" y="0"/>
                    <a:pt x="433" y="3"/>
                    <a:pt x="427" y="7"/>
                  </a:cubicBezTo>
                  <a:cubicBezTo>
                    <a:pt x="420" y="7"/>
                    <a:pt x="410" y="7"/>
                    <a:pt x="403" y="7"/>
                  </a:cubicBezTo>
                  <a:cubicBezTo>
                    <a:pt x="390" y="7"/>
                    <a:pt x="376" y="7"/>
                    <a:pt x="363" y="7"/>
                  </a:cubicBezTo>
                  <a:lnTo>
                    <a:pt x="363" y="7"/>
                  </a:lnTo>
                  <a:lnTo>
                    <a:pt x="360" y="7"/>
                  </a:lnTo>
                  <a:cubicBezTo>
                    <a:pt x="356" y="7"/>
                    <a:pt x="356" y="3"/>
                    <a:pt x="353" y="3"/>
                  </a:cubicBezTo>
                  <a:cubicBezTo>
                    <a:pt x="346" y="0"/>
                    <a:pt x="340" y="0"/>
                    <a:pt x="333" y="0"/>
                  </a:cubicBezTo>
                  <a:cubicBezTo>
                    <a:pt x="326" y="3"/>
                    <a:pt x="323" y="3"/>
                    <a:pt x="319" y="7"/>
                  </a:cubicBezTo>
                  <a:lnTo>
                    <a:pt x="316" y="7"/>
                  </a:lnTo>
                  <a:lnTo>
                    <a:pt x="313" y="7"/>
                  </a:lnTo>
                  <a:cubicBezTo>
                    <a:pt x="306" y="7"/>
                    <a:pt x="303" y="7"/>
                    <a:pt x="299" y="10"/>
                  </a:cubicBezTo>
                  <a:cubicBezTo>
                    <a:pt x="296" y="10"/>
                    <a:pt x="293" y="10"/>
                    <a:pt x="289" y="10"/>
                  </a:cubicBezTo>
                  <a:cubicBezTo>
                    <a:pt x="283" y="10"/>
                    <a:pt x="289" y="3"/>
                    <a:pt x="283" y="3"/>
                  </a:cubicBezTo>
                  <a:cubicBezTo>
                    <a:pt x="272" y="0"/>
                    <a:pt x="259" y="0"/>
                    <a:pt x="249" y="3"/>
                  </a:cubicBezTo>
                  <a:cubicBezTo>
                    <a:pt x="249" y="3"/>
                    <a:pt x="249" y="7"/>
                    <a:pt x="246" y="7"/>
                  </a:cubicBezTo>
                  <a:cubicBezTo>
                    <a:pt x="242" y="7"/>
                    <a:pt x="242" y="7"/>
                    <a:pt x="239" y="7"/>
                  </a:cubicBezTo>
                  <a:cubicBezTo>
                    <a:pt x="232" y="3"/>
                    <a:pt x="229" y="0"/>
                    <a:pt x="222" y="0"/>
                  </a:cubicBezTo>
                  <a:cubicBezTo>
                    <a:pt x="199" y="7"/>
                    <a:pt x="165" y="-10"/>
                    <a:pt x="151" y="17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48" y="20"/>
                    <a:pt x="142" y="17"/>
                    <a:pt x="135" y="13"/>
                  </a:cubicBezTo>
                  <a:cubicBezTo>
                    <a:pt x="91" y="0"/>
                    <a:pt x="47" y="10"/>
                    <a:pt x="4" y="7"/>
                  </a:cubicBezTo>
                  <a:cubicBezTo>
                    <a:pt x="-3" y="13"/>
                    <a:pt x="1" y="20"/>
                    <a:pt x="1" y="27"/>
                  </a:cubicBezTo>
                  <a:cubicBezTo>
                    <a:pt x="37" y="44"/>
                    <a:pt x="81" y="34"/>
                    <a:pt x="118" y="34"/>
                  </a:cubicBezTo>
                  <a:lnTo>
                    <a:pt x="118" y="34"/>
                  </a:lnTo>
                  <a:cubicBezTo>
                    <a:pt x="138" y="37"/>
                    <a:pt x="155" y="37"/>
                    <a:pt x="172" y="34"/>
                  </a:cubicBezTo>
                  <a:lnTo>
                    <a:pt x="172" y="34"/>
                  </a:lnTo>
                  <a:lnTo>
                    <a:pt x="172" y="34"/>
                  </a:lnTo>
                  <a:cubicBezTo>
                    <a:pt x="179" y="34"/>
                    <a:pt x="189" y="34"/>
                    <a:pt x="195" y="34"/>
                  </a:cubicBezTo>
                  <a:lnTo>
                    <a:pt x="195" y="34"/>
                  </a:lnTo>
                  <a:lnTo>
                    <a:pt x="195" y="34"/>
                  </a:lnTo>
                  <a:cubicBezTo>
                    <a:pt x="202" y="34"/>
                    <a:pt x="205" y="30"/>
                    <a:pt x="209" y="30"/>
                  </a:cubicBezTo>
                  <a:cubicBezTo>
                    <a:pt x="266" y="34"/>
                    <a:pt x="323" y="34"/>
                    <a:pt x="383" y="34"/>
                  </a:cubicBezTo>
                  <a:cubicBezTo>
                    <a:pt x="467" y="34"/>
                    <a:pt x="551" y="34"/>
                    <a:pt x="638" y="34"/>
                  </a:cubicBezTo>
                  <a:cubicBezTo>
                    <a:pt x="645" y="34"/>
                    <a:pt x="652" y="34"/>
                    <a:pt x="662" y="34"/>
                  </a:cubicBezTo>
                  <a:lnTo>
                    <a:pt x="662" y="34"/>
                  </a:lnTo>
                  <a:cubicBezTo>
                    <a:pt x="665" y="40"/>
                    <a:pt x="672" y="40"/>
                    <a:pt x="675" y="34"/>
                  </a:cubicBezTo>
                  <a:lnTo>
                    <a:pt x="675" y="34"/>
                  </a:lnTo>
                  <a:cubicBezTo>
                    <a:pt x="679" y="34"/>
                    <a:pt x="682" y="34"/>
                    <a:pt x="685" y="34"/>
                  </a:cubicBezTo>
                  <a:cubicBezTo>
                    <a:pt x="746" y="47"/>
                    <a:pt x="806" y="40"/>
                    <a:pt x="867" y="40"/>
                  </a:cubicBezTo>
                  <a:lnTo>
                    <a:pt x="867" y="40"/>
                  </a:lnTo>
                  <a:cubicBezTo>
                    <a:pt x="873" y="44"/>
                    <a:pt x="877" y="44"/>
                    <a:pt x="880" y="40"/>
                  </a:cubicBezTo>
                  <a:lnTo>
                    <a:pt x="880" y="40"/>
                  </a:lnTo>
                  <a:cubicBezTo>
                    <a:pt x="910" y="44"/>
                    <a:pt x="940" y="44"/>
                    <a:pt x="971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188"/>
            <p:cNvSpPr/>
            <p:nvPr/>
          </p:nvSpPr>
          <p:spPr>
            <a:xfrm>
              <a:off x="4653000" y="3551760"/>
              <a:ext cx="38160" cy="22680"/>
            </a:xfrm>
            <a:custGeom>
              <a:rect b="b" l="l" r="r" t="t"/>
              <a:pathLst>
                <a:path extrusionOk="0" h="63" w="106">
                  <a:moveTo>
                    <a:pt x="54" y="0"/>
                  </a:moveTo>
                  <a:lnTo>
                    <a:pt x="54" y="0"/>
                  </a:lnTo>
                  <a:cubicBezTo>
                    <a:pt x="37" y="3"/>
                    <a:pt x="20" y="3"/>
                    <a:pt x="7" y="9"/>
                  </a:cubicBezTo>
                  <a:cubicBezTo>
                    <a:pt x="3" y="9"/>
                    <a:pt x="3" y="13"/>
                    <a:pt x="0" y="13"/>
                  </a:cubicBezTo>
                  <a:cubicBezTo>
                    <a:pt x="0" y="29"/>
                    <a:pt x="17" y="43"/>
                    <a:pt x="27" y="60"/>
                  </a:cubicBezTo>
                  <a:cubicBezTo>
                    <a:pt x="30" y="60"/>
                    <a:pt x="34" y="60"/>
                    <a:pt x="37" y="60"/>
                  </a:cubicBezTo>
                  <a:cubicBezTo>
                    <a:pt x="84" y="73"/>
                    <a:pt x="67" y="26"/>
                    <a:pt x="101" y="26"/>
                  </a:cubicBezTo>
                  <a:cubicBezTo>
                    <a:pt x="108" y="19"/>
                    <a:pt x="108" y="16"/>
                    <a:pt x="101" y="9"/>
                  </a:cubicBezTo>
                  <a:cubicBezTo>
                    <a:pt x="91" y="3"/>
                    <a:pt x="81" y="0"/>
                    <a:pt x="70" y="0"/>
                  </a:cubicBezTo>
                  <a:cubicBezTo>
                    <a:pt x="64" y="0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188"/>
            <p:cNvSpPr/>
            <p:nvPr/>
          </p:nvSpPr>
          <p:spPr>
            <a:xfrm>
              <a:off x="5052600" y="3673800"/>
              <a:ext cx="46080" cy="9360"/>
            </a:xfrm>
            <a:custGeom>
              <a:rect b="b" l="l" r="r" t="t"/>
              <a:pathLst>
                <a:path extrusionOk="0" h="26" w="128">
                  <a:moveTo>
                    <a:pt x="0" y="23"/>
                  </a:moveTo>
                  <a:lnTo>
                    <a:pt x="0" y="23"/>
                  </a:lnTo>
                  <a:cubicBezTo>
                    <a:pt x="37" y="29"/>
                    <a:pt x="74" y="23"/>
                    <a:pt x="114" y="26"/>
                  </a:cubicBezTo>
                  <a:cubicBezTo>
                    <a:pt x="118" y="19"/>
                    <a:pt x="121" y="13"/>
                    <a:pt x="128" y="6"/>
                  </a:cubicBezTo>
                  <a:cubicBezTo>
                    <a:pt x="91" y="-4"/>
                    <a:pt x="51" y="0"/>
                    <a:pt x="14" y="3"/>
                  </a:cubicBezTo>
                  <a:cubicBezTo>
                    <a:pt x="0" y="9"/>
                    <a:pt x="0" y="16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188"/>
            <p:cNvSpPr/>
            <p:nvPr/>
          </p:nvSpPr>
          <p:spPr>
            <a:xfrm>
              <a:off x="5321880" y="3802320"/>
              <a:ext cx="226080" cy="15840"/>
            </a:xfrm>
            <a:custGeom>
              <a:rect b="b" l="l" r="r" t="t"/>
              <a:pathLst>
                <a:path extrusionOk="0" h="44" w="628">
                  <a:moveTo>
                    <a:pt x="51" y="25"/>
                  </a:moveTo>
                  <a:lnTo>
                    <a:pt x="51" y="25"/>
                  </a:lnTo>
                  <a:cubicBezTo>
                    <a:pt x="58" y="25"/>
                    <a:pt x="68" y="25"/>
                    <a:pt x="75" y="25"/>
                  </a:cubicBezTo>
                  <a:cubicBezTo>
                    <a:pt x="78" y="22"/>
                    <a:pt x="81" y="22"/>
                    <a:pt x="85" y="22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111" y="29"/>
                    <a:pt x="132" y="39"/>
                    <a:pt x="155" y="29"/>
                  </a:cubicBezTo>
                  <a:lnTo>
                    <a:pt x="155" y="29"/>
                  </a:lnTo>
                  <a:cubicBezTo>
                    <a:pt x="236" y="35"/>
                    <a:pt x="316" y="35"/>
                    <a:pt x="397" y="35"/>
                  </a:cubicBezTo>
                  <a:lnTo>
                    <a:pt x="397" y="35"/>
                  </a:lnTo>
                  <a:cubicBezTo>
                    <a:pt x="464" y="39"/>
                    <a:pt x="528" y="52"/>
                    <a:pt x="591" y="35"/>
                  </a:cubicBezTo>
                  <a:lnTo>
                    <a:pt x="591" y="35"/>
                  </a:lnTo>
                  <a:cubicBezTo>
                    <a:pt x="605" y="35"/>
                    <a:pt x="618" y="39"/>
                    <a:pt x="628" y="42"/>
                  </a:cubicBezTo>
                  <a:cubicBezTo>
                    <a:pt x="628" y="35"/>
                    <a:pt x="628" y="25"/>
                    <a:pt x="628" y="18"/>
                  </a:cubicBezTo>
                  <a:cubicBezTo>
                    <a:pt x="615" y="18"/>
                    <a:pt x="598" y="18"/>
                    <a:pt x="581" y="18"/>
                  </a:cubicBezTo>
                  <a:cubicBezTo>
                    <a:pt x="524" y="18"/>
                    <a:pt x="467" y="15"/>
                    <a:pt x="414" y="15"/>
                  </a:cubicBezTo>
                  <a:cubicBezTo>
                    <a:pt x="410" y="12"/>
                    <a:pt x="410" y="12"/>
                    <a:pt x="407" y="8"/>
                  </a:cubicBezTo>
                  <a:cubicBezTo>
                    <a:pt x="400" y="8"/>
                    <a:pt x="393" y="8"/>
                    <a:pt x="387" y="8"/>
                  </a:cubicBezTo>
                  <a:cubicBezTo>
                    <a:pt x="313" y="1"/>
                    <a:pt x="239" y="1"/>
                    <a:pt x="165" y="5"/>
                  </a:cubicBezTo>
                  <a:cubicBezTo>
                    <a:pt x="165" y="5"/>
                    <a:pt x="162" y="5"/>
                    <a:pt x="158" y="8"/>
                  </a:cubicBezTo>
                  <a:cubicBezTo>
                    <a:pt x="155" y="8"/>
                    <a:pt x="148" y="8"/>
                    <a:pt x="142" y="8"/>
                  </a:cubicBezTo>
                  <a:cubicBezTo>
                    <a:pt x="128" y="18"/>
                    <a:pt x="115" y="5"/>
                    <a:pt x="105" y="5"/>
                  </a:cubicBezTo>
                  <a:cubicBezTo>
                    <a:pt x="68" y="5"/>
                    <a:pt x="31" y="-12"/>
                    <a:pt x="0" y="15"/>
                  </a:cubicBezTo>
                  <a:cubicBezTo>
                    <a:pt x="4" y="15"/>
                    <a:pt x="7" y="18"/>
                    <a:pt x="11" y="18"/>
                  </a:cubicBezTo>
                  <a:cubicBezTo>
                    <a:pt x="21" y="25"/>
                    <a:pt x="34" y="25"/>
                    <a:pt x="51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188"/>
            <p:cNvSpPr/>
            <p:nvPr/>
          </p:nvSpPr>
          <p:spPr>
            <a:xfrm>
              <a:off x="5297760" y="3628800"/>
              <a:ext cx="75240" cy="10800"/>
            </a:xfrm>
            <a:custGeom>
              <a:rect b="b" l="l" r="r" t="t"/>
              <a:pathLst>
                <a:path extrusionOk="0" h="30" w="209">
                  <a:moveTo>
                    <a:pt x="91" y="10"/>
                  </a:moveTo>
                  <a:lnTo>
                    <a:pt x="91" y="10"/>
                  </a:lnTo>
                  <a:lnTo>
                    <a:pt x="91" y="10"/>
                  </a:lnTo>
                  <a:cubicBezTo>
                    <a:pt x="64" y="-3"/>
                    <a:pt x="31" y="4"/>
                    <a:pt x="0" y="0"/>
                  </a:cubicBezTo>
                  <a:cubicBezTo>
                    <a:pt x="0" y="7"/>
                    <a:pt x="0" y="14"/>
                    <a:pt x="0" y="20"/>
                  </a:cubicBezTo>
                  <a:cubicBezTo>
                    <a:pt x="24" y="20"/>
                    <a:pt x="48" y="30"/>
                    <a:pt x="64" y="10"/>
                  </a:cubicBezTo>
                  <a:cubicBezTo>
                    <a:pt x="64" y="27"/>
                    <a:pt x="81" y="30"/>
                    <a:pt x="95" y="27"/>
                  </a:cubicBezTo>
                  <a:cubicBezTo>
                    <a:pt x="121" y="24"/>
                    <a:pt x="145" y="30"/>
                    <a:pt x="168" y="27"/>
                  </a:cubicBezTo>
                  <a:lnTo>
                    <a:pt x="168" y="27"/>
                  </a:lnTo>
                  <a:cubicBezTo>
                    <a:pt x="175" y="30"/>
                    <a:pt x="178" y="30"/>
                    <a:pt x="182" y="27"/>
                  </a:cubicBezTo>
                  <a:cubicBezTo>
                    <a:pt x="178" y="27"/>
                    <a:pt x="178" y="27"/>
                    <a:pt x="178" y="27"/>
                  </a:cubicBezTo>
                  <a:lnTo>
                    <a:pt x="178" y="27"/>
                  </a:lnTo>
                  <a:lnTo>
                    <a:pt x="182" y="27"/>
                  </a:lnTo>
                  <a:cubicBezTo>
                    <a:pt x="192" y="27"/>
                    <a:pt x="202" y="27"/>
                    <a:pt x="209" y="20"/>
                  </a:cubicBezTo>
                  <a:cubicBezTo>
                    <a:pt x="209" y="17"/>
                    <a:pt x="209" y="17"/>
                    <a:pt x="209" y="14"/>
                  </a:cubicBezTo>
                  <a:cubicBezTo>
                    <a:pt x="209" y="14"/>
                    <a:pt x="205" y="14"/>
                    <a:pt x="205" y="10"/>
                  </a:cubicBezTo>
                  <a:cubicBezTo>
                    <a:pt x="205" y="7"/>
                    <a:pt x="205" y="4"/>
                    <a:pt x="209" y="0"/>
                  </a:cubicBezTo>
                  <a:cubicBezTo>
                    <a:pt x="202" y="4"/>
                    <a:pt x="199" y="4"/>
                    <a:pt x="195" y="4"/>
                  </a:cubicBezTo>
                  <a:lnTo>
                    <a:pt x="195" y="4"/>
                  </a:lnTo>
                  <a:cubicBezTo>
                    <a:pt x="162" y="14"/>
                    <a:pt x="125" y="0"/>
                    <a:pt x="9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188"/>
            <p:cNvSpPr/>
            <p:nvPr/>
          </p:nvSpPr>
          <p:spPr>
            <a:xfrm>
              <a:off x="4730400" y="3765240"/>
              <a:ext cx="111240" cy="15840"/>
            </a:xfrm>
            <a:custGeom>
              <a:rect b="b" l="l" r="r" t="t"/>
              <a:pathLst>
                <a:path extrusionOk="0" h="44" w="309">
                  <a:moveTo>
                    <a:pt x="148" y="37"/>
                  </a:moveTo>
                  <a:lnTo>
                    <a:pt x="148" y="37"/>
                  </a:lnTo>
                  <a:cubicBezTo>
                    <a:pt x="181" y="37"/>
                    <a:pt x="215" y="17"/>
                    <a:pt x="248" y="37"/>
                  </a:cubicBezTo>
                  <a:cubicBezTo>
                    <a:pt x="265" y="31"/>
                    <a:pt x="279" y="27"/>
                    <a:pt x="295" y="27"/>
                  </a:cubicBezTo>
                  <a:cubicBezTo>
                    <a:pt x="305" y="27"/>
                    <a:pt x="312" y="24"/>
                    <a:pt x="309" y="17"/>
                  </a:cubicBezTo>
                  <a:cubicBezTo>
                    <a:pt x="305" y="11"/>
                    <a:pt x="295" y="7"/>
                    <a:pt x="289" y="7"/>
                  </a:cubicBezTo>
                  <a:cubicBezTo>
                    <a:pt x="289" y="11"/>
                    <a:pt x="285" y="11"/>
                    <a:pt x="285" y="11"/>
                  </a:cubicBezTo>
                  <a:cubicBezTo>
                    <a:pt x="285" y="11"/>
                    <a:pt x="289" y="11"/>
                    <a:pt x="289" y="7"/>
                  </a:cubicBezTo>
                  <a:cubicBezTo>
                    <a:pt x="285" y="7"/>
                    <a:pt x="279" y="7"/>
                    <a:pt x="275" y="7"/>
                  </a:cubicBezTo>
                  <a:lnTo>
                    <a:pt x="275" y="7"/>
                  </a:lnTo>
                  <a:lnTo>
                    <a:pt x="275" y="7"/>
                  </a:lnTo>
                  <a:cubicBezTo>
                    <a:pt x="262" y="-3"/>
                    <a:pt x="248" y="-3"/>
                    <a:pt x="235" y="7"/>
                  </a:cubicBezTo>
                  <a:lnTo>
                    <a:pt x="235" y="7"/>
                  </a:lnTo>
                  <a:lnTo>
                    <a:pt x="235" y="7"/>
                  </a:lnTo>
                  <a:lnTo>
                    <a:pt x="235" y="7"/>
                  </a:lnTo>
                  <a:cubicBezTo>
                    <a:pt x="232" y="11"/>
                    <a:pt x="228" y="11"/>
                    <a:pt x="222" y="11"/>
                  </a:cubicBezTo>
                  <a:lnTo>
                    <a:pt x="222" y="11"/>
                  </a:lnTo>
                  <a:lnTo>
                    <a:pt x="222" y="11"/>
                  </a:lnTo>
                  <a:cubicBezTo>
                    <a:pt x="218" y="7"/>
                    <a:pt x="215" y="7"/>
                    <a:pt x="211" y="11"/>
                  </a:cubicBezTo>
                  <a:lnTo>
                    <a:pt x="215" y="11"/>
                  </a:lnTo>
                  <a:lnTo>
                    <a:pt x="215" y="11"/>
                  </a:lnTo>
                  <a:cubicBezTo>
                    <a:pt x="211" y="11"/>
                    <a:pt x="211" y="11"/>
                    <a:pt x="211" y="11"/>
                  </a:cubicBezTo>
                  <a:cubicBezTo>
                    <a:pt x="178" y="4"/>
                    <a:pt x="151" y="4"/>
                    <a:pt x="134" y="27"/>
                  </a:cubicBezTo>
                  <a:lnTo>
                    <a:pt x="134" y="27"/>
                  </a:lnTo>
                  <a:cubicBezTo>
                    <a:pt x="107" y="0"/>
                    <a:pt x="74" y="17"/>
                    <a:pt x="44" y="17"/>
                  </a:cubicBezTo>
                  <a:cubicBezTo>
                    <a:pt x="37" y="14"/>
                    <a:pt x="27" y="14"/>
                    <a:pt x="17" y="14"/>
                  </a:cubicBezTo>
                  <a:cubicBezTo>
                    <a:pt x="7" y="14"/>
                    <a:pt x="0" y="17"/>
                    <a:pt x="0" y="27"/>
                  </a:cubicBezTo>
                  <a:cubicBezTo>
                    <a:pt x="27" y="57"/>
                    <a:pt x="64" y="34"/>
                    <a:pt x="94" y="34"/>
                  </a:cubicBezTo>
                  <a:cubicBezTo>
                    <a:pt x="111" y="41"/>
                    <a:pt x="127" y="51"/>
                    <a:pt x="148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188"/>
            <p:cNvSpPr/>
            <p:nvPr/>
          </p:nvSpPr>
          <p:spPr>
            <a:xfrm>
              <a:off x="4796640" y="3738960"/>
              <a:ext cx="48600" cy="7200"/>
            </a:xfrm>
            <a:custGeom>
              <a:rect b="b" l="l" r="r" t="t"/>
              <a:pathLst>
                <a:path extrusionOk="0" h="20" w="135">
                  <a:moveTo>
                    <a:pt x="51" y="20"/>
                  </a:moveTo>
                  <a:lnTo>
                    <a:pt x="51" y="20"/>
                  </a:lnTo>
                  <a:cubicBezTo>
                    <a:pt x="74" y="20"/>
                    <a:pt x="101" y="13"/>
                    <a:pt x="125" y="13"/>
                  </a:cubicBezTo>
                  <a:cubicBezTo>
                    <a:pt x="145" y="16"/>
                    <a:pt x="131" y="3"/>
                    <a:pt x="131" y="0"/>
                  </a:cubicBezTo>
                  <a:cubicBezTo>
                    <a:pt x="88" y="0"/>
                    <a:pt x="44" y="0"/>
                    <a:pt x="0" y="0"/>
                  </a:cubicBezTo>
                  <a:cubicBezTo>
                    <a:pt x="10" y="6"/>
                    <a:pt x="17" y="10"/>
                    <a:pt x="27" y="16"/>
                  </a:cubicBezTo>
                  <a:cubicBezTo>
                    <a:pt x="34" y="16"/>
                    <a:pt x="44" y="16"/>
                    <a:pt x="5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188"/>
            <p:cNvSpPr/>
            <p:nvPr/>
          </p:nvSpPr>
          <p:spPr>
            <a:xfrm>
              <a:off x="4670640" y="3636000"/>
              <a:ext cx="43920" cy="14760"/>
            </a:xfrm>
            <a:custGeom>
              <a:rect b="b" l="l" r="r" t="t"/>
              <a:pathLst>
                <a:path extrusionOk="0" h="41" w="122">
                  <a:moveTo>
                    <a:pt x="42" y="0"/>
                  </a:moveTo>
                  <a:lnTo>
                    <a:pt x="42" y="0"/>
                  </a:lnTo>
                  <a:cubicBezTo>
                    <a:pt x="42" y="4"/>
                    <a:pt x="42" y="7"/>
                    <a:pt x="42" y="10"/>
                  </a:cubicBezTo>
                  <a:lnTo>
                    <a:pt x="42" y="10"/>
                  </a:lnTo>
                  <a:lnTo>
                    <a:pt x="42" y="10"/>
                  </a:lnTo>
                  <a:cubicBezTo>
                    <a:pt x="15" y="7"/>
                    <a:pt x="-5" y="14"/>
                    <a:pt x="2" y="37"/>
                  </a:cubicBezTo>
                  <a:cubicBezTo>
                    <a:pt x="18" y="34"/>
                    <a:pt x="21" y="17"/>
                    <a:pt x="42" y="20"/>
                  </a:cubicBezTo>
                  <a:cubicBezTo>
                    <a:pt x="62" y="34"/>
                    <a:pt x="96" y="20"/>
                    <a:pt x="122" y="41"/>
                  </a:cubicBezTo>
                  <a:cubicBezTo>
                    <a:pt x="116" y="-6"/>
                    <a:pt x="69" y="7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188"/>
            <p:cNvSpPr/>
            <p:nvPr/>
          </p:nvSpPr>
          <p:spPr>
            <a:xfrm>
              <a:off x="4692240" y="3523680"/>
              <a:ext cx="899640" cy="41040"/>
            </a:xfrm>
            <a:custGeom>
              <a:rect b="b" l="l" r="r" t="t"/>
              <a:pathLst>
                <a:path extrusionOk="0" h="114" w="2499">
                  <a:moveTo>
                    <a:pt x="2498" y="10"/>
                  </a:moveTo>
                  <a:lnTo>
                    <a:pt x="2498" y="10"/>
                  </a:lnTo>
                  <a:cubicBezTo>
                    <a:pt x="2502" y="-3"/>
                    <a:pt x="2488" y="0"/>
                    <a:pt x="2478" y="0"/>
                  </a:cubicBezTo>
                  <a:cubicBezTo>
                    <a:pt x="2438" y="3"/>
                    <a:pt x="2397" y="7"/>
                    <a:pt x="2354" y="10"/>
                  </a:cubicBezTo>
                  <a:cubicBezTo>
                    <a:pt x="2220" y="10"/>
                    <a:pt x="2089" y="3"/>
                    <a:pt x="1954" y="10"/>
                  </a:cubicBezTo>
                  <a:lnTo>
                    <a:pt x="1954" y="10"/>
                  </a:lnTo>
                  <a:cubicBezTo>
                    <a:pt x="1891" y="3"/>
                    <a:pt x="1830" y="20"/>
                    <a:pt x="1767" y="17"/>
                  </a:cubicBezTo>
                  <a:cubicBezTo>
                    <a:pt x="1740" y="17"/>
                    <a:pt x="1709" y="17"/>
                    <a:pt x="1682" y="17"/>
                  </a:cubicBezTo>
                  <a:lnTo>
                    <a:pt x="1682" y="17"/>
                  </a:lnTo>
                  <a:lnTo>
                    <a:pt x="1682" y="17"/>
                  </a:lnTo>
                  <a:cubicBezTo>
                    <a:pt x="1679" y="17"/>
                    <a:pt x="1676" y="17"/>
                    <a:pt x="1669" y="17"/>
                  </a:cubicBezTo>
                  <a:cubicBezTo>
                    <a:pt x="1632" y="20"/>
                    <a:pt x="1588" y="10"/>
                    <a:pt x="1552" y="27"/>
                  </a:cubicBezTo>
                  <a:lnTo>
                    <a:pt x="1552" y="27"/>
                  </a:lnTo>
                  <a:cubicBezTo>
                    <a:pt x="1548" y="24"/>
                    <a:pt x="1545" y="27"/>
                    <a:pt x="1542" y="27"/>
                  </a:cubicBezTo>
                  <a:cubicBezTo>
                    <a:pt x="1528" y="24"/>
                    <a:pt x="1515" y="24"/>
                    <a:pt x="1501" y="27"/>
                  </a:cubicBezTo>
                  <a:cubicBezTo>
                    <a:pt x="1498" y="27"/>
                    <a:pt x="1495" y="27"/>
                    <a:pt x="1491" y="27"/>
                  </a:cubicBezTo>
                  <a:cubicBezTo>
                    <a:pt x="1488" y="27"/>
                    <a:pt x="1485" y="24"/>
                    <a:pt x="1481" y="27"/>
                  </a:cubicBezTo>
                  <a:cubicBezTo>
                    <a:pt x="1468" y="17"/>
                    <a:pt x="1451" y="14"/>
                    <a:pt x="1438" y="24"/>
                  </a:cubicBezTo>
                  <a:cubicBezTo>
                    <a:pt x="1387" y="17"/>
                    <a:pt x="1337" y="30"/>
                    <a:pt x="1286" y="27"/>
                  </a:cubicBezTo>
                  <a:cubicBezTo>
                    <a:pt x="1280" y="30"/>
                    <a:pt x="1273" y="30"/>
                    <a:pt x="1270" y="34"/>
                  </a:cubicBezTo>
                  <a:cubicBezTo>
                    <a:pt x="1266" y="30"/>
                    <a:pt x="1260" y="30"/>
                    <a:pt x="1256" y="27"/>
                  </a:cubicBezTo>
                  <a:cubicBezTo>
                    <a:pt x="1253" y="30"/>
                    <a:pt x="1249" y="30"/>
                    <a:pt x="1246" y="27"/>
                  </a:cubicBezTo>
                  <a:cubicBezTo>
                    <a:pt x="1243" y="30"/>
                    <a:pt x="1236" y="34"/>
                    <a:pt x="1233" y="37"/>
                  </a:cubicBezTo>
                  <a:lnTo>
                    <a:pt x="1233" y="37"/>
                  </a:lnTo>
                  <a:lnTo>
                    <a:pt x="1233" y="37"/>
                  </a:lnTo>
                  <a:cubicBezTo>
                    <a:pt x="1219" y="37"/>
                    <a:pt x="1206" y="37"/>
                    <a:pt x="1192" y="37"/>
                  </a:cubicBezTo>
                  <a:cubicBezTo>
                    <a:pt x="1179" y="37"/>
                    <a:pt x="1162" y="37"/>
                    <a:pt x="1149" y="37"/>
                  </a:cubicBezTo>
                  <a:cubicBezTo>
                    <a:pt x="1139" y="37"/>
                    <a:pt x="1129" y="37"/>
                    <a:pt x="1119" y="34"/>
                  </a:cubicBezTo>
                  <a:cubicBezTo>
                    <a:pt x="1115" y="34"/>
                    <a:pt x="1109" y="30"/>
                    <a:pt x="1102" y="30"/>
                  </a:cubicBezTo>
                  <a:lnTo>
                    <a:pt x="1102" y="27"/>
                  </a:lnTo>
                  <a:cubicBezTo>
                    <a:pt x="1092" y="27"/>
                    <a:pt x="1082" y="30"/>
                    <a:pt x="1075" y="34"/>
                  </a:cubicBezTo>
                  <a:lnTo>
                    <a:pt x="1075" y="34"/>
                  </a:lnTo>
                  <a:cubicBezTo>
                    <a:pt x="1072" y="34"/>
                    <a:pt x="1068" y="34"/>
                    <a:pt x="1068" y="34"/>
                  </a:cubicBezTo>
                  <a:lnTo>
                    <a:pt x="1068" y="34"/>
                  </a:lnTo>
                  <a:cubicBezTo>
                    <a:pt x="1058" y="27"/>
                    <a:pt x="1048" y="27"/>
                    <a:pt x="1038" y="34"/>
                  </a:cubicBezTo>
                  <a:lnTo>
                    <a:pt x="1035" y="34"/>
                  </a:lnTo>
                  <a:cubicBezTo>
                    <a:pt x="1018" y="34"/>
                    <a:pt x="1001" y="30"/>
                    <a:pt x="984" y="37"/>
                  </a:cubicBezTo>
                  <a:cubicBezTo>
                    <a:pt x="984" y="37"/>
                    <a:pt x="981" y="40"/>
                    <a:pt x="978" y="37"/>
                  </a:cubicBezTo>
                  <a:cubicBezTo>
                    <a:pt x="974" y="37"/>
                    <a:pt x="974" y="37"/>
                    <a:pt x="974" y="37"/>
                  </a:cubicBezTo>
                  <a:cubicBezTo>
                    <a:pt x="952" y="37"/>
                    <a:pt x="932" y="37"/>
                    <a:pt x="911" y="37"/>
                  </a:cubicBezTo>
                  <a:cubicBezTo>
                    <a:pt x="824" y="37"/>
                    <a:pt x="740" y="37"/>
                    <a:pt x="657" y="34"/>
                  </a:cubicBezTo>
                  <a:cubicBezTo>
                    <a:pt x="636" y="34"/>
                    <a:pt x="616" y="34"/>
                    <a:pt x="600" y="44"/>
                  </a:cubicBezTo>
                  <a:lnTo>
                    <a:pt x="600" y="44"/>
                  </a:lnTo>
                  <a:cubicBezTo>
                    <a:pt x="596" y="44"/>
                    <a:pt x="593" y="44"/>
                    <a:pt x="586" y="44"/>
                  </a:cubicBezTo>
                  <a:cubicBezTo>
                    <a:pt x="552" y="40"/>
                    <a:pt x="515" y="30"/>
                    <a:pt x="479" y="44"/>
                  </a:cubicBezTo>
                  <a:lnTo>
                    <a:pt x="479" y="44"/>
                  </a:lnTo>
                  <a:cubicBezTo>
                    <a:pt x="479" y="44"/>
                    <a:pt x="475" y="44"/>
                    <a:pt x="472" y="44"/>
                  </a:cubicBezTo>
                  <a:cubicBezTo>
                    <a:pt x="448" y="30"/>
                    <a:pt x="421" y="37"/>
                    <a:pt x="395" y="37"/>
                  </a:cubicBezTo>
                  <a:lnTo>
                    <a:pt x="395" y="37"/>
                  </a:lnTo>
                  <a:cubicBezTo>
                    <a:pt x="391" y="37"/>
                    <a:pt x="385" y="37"/>
                    <a:pt x="381" y="37"/>
                  </a:cubicBezTo>
                  <a:cubicBezTo>
                    <a:pt x="378" y="37"/>
                    <a:pt x="371" y="37"/>
                    <a:pt x="368" y="37"/>
                  </a:cubicBezTo>
                  <a:lnTo>
                    <a:pt x="368" y="37"/>
                  </a:lnTo>
                  <a:lnTo>
                    <a:pt x="368" y="37"/>
                  </a:lnTo>
                  <a:lnTo>
                    <a:pt x="368" y="37"/>
                  </a:lnTo>
                  <a:lnTo>
                    <a:pt x="368" y="37"/>
                  </a:lnTo>
                  <a:cubicBezTo>
                    <a:pt x="364" y="37"/>
                    <a:pt x="361" y="37"/>
                    <a:pt x="354" y="37"/>
                  </a:cubicBezTo>
                  <a:cubicBezTo>
                    <a:pt x="294" y="37"/>
                    <a:pt x="233" y="27"/>
                    <a:pt x="176" y="44"/>
                  </a:cubicBezTo>
                  <a:cubicBezTo>
                    <a:pt x="123" y="37"/>
                    <a:pt x="72" y="37"/>
                    <a:pt x="19" y="47"/>
                  </a:cubicBezTo>
                  <a:cubicBezTo>
                    <a:pt x="2" y="50"/>
                    <a:pt x="-5" y="61"/>
                    <a:pt x="5" y="71"/>
                  </a:cubicBezTo>
                  <a:cubicBezTo>
                    <a:pt x="22" y="81"/>
                    <a:pt x="42" y="67"/>
                    <a:pt x="59" y="71"/>
                  </a:cubicBezTo>
                  <a:cubicBezTo>
                    <a:pt x="59" y="71"/>
                    <a:pt x="62" y="71"/>
                    <a:pt x="66" y="71"/>
                  </a:cubicBezTo>
                  <a:cubicBezTo>
                    <a:pt x="66" y="71"/>
                    <a:pt x="66" y="74"/>
                    <a:pt x="62" y="74"/>
                  </a:cubicBezTo>
                  <a:cubicBezTo>
                    <a:pt x="56" y="74"/>
                    <a:pt x="46" y="74"/>
                    <a:pt x="36" y="78"/>
                  </a:cubicBezTo>
                  <a:cubicBezTo>
                    <a:pt x="22" y="84"/>
                    <a:pt x="9" y="91"/>
                    <a:pt x="22" y="104"/>
                  </a:cubicBezTo>
                  <a:cubicBezTo>
                    <a:pt x="29" y="107"/>
                    <a:pt x="36" y="107"/>
                    <a:pt x="42" y="111"/>
                  </a:cubicBezTo>
                  <a:cubicBezTo>
                    <a:pt x="82" y="114"/>
                    <a:pt x="126" y="111"/>
                    <a:pt x="166" y="114"/>
                  </a:cubicBezTo>
                  <a:cubicBezTo>
                    <a:pt x="183" y="111"/>
                    <a:pt x="200" y="111"/>
                    <a:pt x="217" y="107"/>
                  </a:cubicBezTo>
                  <a:cubicBezTo>
                    <a:pt x="223" y="104"/>
                    <a:pt x="227" y="104"/>
                    <a:pt x="227" y="101"/>
                  </a:cubicBezTo>
                  <a:cubicBezTo>
                    <a:pt x="243" y="101"/>
                    <a:pt x="257" y="101"/>
                    <a:pt x="271" y="101"/>
                  </a:cubicBezTo>
                  <a:cubicBezTo>
                    <a:pt x="274" y="101"/>
                    <a:pt x="274" y="101"/>
                    <a:pt x="277" y="104"/>
                  </a:cubicBezTo>
                  <a:cubicBezTo>
                    <a:pt x="284" y="107"/>
                    <a:pt x="290" y="107"/>
                    <a:pt x="300" y="104"/>
                  </a:cubicBezTo>
                  <a:cubicBezTo>
                    <a:pt x="307" y="97"/>
                    <a:pt x="307" y="87"/>
                    <a:pt x="324" y="87"/>
                  </a:cubicBezTo>
                  <a:lnTo>
                    <a:pt x="324" y="87"/>
                  </a:lnTo>
                  <a:cubicBezTo>
                    <a:pt x="321" y="91"/>
                    <a:pt x="324" y="97"/>
                    <a:pt x="328" y="101"/>
                  </a:cubicBezTo>
                  <a:lnTo>
                    <a:pt x="328" y="101"/>
                  </a:lnTo>
                  <a:cubicBezTo>
                    <a:pt x="378" y="101"/>
                    <a:pt x="425" y="101"/>
                    <a:pt x="472" y="101"/>
                  </a:cubicBezTo>
                  <a:cubicBezTo>
                    <a:pt x="495" y="107"/>
                    <a:pt x="512" y="104"/>
                    <a:pt x="509" y="84"/>
                  </a:cubicBezTo>
                  <a:cubicBezTo>
                    <a:pt x="485" y="81"/>
                    <a:pt x="465" y="91"/>
                    <a:pt x="442" y="78"/>
                  </a:cubicBezTo>
                  <a:cubicBezTo>
                    <a:pt x="425" y="71"/>
                    <a:pt x="401" y="78"/>
                    <a:pt x="381" y="81"/>
                  </a:cubicBezTo>
                  <a:cubicBezTo>
                    <a:pt x="375" y="81"/>
                    <a:pt x="371" y="81"/>
                    <a:pt x="368" y="81"/>
                  </a:cubicBezTo>
                  <a:lnTo>
                    <a:pt x="368" y="81"/>
                  </a:lnTo>
                  <a:cubicBezTo>
                    <a:pt x="364" y="84"/>
                    <a:pt x="361" y="84"/>
                    <a:pt x="358" y="84"/>
                  </a:cubicBezTo>
                  <a:lnTo>
                    <a:pt x="354" y="84"/>
                  </a:lnTo>
                  <a:lnTo>
                    <a:pt x="354" y="84"/>
                  </a:lnTo>
                  <a:cubicBezTo>
                    <a:pt x="348" y="78"/>
                    <a:pt x="341" y="78"/>
                    <a:pt x="334" y="81"/>
                  </a:cubicBezTo>
                  <a:cubicBezTo>
                    <a:pt x="334" y="71"/>
                    <a:pt x="344" y="74"/>
                    <a:pt x="351" y="74"/>
                  </a:cubicBezTo>
                  <a:cubicBezTo>
                    <a:pt x="368" y="74"/>
                    <a:pt x="381" y="74"/>
                    <a:pt x="395" y="67"/>
                  </a:cubicBezTo>
                  <a:cubicBezTo>
                    <a:pt x="395" y="64"/>
                    <a:pt x="395" y="64"/>
                    <a:pt x="395" y="64"/>
                  </a:cubicBezTo>
                  <a:cubicBezTo>
                    <a:pt x="415" y="78"/>
                    <a:pt x="435" y="78"/>
                    <a:pt x="455" y="64"/>
                  </a:cubicBezTo>
                  <a:cubicBezTo>
                    <a:pt x="458" y="64"/>
                    <a:pt x="458" y="67"/>
                    <a:pt x="462" y="67"/>
                  </a:cubicBezTo>
                  <a:cubicBezTo>
                    <a:pt x="465" y="71"/>
                    <a:pt x="472" y="71"/>
                    <a:pt x="475" y="74"/>
                  </a:cubicBezTo>
                  <a:cubicBezTo>
                    <a:pt x="532" y="74"/>
                    <a:pt x="589" y="78"/>
                    <a:pt x="646" y="71"/>
                  </a:cubicBezTo>
                  <a:cubicBezTo>
                    <a:pt x="653" y="67"/>
                    <a:pt x="660" y="64"/>
                    <a:pt x="667" y="64"/>
                  </a:cubicBezTo>
                  <a:cubicBezTo>
                    <a:pt x="670" y="64"/>
                    <a:pt x="673" y="64"/>
                    <a:pt x="677" y="64"/>
                  </a:cubicBezTo>
                  <a:lnTo>
                    <a:pt x="677" y="64"/>
                  </a:lnTo>
                  <a:lnTo>
                    <a:pt x="677" y="64"/>
                  </a:lnTo>
                  <a:cubicBezTo>
                    <a:pt x="693" y="64"/>
                    <a:pt x="710" y="61"/>
                    <a:pt x="730" y="61"/>
                  </a:cubicBezTo>
                  <a:lnTo>
                    <a:pt x="730" y="61"/>
                  </a:lnTo>
                  <a:cubicBezTo>
                    <a:pt x="734" y="64"/>
                    <a:pt x="737" y="64"/>
                    <a:pt x="740" y="64"/>
                  </a:cubicBezTo>
                  <a:cubicBezTo>
                    <a:pt x="760" y="74"/>
                    <a:pt x="784" y="74"/>
                    <a:pt x="807" y="74"/>
                  </a:cubicBezTo>
                  <a:cubicBezTo>
                    <a:pt x="831" y="74"/>
                    <a:pt x="854" y="78"/>
                    <a:pt x="878" y="71"/>
                  </a:cubicBezTo>
                  <a:cubicBezTo>
                    <a:pt x="881" y="71"/>
                    <a:pt x="885" y="67"/>
                    <a:pt x="888" y="67"/>
                  </a:cubicBezTo>
                  <a:cubicBezTo>
                    <a:pt x="891" y="67"/>
                    <a:pt x="891" y="67"/>
                    <a:pt x="891" y="67"/>
                  </a:cubicBezTo>
                  <a:cubicBezTo>
                    <a:pt x="895" y="67"/>
                    <a:pt x="898" y="64"/>
                    <a:pt x="898" y="64"/>
                  </a:cubicBezTo>
                  <a:cubicBezTo>
                    <a:pt x="918" y="61"/>
                    <a:pt x="945" y="67"/>
                    <a:pt x="962" y="54"/>
                  </a:cubicBezTo>
                  <a:lnTo>
                    <a:pt x="962" y="54"/>
                  </a:lnTo>
                  <a:lnTo>
                    <a:pt x="962" y="54"/>
                  </a:lnTo>
                  <a:lnTo>
                    <a:pt x="962" y="54"/>
                  </a:lnTo>
                  <a:lnTo>
                    <a:pt x="962" y="54"/>
                  </a:lnTo>
                  <a:cubicBezTo>
                    <a:pt x="1001" y="61"/>
                    <a:pt x="1038" y="61"/>
                    <a:pt x="1078" y="54"/>
                  </a:cubicBezTo>
                  <a:lnTo>
                    <a:pt x="1078" y="54"/>
                  </a:lnTo>
                  <a:cubicBezTo>
                    <a:pt x="1105" y="57"/>
                    <a:pt x="1135" y="67"/>
                    <a:pt x="1166" y="61"/>
                  </a:cubicBezTo>
                  <a:lnTo>
                    <a:pt x="1166" y="61"/>
                  </a:lnTo>
                  <a:lnTo>
                    <a:pt x="1166" y="61"/>
                  </a:lnTo>
                  <a:cubicBezTo>
                    <a:pt x="1176" y="57"/>
                    <a:pt x="1186" y="57"/>
                    <a:pt x="1192" y="54"/>
                  </a:cubicBezTo>
                  <a:lnTo>
                    <a:pt x="1192" y="54"/>
                  </a:lnTo>
                  <a:cubicBezTo>
                    <a:pt x="1209" y="64"/>
                    <a:pt x="1219" y="54"/>
                    <a:pt x="1233" y="47"/>
                  </a:cubicBezTo>
                  <a:lnTo>
                    <a:pt x="1233" y="47"/>
                  </a:lnTo>
                  <a:cubicBezTo>
                    <a:pt x="1239" y="47"/>
                    <a:pt x="1246" y="47"/>
                    <a:pt x="1256" y="47"/>
                  </a:cubicBezTo>
                  <a:lnTo>
                    <a:pt x="1256" y="47"/>
                  </a:lnTo>
                  <a:cubicBezTo>
                    <a:pt x="1270" y="57"/>
                    <a:pt x="1280" y="50"/>
                    <a:pt x="1293" y="47"/>
                  </a:cubicBezTo>
                  <a:lnTo>
                    <a:pt x="1293" y="47"/>
                  </a:lnTo>
                  <a:cubicBezTo>
                    <a:pt x="1296" y="47"/>
                    <a:pt x="1303" y="47"/>
                    <a:pt x="1306" y="50"/>
                  </a:cubicBezTo>
                  <a:lnTo>
                    <a:pt x="1310" y="47"/>
                  </a:lnTo>
                  <a:cubicBezTo>
                    <a:pt x="1347" y="44"/>
                    <a:pt x="1387" y="44"/>
                    <a:pt x="1424" y="44"/>
                  </a:cubicBezTo>
                  <a:lnTo>
                    <a:pt x="1424" y="44"/>
                  </a:lnTo>
                  <a:lnTo>
                    <a:pt x="1424" y="44"/>
                  </a:lnTo>
                  <a:cubicBezTo>
                    <a:pt x="1448" y="44"/>
                    <a:pt x="1468" y="44"/>
                    <a:pt x="1491" y="47"/>
                  </a:cubicBezTo>
                  <a:cubicBezTo>
                    <a:pt x="1521" y="44"/>
                    <a:pt x="1548" y="44"/>
                    <a:pt x="1578" y="44"/>
                  </a:cubicBezTo>
                  <a:lnTo>
                    <a:pt x="1578" y="44"/>
                  </a:lnTo>
                  <a:lnTo>
                    <a:pt x="1578" y="44"/>
                  </a:lnTo>
                  <a:cubicBezTo>
                    <a:pt x="1692" y="47"/>
                    <a:pt x="1807" y="34"/>
                    <a:pt x="1921" y="34"/>
                  </a:cubicBezTo>
                  <a:cubicBezTo>
                    <a:pt x="1928" y="34"/>
                    <a:pt x="1934" y="30"/>
                    <a:pt x="1944" y="27"/>
                  </a:cubicBezTo>
                  <a:cubicBezTo>
                    <a:pt x="1951" y="27"/>
                    <a:pt x="1958" y="27"/>
                    <a:pt x="1968" y="27"/>
                  </a:cubicBezTo>
                  <a:lnTo>
                    <a:pt x="1968" y="27"/>
                  </a:lnTo>
                  <a:lnTo>
                    <a:pt x="1968" y="27"/>
                  </a:lnTo>
                  <a:cubicBezTo>
                    <a:pt x="1981" y="27"/>
                    <a:pt x="1991" y="27"/>
                    <a:pt x="2005" y="27"/>
                  </a:cubicBezTo>
                  <a:cubicBezTo>
                    <a:pt x="2072" y="27"/>
                    <a:pt x="2136" y="30"/>
                    <a:pt x="2203" y="27"/>
                  </a:cubicBezTo>
                  <a:cubicBezTo>
                    <a:pt x="2233" y="27"/>
                    <a:pt x="2260" y="40"/>
                    <a:pt x="2290" y="27"/>
                  </a:cubicBezTo>
                  <a:lnTo>
                    <a:pt x="2290" y="27"/>
                  </a:lnTo>
                  <a:cubicBezTo>
                    <a:pt x="2293" y="27"/>
                    <a:pt x="2297" y="27"/>
                    <a:pt x="2303" y="27"/>
                  </a:cubicBezTo>
                  <a:cubicBezTo>
                    <a:pt x="2300" y="27"/>
                    <a:pt x="2300" y="24"/>
                    <a:pt x="2300" y="24"/>
                  </a:cubicBezTo>
                  <a:lnTo>
                    <a:pt x="2303" y="27"/>
                  </a:lnTo>
                  <a:cubicBezTo>
                    <a:pt x="2360" y="24"/>
                    <a:pt x="2417" y="34"/>
                    <a:pt x="2475" y="20"/>
                  </a:cubicBezTo>
                  <a:lnTo>
                    <a:pt x="2475" y="20"/>
                  </a:lnTo>
                  <a:cubicBezTo>
                    <a:pt x="2485" y="20"/>
                    <a:pt x="2498" y="20"/>
                    <a:pt x="2498" y="10"/>
                  </a:cubicBezTo>
                  <a:moveTo>
                    <a:pt x="220" y="84"/>
                  </a:moveTo>
                  <a:lnTo>
                    <a:pt x="220" y="84"/>
                  </a:lnTo>
                  <a:cubicBezTo>
                    <a:pt x="217" y="81"/>
                    <a:pt x="213" y="74"/>
                    <a:pt x="210" y="71"/>
                  </a:cubicBezTo>
                  <a:cubicBezTo>
                    <a:pt x="220" y="74"/>
                    <a:pt x="230" y="74"/>
                    <a:pt x="240" y="71"/>
                  </a:cubicBezTo>
                  <a:cubicBezTo>
                    <a:pt x="247" y="74"/>
                    <a:pt x="247" y="61"/>
                    <a:pt x="257" y="67"/>
                  </a:cubicBezTo>
                  <a:cubicBezTo>
                    <a:pt x="254" y="74"/>
                    <a:pt x="257" y="78"/>
                    <a:pt x="257" y="84"/>
                  </a:cubicBezTo>
                  <a:cubicBezTo>
                    <a:pt x="247" y="84"/>
                    <a:pt x="233" y="81"/>
                    <a:pt x="220" y="84"/>
                  </a:cubicBezTo>
                  <a:moveTo>
                    <a:pt x="1676" y="24"/>
                  </a:moveTo>
                  <a:lnTo>
                    <a:pt x="1676" y="24"/>
                  </a:lnTo>
                  <a:moveTo>
                    <a:pt x="2290" y="27"/>
                  </a:moveTo>
                  <a:lnTo>
                    <a:pt x="2290" y="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188"/>
            <p:cNvSpPr/>
            <p:nvPr/>
          </p:nvSpPr>
          <p:spPr>
            <a:xfrm>
              <a:off x="5622840" y="3631320"/>
              <a:ext cx="36360" cy="8280"/>
            </a:xfrm>
            <a:custGeom>
              <a:rect b="b" l="l" r="r" t="t"/>
              <a:pathLst>
                <a:path extrusionOk="0" h="23" w="101">
                  <a:moveTo>
                    <a:pt x="84" y="0"/>
                  </a:moveTo>
                  <a:lnTo>
                    <a:pt x="84" y="0"/>
                  </a:lnTo>
                  <a:cubicBezTo>
                    <a:pt x="61" y="0"/>
                    <a:pt x="37" y="3"/>
                    <a:pt x="14" y="3"/>
                  </a:cubicBezTo>
                  <a:cubicBezTo>
                    <a:pt x="10" y="10"/>
                    <a:pt x="7" y="17"/>
                    <a:pt x="0" y="23"/>
                  </a:cubicBezTo>
                  <a:cubicBezTo>
                    <a:pt x="27" y="23"/>
                    <a:pt x="57" y="23"/>
                    <a:pt x="84" y="20"/>
                  </a:cubicBezTo>
                  <a:cubicBezTo>
                    <a:pt x="94" y="20"/>
                    <a:pt x="101" y="20"/>
                    <a:pt x="101" y="10"/>
                  </a:cubicBezTo>
                  <a:cubicBezTo>
                    <a:pt x="101" y="3"/>
                    <a:pt x="91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188"/>
            <p:cNvSpPr/>
            <p:nvPr/>
          </p:nvSpPr>
          <p:spPr>
            <a:xfrm>
              <a:off x="4861800" y="3563640"/>
              <a:ext cx="32760" cy="12240"/>
            </a:xfrm>
            <a:custGeom>
              <a:rect b="b" l="l" r="r" t="t"/>
              <a:pathLst>
                <a:path extrusionOk="0" h="34" w="91">
                  <a:moveTo>
                    <a:pt x="38" y="7"/>
                  </a:moveTo>
                  <a:lnTo>
                    <a:pt x="38" y="7"/>
                  </a:lnTo>
                  <a:cubicBezTo>
                    <a:pt x="14" y="10"/>
                    <a:pt x="-3" y="17"/>
                    <a:pt x="1" y="34"/>
                  </a:cubicBezTo>
                  <a:cubicBezTo>
                    <a:pt x="31" y="27"/>
                    <a:pt x="61" y="30"/>
                    <a:pt x="91" y="27"/>
                  </a:cubicBezTo>
                  <a:cubicBezTo>
                    <a:pt x="88" y="20"/>
                    <a:pt x="81" y="13"/>
                    <a:pt x="78" y="10"/>
                  </a:cubicBezTo>
                  <a:cubicBezTo>
                    <a:pt x="75" y="7"/>
                    <a:pt x="68" y="3"/>
                    <a:pt x="65" y="0"/>
                  </a:cubicBezTo>
                  <a:cubicBezTo>
                    <a:pt x="54" y="0"/>
                    <a:pt x="44" y="3"/>
                    <a:pt x="38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188"/>
            <p:cNvSpPr/>
            <p:nvPr/>
          </p:nvSpPr>
          <p:spPr>
            <a:xfrm>
              <a:off x="4796640" y="3635640"/>
              <a:ext cx="93240" cy="10080"/>
            </a:xfrm>
            <a:custGeom>
              <a:rect b="b" l="l" r="r" t="t"/>
              <a:pathLst>
                <a:path extrusionOk="0" h="28" w="259">
                  <a:moveTo>
                    <a:pt x="246" y="1"/>
                  </a:moveTo>
                  <a:lnTo>
                    <a:pt x="246" y="1"/>
                  </a:lnTo>
                  <a:cubicBezTo>
                    <a:pt x="225" y="1"/>
                    <a:pt x="202" y="1"/>
                    <a:pt x="182" y="1"/>
                  </a:cubicBezTo>
                  <a:lnTo>
                    <a:pt x="182" y="1"/>
                  </a:lnTo>
                  <a:cubicBezTo>
                    <a:pt x="168" y="-2"/>
                    <a:pt x="162" y="1"/>
                    <a:pt x="155" y="8"/>
                  </a:cubicBezTo>
                  <a:lnTo>
                    <a:pt x="155" y="8"/>
                  </a:lnTo>
                  <a:cubicBezTo>
                    <a:pt x="108" y="-12"/>
                    <a:pt x="58" y="11"/>
                    <a:pt x="10" y="5"/>
                  </a:cubicBezTo>
                  <a:cubicBezTo>
                    <a:pt x="4" y="1"/>
                    <a:pt x="0" y="8"/>
                    <a:pt x="0" y="15"/>
                  </a:cubicBezTo>
                  <a:cubicBezTo>
                    <a:pt x="4" y="18"/>
                    <a:pt x="7" y="25"/>
                    <a:pt x="10" y="25"/>
                  </a:cubicBezTo>
                  <a:cubicBezTo>
                    <a:pt x="24" y="28"/>
                    <a:pt x="34" y="28"/>
                    <a:pt x="48" y="28"/>
                  </a:cubicBezTo>
                  <a:cubicBezTo>
                    <a:pt x="91" y="28"/>
                    <a:pt x="138" y="28"/>
                    <a:pt x="182" y="28"/>
                  </a:cubicBezTo>
                  <a:lnTo>
                    <a:pt x="182" y="28"/>
                  </a:lnTo>
                  <a:cubicBezTo>
                    <a:pt x="209" y="28"/>
                    <a:pt x="232" y="28"/>
                    <a:pt x="259" y="28"/>
                  </a:cubicBezTo>
                  <a:cubicBezTo>
                    <a:pt x="256" y="21"/>
                    <a:pt x="249" y="11"/>
                    <a:pt x="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188"/>
            <p:cNvSpPr/>
            <p:nvPr/>
          </p:nvSpPr>
          <p:spPr>
            <a:xfrm>
              <a:off x="4906080" y="3735360"/>
              <a:ext cx="22680" cy="10800"/>
            </a:xfrm>
            <a:custGeom>
              <a:rect b="b" l="l" r="r" t="t"/>
              <a:pathLst>
                <a:path extrusionOk="0" h="30" w="63">
                  <a:moveTo>
                    <a:pt x="59" y="0"/>
                  </a:moveTo>
                  <a:lnTo>
                    <a:pt x="59" y="0"/>
                  </a:lnTo>
                  <a:cubicBezTo>
                    <a:pt x="49" y="0"/>
                    <a:pt x="42" y="0"/>
                    <a:pt x="32" y="0"/>
                  </a:cubicBezTo>
                  <a:cubicBezTo>
                    <a:pt x="25" y="6"/>
                    <a:pt x="15" y="10"/>
                    <a:pt x="9" y="13"/>
                  </a:cubicBezTo>
                  <a:cubicBezTo>
                    <a:pt x="-1" y="16"/>
                    <a:pt x="-5" y="23"/>
                    <a:pt x="9" y="30"/>
                  </a:cubicBezTo>
                  <a:cubicBezTo>
                    <a:pt x="19" y="30"/>
                    <a:pt x="32" y="26"/>
                    <a:pt x="46" y="26"/>
                  </a:cubicBezTo>
                  <a:cubicBezTo>
                    <a:pt x="52" y="20"/>
                    <a:pt x="73" y="13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188"/>
            <p:cNvSpPr/>
            <p:nvPr/>
          </p:nvSpPr>
          <p:spPr>
            <a:xfrm>
              <a:off x="5461200" y="3718440"/>
              <a:ext cx="130320" cy="13320"/>
            </a:xfrm>
            <a:custGeom>
              <a:rect b="b" l="l" r="r" t="t"/>
              <a:pathLst>
                <a:path extrusionOk="0" h="37" w="362">
                  <a:moveTo>
                    <a:pt x="281" y="30"/>
                  </a:moveTo>
                  <a:lnTo>
                    <a:pt x="281" y="30"/>
                  </a:lnTo>
                  <a:lnTo>
                    <a:pt x="281" y="30"/>
                  </a:lnTo>
                  <a:cubicBezTo>
                    <a:pt x="281" y="33"/>
                    <a:pt x="281" y="37"/>
                    <a:pt x="281" y="37"/>
                  </a:cubicBezTo>
                  <a:cubicBezTo>
                    <a:pt x="305" y="37"/>
                    <a:pt x="325" y="37"/>
                    <a:pt x="349" y="37"/>
                  </a:cubicBezTo>
                  <a:cubicBezTo>
                    <a:pt x="352" y="37"/>
                    <a:pt x="356" y="37"/>
                    <a:pt x="359" y="37"/>
                  </a:cubicBezTo>
                  <a:cubicBezTo>
                    <a:pt x="359" y="30"/>
                    <a:pt x="362" y="23"/>
                    <a:pt x="362" y="16"/>
                  </a:cubicBezTo>
                  <a:cubicBezTo>
                    <a:pt x="339" y="3"/>
                    <a:pt x="309" y="10"/>
                    <a:pt x="281" y="10"/>
                  </a:cubicBezTo>
                  <a:cubicBezTo>
                    <a:pt x="278" y="10"/>
                    <a:pt x="275" y="10"/>
                    <a:pt x="268" y="10"/>
                  </a:cubicBezTo>
                  <a:cubicBezTo>
                    <a:pt x="265" y="10"/>
                    <a:pt x="261" y="10"/>
                    <a:pt x="258" y="10"/>
                  </a:cubicBezTo>
                  <a:cubicBezTo>
                    <a:pt x="231" y="10"/>
                    <a:pt x="208" y="10"/>
                    <a:pt x="181" y="10"/>
                  </a:cubicBezTo>
                  <a:cubicBezTo>
                    <a:pt x="127" y="-4"/>
                    <a:pt x="70" y="0"/>
                    <a:pt x="13" y="3"/>
                  </a:cubicBezTo>
                  <a:lnTo>
                    <a:pt x="13" y="3"/>
                  </a:lnTo>
                  <a:cubicBezTo>
                    <a:pt x="6" y="3"/>
                    <a:pt x="3" y="3"/>
                    <a:pt x="0" y="3"/>
                  </a:cubicBezTo>
                  <a:cubicBezTo>
                    <a:pt x="0" y="10"/>
                    <a:pt x="0" y="20"/>
                    <a:pt x="0" y="30"/>
                  </a:cubicBezTo>
                  <a:cubicBezTo>
                    <a:pt x="6" y="30"/>
                    <a:pt x="16" y="30"/>
                    <a:pt x="23" y="30"/>
                  </a:cubicBezTo>
                  <a:lnTo>
                    <a:pt x="23" y="30"/>
                  </a:lnTo>
                  <a:cubicBezTo>
                    <a:pt x="74" y="26"/>
                    <a:pt x="120" y="26"/>
                    <a:pt x="167" y="26"/>
                  </a:cubicBezTo>
                  <a:lnTo>
                    <a:pt x="167" y="26"/>
                  </a:lnTo>
                  <a:cubicBezTo>
                    <a:pt x="204" y="40"/>
                    <a:pt x="241" y="33"/>
                    <a:pt x="281" y="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188"/>
            <p:cNvSpPr/>
            <p:nvPr/>
          </p:nvSpPr>
          <p:spPr>
            <a:xfrm>
              <a:off x="4879440" y="3678480"/>
              <a:ext cx="24840" cy="7200"/>
            </a:xfrm>
            <a:custGeom>
              <a:rect b="b" l="l" r="r" t="t"/>
              <a:pathLst>
                <a:path extrusionOk="0" h="20" w="69">
                  <a:moveTo>
                    <a:pt x="69" y="13"/>
                  </a:moveTo>
                  <a:lnTo>
                    <a:pt x="69" y="13"/>
                  </a:lnTo>
                  <a:cubicBezTo>
                    <a:pt x="62" y="3"/>
                    <a:pt x="52" y="3"/>
                    <a:pt x="39" y="0"/>
                  </a:cubicBezTo>
                  <a:cubicBezTo>
                    <a:pt x="32" y="0"/>
                    <a:pt x="22" y="0"/>
                    <a:pt x="16" y="0"/>
                  </a:cubicBezTo>
                  <a:cubicBezTo>
                    <a:pt x="12" y="3"/>
                    <a:pt x="5" y="6"/>
                    <a:pt x="2" y="10"/>
                  </a:cubicBez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cubicBezTo>
                    <a:pt x="2" y="10"/>
                    <a:pt x="-1" y="13"/>
                    <a:pt x="2" y="13"/>
                  </a:cubicBezTo>
                  <a:lnTo>
                    <a:pt x="2" y="10"/>
                  </a:lnTo>
                  <a:cubicBezTo>
                    <a:pt x="2" y="16"/>
                    <a:pt x="5" y="20"/>
                    <a:pt x="16" y="20"/>
                  </a:cubicBezTo>
                  <a:cubicBezTo>
                    <a:pt x="12" y="16"/>
                    <a:pt x="12" y="16"/>
                    <a:pt x="9" y="16"/>
                  </a:cubicBezTo>
                  <a:cubicBezTo>
                    <a:pt x="12" y="16"/>
                    <a:pt x="12" y="16"/>
                    <a:pt x="16" y="20"/>
                  </a:cubicBezTo>
                  <a:cubicBezTo>
                    <a:pt x="32" y="16"/>
                    <a:pt x="52" y="23"/>
                    <a:pt x="69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188"/>
            <p:cNvSpPr/>
            <p:nvPr/>
          </p:nvSpPr>
          <p:spPr>
            <a:xfrm>
              <a:off x="5186880" y="3574800"/>
              <a:ext cx="218520" cy="10800"/>
            </a:xfrm>
            <a:custGeom>
              <a:rect b="b" l="l" r="r" t="t"/>
              <a:pathLst>
                <a:path extrusionOk="0" h="30" w="607">
                  <a:moveTo>
                    <a:pt x="50" y="6"/>
                  </a:moveTo>
                  <a:lnTo>
                    <a:pt x="50" y="6"/>
                  </a:lnTo>
                  <a:lnTo>
                    <a:pt x="50" y="6"/>
                  </a:lnTo>
                  <a:cubicBezTo>
                    <a:pt x="33" y="6"/>
                    <a:pt x="17" y="6"/>
                    <a:pt x="0" y="6"/>
                  </a:cubicBezTo>
                  <a:cubicBezTo>
                    <a:pt x="7" y="13"/>
                    <a:pt x="17" y="13"/>
                    <a:pt x="27" y="16"/>
                  </a:cubicBezTo>
                  <a:cubicBezTo>
                    <a:pt x="43" y="19"/>
                    <a:pt x="64" y="26"/>
                    <a:pt x="80" y="16"/>
                  </a:cubicBezTo>
                  <a:cubicBezTo>
                    <a:pt x="87" y="16"/>
                    <a:pt x="94" y="16"/>
                    <a:pt x="100" y="16"/>
                  </a:cubicBezTo>
                  <a:cubicBezTo>
                    <a:pt x="154" y="29"/>
                    <a:pt x="214" y="23"/>
                    <a:pt x="272" y="23"/>
                  </a:cubicBezTo>
                  <a:cubicBezTo>
                    <a:pt x="382" y="23"/>
                    <a:pt x="496" y="43"/>
                    <a:pt x="607" y="16"/>
                  </a:cubicBezTo>
                  <a:cubicBezTo>
                    <a:pt x="500" y="16"/>
                    <a:pt x="393" y="6"/>
                    <a:pt x="285" y="13"/>
                  </a:cubicBezTo>
                  <a:cubicBezTo>
                    <a:pt x="278" y="13"/>
                    <a:pt x="275" y="13"/>
                    <a:pt x="272" y="13"/>
                  </a:cubicBezTo>
                  <a:cubicBezTo>
                    <a:pt x="218" y="9"/>
                    <a:pt x="168" y="-4"/>
                    <a:pt x="114" y="3"/>
                  </a:cubicBezTo>
                  <a:lnTo>
                    <a:pt x="114" y="3"/>
                  </a:lnTo>
                  <a:cubicBezTo>
                    <a:pt x="94" y="6"/>
                    <a:pt x="70" y="-7"/>
                    <a:pt x="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188"/>
            <p:cNvSpPr/>
            <p:nvPr/>
          </p:nvSpPr>
          <p:spPr>
            <a:xfrm>
              <a:off x="4740840" y="3702600"/>
              <a:ext cx="18360" cy="9720"/>
            </a:xfrm>
            <a:custGeom>
              <a:rect b="b" l="l" r="r" t="t"/>
              <a:pathLst>
                <a:path extrusionOk="0" h="27" w="51">
                  <a:moveTo>
                    <a:pt x="51" y="17"/>
                  </a:moveTo>
                  <a:lnTo>
                    <a:pt x="51" y="17"/>
                  </a:lnTo>
                  <a:cubicBezTo>
                    <a:pt x="51" y="13"/>
                    <a:pt x="51" y="7"/>
                    <a:pt x="51" y="0"/>
                  </a:cubicBezTo>
                  <a:cubicBezTo>
                    <a:pt x="48" y="0"/>
                    <a:pt x="45" y="0"/>
                    <a:pt x="38" y="0"/>
                  </a:cubicBezTo>
                  <a:cubicBezTo>
                    <a:pt x="31" y="10"/>
                    <a:pt x="-2" y="7"/>
                    <a:pt x="1" y="27"/>
                  </a:cubicBezTo>
                  <a:cubicBezTo>
                    <a:pt x="18" y="24"/>
                    <a:pt x="35" y="20"/>
                    <a:pt x="51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188"/>
            <p:cNvSpPr/>
            <p:nvPr/>
          </p:nvSpPr>
          <p:spPr>
            <a:xfrm>
              <a:off x="5060880" y="3823560"/>
              <a:ext cx="34200" cy="5040"/>
            </a:xfrm>
            <a:custGeom>
              <a:rect b="b" l="l" r="r" t="t"/>
              <a:pathLst>
                <a:path extrusionOk="0" h="14" w="95">
                  <a:moveTo>
                    <a:pt x="0" y="6"/>
                  </a:moveTo>
                  <a:lnTo>
                    <a:pt x="0" y="6"/>
                  </a:lnTo>
                  <a:cubicBezTo>
                    <a:pt x="38" y="16"/>
                    <a:pt x="68" y="13"/>
                    <a:pt x="95" y="13"/>
                  </a:cubicBezTo>
                  <a:cubicBezTo>
                    <a:pt x="81" y="-4"/>
                    <a:pt x="54" y="6"/>
                    <a:pt x="38" y="0"/>
                  </a:cubicBezTo>
                  <a:cubicBezTo>
                    <a:pt x="31" y="3"/>
                    <a:pt x="21" y="3"/>
                    <a:pt x="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188"/>
            <p:cNvSpPr/>
            <p:nvPr/>
          </p:nvSpPr>
          <p:spPr>
            <a:xfrm>
              <a:off x="5376600" y="3725280"/>
              <a:ext cx="24120" cy="5400"/>
            </a:xfrm>
            <a:custGeom>
              <a:rect b="b" l="l" r="r" t="t"/>
              <a:pathLst>
                <a:path extrusionOk="0" h="15" w="67">
                  <a:moveTo>
                    <a:pt x="67" y="11"/>
                  </a:moveTo>
                  <a:lnTo>
                    <a:pt x="67" y="11"/>
                  </a:lnTo>
                  <a:cubicBezTo>
                    <a:pt x="67" y="7"/>
                    <a:pt x="67" y="4"/>
                    <a:pt x="67" y="1"/>
                  </a:cubicBezTo>
                  <a:cubicBezTo>
                    <a:pt x="63" y="1"/>
                    <a:pt x="60" y="1"/>
                    <a:pt x="57" y="1"/>
                  </a:cubicBezTo>
                  <a:cubicBezTo>
                    <a:pt x="37" y="1"/>
                    <a:pt x="13" y="-6"/>
                    <a:pt x="0" y="11"/>
                  </a:cubicBezTo>
                  <a:cubicBezTo>
                    <a:pt x="23" y="14"/>
                    <a:pt x="43" y="18"/>
                    <a:pt x="67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188"/>
            <p:cNvSpPr/>
            <p:nvPr/>
          </p:nvSpPr>
          <p:spPr>
            <a:xfrm>
              <a:off x="4899600" y="3567960"/>
              <a:ext cx="33840" cy="7920"/>
            </a:xfrm>
            <a:custGeom>
              <a:rect b="b" l="l" r="r" t="t"/>
              <a:pathLst>
                <a:path extrusionOk="0" h="22" w="94">
                  <a:moveTo>
                    <a:pt x="13" y="5"/>
                  </a:moveTo>
                  <a:lnTo>
                    <a:pt x="13" y="5"/>
                  </a:lnTo>
                  <a:cubicBezTo>
                    <a:pt x="6" y="8"/>
                    <a:pt x="3" y="12"/>
                    <a:pt x="0" y="15"/>
                  </a:cubicBezTo>
                  <a:cubicBezTo>
                    <a:pt x="17" y="18"/>
                    <a:pt x="33" y="18"/>
                    <a:pt x="50" y="22"/>
                  </a:cubicBezTo>
                  <a:cubicBezTo>
                    <a:pt x="53" y="18"/>
                    <a:pt x="60" y="15"/>
                    <a:pt x="64" y="12"/>
                  </a:cubicBezTo>
                  <a:lnTo>
                    <a:pt x="64" y="12"/>
                  </a:lnTo>
                  <a:cubicBezTo>
                    <a:pt x="67" y="15"/>
                    <a:pt x="74" y="15"/>
                    <a:pt x="77" y="15"/>
                  </a:cubicBezTo>
                  <a:cubicBezTo>
                    <a:pt x="84" y="15"/>
                    <a:pt x="94" y="15"/>
                    <a:pt x="94" y="12"/>
                  </a:cubicBezTo>
                  <a:cubicBezTo>
                    <a:pt x="94" y="5"/>
                    <a:pt x="84" y="5"/>
                    <a:pt x="77" y="5"/>
                  </a:cubicBezTo>
                  <a:lnTo>
                    <a:pt x="77" y="5"/>
                  </a:lnTo>
                  <a:cubicBezTo>
                    <a:pt x="70" y="-2"/>
                    <a:pt x="67" y="-2"/>
                    <a:pt x="64" y="5"/>
                  </a:cubicBezTo>
                  <a:lnTo>
                    <a:pt x="64" y="5"/>
                  </a:lnTo>
                  <a:cubicBezTo>
                    <a:pt x="47" y="-5"/>
                    <a:pt x="30" y="8"/>
                    <a:pt x="13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188"/>
            <p:cNvSpPr/>
            <p:nvPr/>
          </p:nvSpPr>
          <p:spPr>
            <a:xfrm>
              <a:off x="4667760" y="3702600"/>
              <a:ext cx="18000" cy="7200"/>
            </a:xfrm>
            <a:custGeom>
              <a:rect b="b" l="l" r="r" t="t"/>
              <a:pathLst>
                <a:path extrusionOk="0" h="20" w="50">
                  <a:moveTo>
                    <a:pt x="23" y="17"/>
                  </a:moveTo>
                  <a:lnTo>
                    <a:pt x="23" y="17"/>
                  </a:lnTo>
                  <a:cubicBezTo>
                    <a:pt x="26" y="17"/>
                    <a:pt x="29" y="17"/>
                    <a:pt x="33" y="20"/>
                  </a:cubicBezTo>
                  <a:cubicBezTo>
                    <a:pt x="46" y="13"/>
                    <a:pt x="50" y="7"/>
                    <a:pt x="50" y="0"/>
                  </a:cubicBezTo>
                  <a:cubicBezTo>
                    <a:pt x="33" y="0"/>
                    <a:pt x="16" y="0"/>
                    <a:pt x="0" y="0"/>
                  </a:cubicBezTo>
                  <a:cubicBezTo>
                    <a:pt x="6" y="7"/>
                    <a:pt x="16" y="10"/>
                    <a:pt x="23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188"/>
            <p:cNvSpPr/>
            <p:nvPr/>
          </p:nvSpPr>
          <p:spPr>
            <a:xfrm>
              <a:off x="4999680" y="3552480"/>
              <a:ext cx="14760" cy="7560"/>
            </a:xfrm>
            <a:custGeom>
              <a:rect b="b" l="l" r="r" t="t"/>
              <a:pathLst>
                <a:path extrusionOk="0" h="21" w="41">
                  <a:moveTo>
                    <a:pt x="41" y="4"/>
                  </a:moveTo>
                  <a:lnTo>
                    <a:pt x="41" y="4"/>
                  </a:lnTo>
                  <a:cubicBezTo>
                    <a:pt x="27" y="7"/>
                    <a:pt x="-10" y="-16"/>
                    <a:pt x="4" y="21"/>
                  </a:cubicBezTo>
                  <a:cubicBezTo>
                    <a:pt x="14" y="21"/>
                    <a:pt x="21" y="21"/>
                    <a:pt x="31" y="21"/>
                  </a:cubicBezTo>
                  <a:cubicBezTo>
                    <a:pt x="34" y="14"/>
                    <a:pt x="37" y="7"/>
                    <a:pt x="4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188"/>
            <p:cNvSpPr/>
            <p:nvPr/>
          </p:nvSpPr>
          <p:spPr>
            <a:xfrm>
              <a:off x="4732920" y="3678480"/>
              <a:ext cx="18000" cy="6480"/>
            </a:xfrm>
            <a:custGeom>
              <a:rect b="b" l="l" r="r" t="t"/>
              <a:pathLst>
                <a:path extrusionOk="0" h="18" w="50">
                  <a:moveTo>
                    <a:pt x="50" y="10"/>
                  </a:moveTo>
                  <a:lnTo>
                    <a:pt x="50" y="10"/>
                  </a:lnTo>
                  <a:cubicBezTo>
                    <a:pt x="43" y="6"/>
                    <a:pt x="40" y="3"/>
                    <a:pt x="37" y="0"/>
                  </a:cubicBezTo>
                  <a:cubicBezTo>
                    <a:pt x="23" y="0"/>
                    <a:pt x="10" y="3"/>
                    <a:pt x="0" y="3"/>
                  </a:cubicBezTo>
                  <a:cubicBezTo>
                    <a:pt x="10" y="23"/>
                    <a:pt x="26" y="20"/>
                    <a:pt x="5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188"/>
            <p:cNvSpPr/>
            <p:nvPr/>
          </p:nvSpPr>
          <p:spPr>
            <a:xfrm>
              <a:off x="5658840" y="3695400"/>
              <a:ext cx="11160" cy="7200"/>
            </a:xfrm>
            <a:custGeom>
              <a:rect b="b" l="l" r="r" t="t"/>
              <a:pathLst>
                <a:path extrusionOk="0" h="20" w="31">
                  <a:moveTo>
                    <a:pt x="18" y="0"/>
                  </a:moveTo>
                  <a:lnTo>
                    <a:pt x="18" y="0"/>
                  </a:lnTo>
                  <a:cubicBezTo>
                    <a:pt x="1" y="0"/>
                    <a:pt x="-6" y="7"/>
                    <a:pt x="4" y="17"/>
                  </a:cubicBezTo>
                  <a:cubicBezTo>
                    <a:pt x="14" y="17"/>
                    <a:pt x="21" y="17"/>
                    <a:pt x="31" y="20"/>
                  </a:cubicBezTo>
                  <a:cubicBezTo>
                    <a:pt x="31" y="13"/>
                    <a:pt x="28" y="7"/>
                    <a:pt x="28" y="0"/>
                  </a:cubicBezTo>
                  <a:cubicBezTo>
                    <a:pt x="25" y="0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188"/>
            <p:cNvSpPr/>
            <p:nvPr/>
          </p:nvSpPr>
          <p:spPr>
            <a:xfrm>
              <a:off x="4978080" y="3567240"/>
              <a:ext cx="18000" cy="6120"/>
            </a:xfrm>
            <a:custGeom>
              <a:rect b="b" l="l" r="r" t="t"/>
              <a:pathLst>
                <a:path extrusionOk="0" h="17" w="50">
                  <a:moveTo>
                    <a:pt x="37" y="17"/>
                  </a:moveTo>
                  <a:lnTo>
                    <a:pt x="37" y="17"/>
                  </a:lnTo>
                  <a:cubicBezTo>
                    <a:pt x="40" y="14"/>
                    <a:pt x="47" y="10"/>
                    <a:pt x="50" y="7"/>
                  </a:cubicBezTo>
                  <a:cubicBezTo>
                    <a:pt x="50" y="0"/>
                    <a:pt x="44" y="0"/>
                    <a:pt x="37" y="0"/>
                  </a:cubicBezTo>
                  <a:cubicBezTo>
                    <a:pt x="34" y="0"/>
                    <a:pt x="30" y="0"/>
                    <a:pt x="27" y="0"/>
                  </a:cubicBezTo>
                  <a:cubicBezTo>
                    <a:pt x="20" y="7"/>
                    <a:pt x="3" y="7"/>
                    <a:pt x="0" y="17"/>
                  </a:cubicBezTo>
                  <a:cubicBezTo>
                    <a:pt x="10" y="17"/>
                    <a:pt x="20" y="17"/>
                    <a:pt x="27" y="17"/>
                  </a:cubicBezTo>
                  <a:cubicBezTo>
                    <a:pt x="30" y="17"/>
                    <a:pt x="34" y="17"/>
                    <a:pt x="37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188"/>
            <p:cNvSpPr/>
            <p:nvPr/>
          </p:nvSpPr>
          <p:spPr>
            <a:xfrm>
              <a:off x="4957200" y="3674880"/>
              <a:ext cx="11160" cy="8280"/>
            </a:xfrm>
            <a:custGeom>
              <a:rect b="b" l="l" r="r" t="t"/>
              <a:pathLst>
                <a:path extrusionOk="0" h="23" w="31">
                  <a:moveTo>
                    <a:pt x="8" y="23"/>
                  </a:moveTo>
                  <a:lnTo>
                    <a:pt x="8" y="23"/>
                  </a:lnTo>
                  <a:cubicBezTo>
                    <a:pt x="11" y="20"/>
                    <a:pt x="14" y="20"/>
                    <a:pt x="18" y="20"/>
                  </a:cubicBezTo>
                  <a:cubicBezTo>
                    <a:pt x="24" y="13"/>
                    <a:pt x="28" y="6"/>
                    <a:pt x="31" y="0"/>
                  </a:cubicBezTo>
                  <a:cubicBezTo>
                    <a:pt x="28" y="0"/>
                    <a:pt x="24" y="0"/>
                    <a:pt x="21" y="0"/>
                  </a:cubicBezTo>
                  <a:cubicBezTo>
                    <a:pt x="18" y="0"/>
                    <a:pt x="11" y="0"/>
                    <a:pt x="4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10"/>
                    <a:pt x="-6" y="16"/>
                    <a:pt x="8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188"/>
            <p:cNvSpPr/>
            <p:nvPr/>
          </p:nvSpPr>
          <p:spPr>
            <a:xfrm>
              <a:off x="5304240" y="3804120"/>
              <a:ext cx="8280" cy="7200"/>
            </a:xfrm>
            <a:custGeom>
              <a:rect b="b" l="l" r="r" t="t"/>
              <a:pathLst>
                <a:path extrusionOk="0" h="20" w="23">
                  <a:moveTo>
                    <a:pt x="9" y="20"/>
                  </a:moveTo>
                  <a:lnTo>
                    <a:pt x="9" y="20"/>
                  </a:lnTo>
                  <a:cubicBezTo>
                    <a:pt x="13" y="20"/>
                    <a:pt x="20" y="20"/>
                    <a:pt x="23" y="20"/>
                  </a:cubicBezTo>
                  <a:cubicBezTo>
                    <a:pt x="23" y="13"/>
                    <a:pt x="23" y="7"/>
                    <a:pt x="23" y="3"/>
                  </a:cubicBezTo>
                  <a:cubicBezTo>
                    <a:pt x="20" y="3"/>
                    <a:pt x="13" y="0"/>
                    <a:pt x="9" y="0"/>
                  </a:cubicBezTo>
                  <a:cubicBezTo>
                    <a:pt x="-4" y="7"/>
                    <a:pt x="-4" y="13"/>
                    <a:pt x="9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188"/>
            <p:cNvSpPr/>
            <p:nvPr/>
          </p:nvSpPr>
          <p:spPr>
            <a:xfrm>
              <a:off x="5492520" y="3552840"/>
              <a:ext cx="19440" cy="3960"/>
            </a:xfrm>
            <a:custGeom>
              <a:rect b="b" l="l" r="r" t="t"/>
              <a:pathLst>
                <a:path extrusionOk="0" h="11" w="54">
                  <a:moveTo>
                    <a:pt x="3" y="10"/>
                  </a:moveTo>
                  <a:lnTo>
                    <a:pt x="3" y="10"/>
                  </a:lnTo>
                  <a:cubicBezTo>
                    <a:pt x="20" y="10"/>
                    <a:pt x="40" y="16"/>
                    <a:pt x="54" y="0"/>
                  </a:cubicBezTo>
                  <a:cubicBezTo>
                    <a:pt x="37" y="0"/>
                    <a:pt x="20" y="0"/>
                    <a:pt x="0" y="0"/>
                  </a:cubicBezTo>
                  <a:cubicBezTo>
                    <a:pt x="3" y="3"/>
                    <a:pt x="3" y="6"/>
                    <a:pt x="3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188"/>
            <p:cNvSpPr/>
            <p:nvPr/>
          </p:nvSpPr>
          <p:spPr>
            <a:xfrm>
              <a:off x="4940640" y="3792240"/>
              <a:ext cx="9720" cy="6840"/>
            </a:xfrm>
            <a:custGeom>
              <a:rect b="b" l="l" r="r" t="t"/>
              <a:pathLst>
                <a:path extrusionOk="0" h="19" w="27">
                  <a:moveTo>
                    <a:pt x="27" y="6"/>
                  </a:moveTo>
                  <a:lnTo>
                    <a:pt x="27" y="6"/>
                  </a:lnTo>
                  <a:cubicBezTo>
                    <a:pt x="27" y="6"/>
                    <a:pt x="27" y="3"/>
                    <a:pt x="27" y="0"/>
                  </a:cubicBezTo>
                  <a:cubicBezTo>
                    <a:pt x="17" y="0"/>
                    <a:pt x="10" y="0"/>
                    <a:pt x="0" y="0"/>
                  </a:cubicBezTo>
                  <a:cubicBezTo>
                    <a:pt x="0" y="6"/>
                    <a:pt x="0" y="13"/>
                    <a:pt x="0" y="16"/>
                  </a:cubicBezTo>
                  <a:cubicBezTo>
                    <a:pt x="17" y="26"/>
                    <a:pt x="13" y="6"/>
                    <a:pt x="2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188"/>
            <p:cNvSpPr/>
            <p:nvPr/>
          </p:nvSpPr>
          <p:spPr>
            <a:xfrm>
              <a:off x="4945320" y="3572280"/>
              <a:ext cx="8640" cy="3600"/>
            </a:xfrm>
            <a:custGeom>
              <a:rect b="b" l="l" r="r" t="t"/>
              <a:pathLst>
                <a:path extrusionOk="0" h="10" w="24">
                  <a:moveTo>
                    <a:pt x="11" y="0"/>
                  </a:moveTo>
                  <a:lnTo>
                    <a:pt x="11" y="0"/>
                  </a:lnTo>
                  <a:cubicBezTo>
                    <a:pt x="-3" y="0"/>
                    <a:pt x="0" y="6"/>
                    <a:pt x="4" y="10"/>
                  </a:cubicBezTo>
                  <a:cubicBezTo>
                    <a:pt x="11" y="10"/>
                    <a:pt x="17" y="10"/>
                    <a:pt x="24" y="10"/>
                  </a:cubicBezTo>
                  <a:cubicBezTo>
                    <a:pt x="21" y="3"/>
                    <a:pt x="17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188"/>
            <p:cNvSpPr/>
            <p:nvPr/>
          </p:nvSpPr>
          <p:spPr>
            <a:xfrm>
              <a:off x="4703760" y="3701520"/>
              <a:ext cx="9720" cy="7200"/>
            </a:xfrm>
            <a:custGeom>
              <a:rect b="b" l="l" r="r" t="t"/>
              <a:pathLst>
                <a:path extrusionOk="0" h="20" w="27">
                  <a:moveTo>
                    <a:pt x="14" y="0"/>
                  </a:moveTo>
                  <a:lnTo>
                    <a:pt x="14" y="0"/>
                  </a:lnTo>
                  <a:cubicBezTo>
                    <a:pt x="7" y="0"/>
                    <a:pt x="4" y="0"/>
                    <a:pt x="0" y="3"/>
                  </a:cubicBezTo>
                  <a:cubicBezTo>
                    <a:pt x="0" y="6"/>
                    <a:pt x="0" y="13"/>
                    <a:pt x="0" y="20"/>
                  </a:cubicBezTo>
                  <a:cubicBezTo>
                    <a:pt x="7" y="20"/>
                    <a:pt x="10" y="20"/>
                    <a:pt x="14" y="20"/>
                  </a:cubicBezTo>
                  <a:cubicBezTo>
                    <a:pt x="17" y="13"/>
                    <a:pt x="24" y="6"/>
                    <a:pt x="27" y="0"/>
                  </a:cubicBezTo>
                  <a:lnTo>
                    <a:pt x="27" y="0"/>
                  </a:lnTo>
                  <a:cubicBezTo>
                    <a:pt x="24" y="0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188"/>
            <p:cNvSpPr/>
            <p:nvPr/>
          </p:nvSpPr>
          <p:spPr>
            <a:xfrm>
              <a:off x="5441760" y="3722040"/>
              <a:ext cx="14400" cy="5760"/>
            </a:xfrm>
            <a:custGeom>
              <a:rect b="b" l="l" r="r" t="t"/>
              <a:pathLst>
                <a:path extrusionOk="0" h="16" w="40">
                  <a:moveTo>
                    <a:pt x="0" y="10"/>
                  </a:moveTo>
                  <a:lnTo>
                    <a:pt x="0" y="10"/>
                  </a:lnTo>
                  <a:cubicBezTo>
                    <a:pt x="3" y="10"/>
                    <a:pt x="7" y="10"/>
                    <a:pt x="10" y="10"/>
                  </a:cubicBezTo>
                  <a:lnTo>
                    <a:pt x="10" y="10"/>
                  </a:lnTo>
                  <a:cubicBezTo>
                    <a:pt x="20" y="16"/>
                    <a:pt x="27" y="16"/>
                    <a:pt x="40" y="16"/>
                  </a:cubicBezTo>
                  <a:cubicBezTo>
                    <a:pt x="40" y="13"/>
                    <a:pt x="40" y="13"/>
                    <a:pt x="40" y="10"/>
                  </a:cubicBezTo>
                  <a:cubicBezTo>
                    <a:pt x="27" y="-4"/>
                    <a:pt x="13" y="-4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188"/>
            <p:cNvSpPr/>
            <p:nvPr/>
          </p:nvSpPr>
          <p:spPr>
            <a:xfrm>
              <a:off x="4643280" y="3539520"/>
              <a:ext cx="42480" cy="10440"/>
            </a:xfrm>
            <a:custGeom>
              <a:rect b="b" l="l" r="r" t="t"/>
              <a:pathLst>
                <a:path extrusionOk="0" h="29" w="118">
                  <a:moveTo>
                    <a:pt x="104" y="3"/>
                  </a:moveTo>
                  <a:lnTo>
                    <a:pt x="104" y="3"/>
                  </a:lnTo>
                  <a:lnTo>
                    <a:pt x="104" y="3"/>
                  </a:lnTo>
                  <a:cubicBezTo>
                    <a:pt x="71" y="0"/>
                    <a:pt x="37" y="0"/>
                    <a:pt x="0" y="0"/>
                  </a:cubicBezTo>
                  <a:cubicBezTo>
                    <a:pt x="10" y="6"/>
                    <a:pt x="17" y="13"/>
                    <a:pt x="27" y="20"/>
                  </a:cubicBezTo>
                  <a:cubicBezTo>
                    <a:pt x="30" y="20"/>
                    <a:pt x="30" y="23"/>
                    <a:pt x="34" y="23"/>
                  </a:cubicBezTo>
                  <a:cubicBezTo>
                    <a:pt x="47" y="30"/>
                    <a:pt x="61" y="30"/>
                    <a:pt x="78" y="27"/>
                  </a:cubicBezTo>
                  <a:cubicBezTo>
                    <a:pt x="88" y="27"/>
                    <a:pt x="97" y="23"/>
                    <a:pt x="104" y="13"/>
                  </a:cubicBezTo>
                  <a:lnTo>
                    <a:pt x="104" y="13"/>
                  </a:lnTo>
                  <a:cubicBezTo>
                    <a:pt x="108" y="17"/>
                    <a:pt x="111" y="17"/>
                    <a:pt x="114" y="13"/>
                  </a:cubicBezTo>
                  <a:cubicBezTo>
                    <a:pt x="114" y="10"/>
                    <a:pt x="114" y="6"/>
                    <a:pt x="118" y="3"/>
                  </a:cubicBezTo>
                  <a:cubicBezTo>
                    <a:pt x="111" y="0"/>
                    <a:pt x="108" y="0"/>
                    <a:pt x="104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188"/>
            <p:cNvSpPr/>
            <p:nvPr/>
          </p:nvSpPr>
          <p:spPr>
            <a:xfrm>
              <a:off x="4610880" y="3605760"/>
              <a:ext cx="5760" cy="3960"/>
            </a:xfrm>
            <a:custGeom>
              <a:rect b="b" l="l" r="r" t="t"/>
              <a:pathLst>
                <a:path extrusionOk="0" h="11" w="16">
                  <a:moveTo>
                    <a:pt x="16" y="11"/>
                  </a:moveTo>
                  <a:lnTo>
                    <a:pt x="16" y="11"/>
                  </a:lnTo>
                  <a:cubicBezTo>
                    <a:pt x="13" y="7"/>
                    <a:pt x="16" y="0"/>
                    <a:pt x="6" y="0"/>
                  </a:cubicBezTo>
                  <a:cubicBezTo>
                    <a:pt x="3" y="0"/>
                    <a:pt x="0" y="7"/>
                    <a:pt x="0" y="11"/>
                  </a:cubicBezTo>
                  <a:cubicBezTo>
                    <a:pt x="3" y="11"/>
                    <a:pt x="10" y="11"/>
                    <a:pt x="1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188"/>
            <p:cNvSpPr/>
            <p:nvPr/>
          </p:nvSpPr>
          <p:spPr>
            <a:xfrm>
              <a:off x="4937040" y="3735360"/>
              <a:ext cx="8280" cy="2880"/>
            </a:xfrm>
            <a:custGeom>
              <a:rect b="b" l="l" r="r" t="t"/>
              <a:pathLst>
                <a:path extrusionOk="0" h="8" w="23">
                  <a:moveTo>
                    <a:pt x="23" y="0"/>
                  </a:moveTo>
                  <a:lnTo>
                    <a:pt x="23" y="0"/>
                  </a:lnTo>
                  <a:cubicBezTo>
                    <a:pt x="17" y="0"/>
                    <a:pt x="7" y="0"/>
                    <a:pt x="0" y="0"/>
                  </a:cubicBezTo>
                  <a:cubicBezTo>
                    <a:pt x="7" y="10"/>
                    <a:pt x="17" y="1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188"/>
            <p:cNvSpPr/>
            <p:nvPr/>
          </p:nvSpPr>
          <p:spPr>
            <a:xfrm>
              <a:off x="5604840" y="3722040"/>
              <a:ext cx="5040" cy="4680"/>
            </a:xfrm>
            <a:custGeom>
              <a:rect b="b" l="l" r="r" t="t"/>
              <a:pathLst>
                <a:path extrusionOk="0" h="13" w="14">
                  <a:moveTo>
                    <a:pt x="7" y="13"/>
                  </a:moveTo>
                  <a:lnTo>
                    <a:pt x="7" y="13"/>
                  </a:lnTo>
                  <a:cubicBezTo>
                    <a:pt x="14" y="10"/>
                    <a:pt x="14" y="6"/>
                    <a:pt x="14" y="0"/>
                  </a:cubicBezTo>
                  <a:cubicBezTo>
                    <a:pt x="7" y="0"/>
                    <a:pt x="3" y="0"/>
                    <a:pt x="0" y="0"/>
                  </a:cubicBezTo>
                  <a:cubicBezTo>
                    <a:pt x="3" y="6"/>
                    <a:pt x="3" y="10"/>
                    <a:pt x="7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188"/>
            <p:cNvSpPr/>
            <p:nvPr/>
          </p:nvSpPr>
          <p:spPr>
            <a:xfrm>
              <a:off x="4866840" y="3677040"/>
              <a:ext cx="5040" cy="3240"/>
            </a:xfrm>
            <a:custGeom>
              <a:rect b="b" l="l" r="r" t="t"/>
              <a:pathLst>
                <a:path extrusionOk="0" h="9" w="14">
                  <a:moveTo>
                    <a:pt x="14" y="4"/>
                  </a:moveTo>
                  <a:lnTo>
                    <a:pt x="14" y="4"/>
                  </a:lnTo>
                  <a:cubicBezTo>
                    <a:pt x="10" y="4"/>
                    <a:pt x="7" y="4"/>
                    <a:pt x="4" y="0"/>
                  </a:cubicBezTo>
                  <a:lnTo>
                    <a:pt x="0" y="4"/>
                  </a:lnTo>
                  <a:cubicBezTo>
                    <a:pt x="4" y="10"/>
                    <a:pt x="7" y="10"/>
                    <a:pt x="1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188"/>
            <p:cNvSpPr/>
            <p:nvPr/>
          </p:nvSpPr>
          <p:spPr>
            <a:xfrm>
              <a:off x="4731480" y="3710520"/>
              <a:ext cx="5040" cy="1800"/>
            </a:xfrm>
            <a:custGeom>
              <a:rect b="b" l="l" r="r" t="t"/>
              <a:pathLst>
                <a:path extrusionOk="0" h="5" w="14">
                  <a:moveTo>
                    <a:pt x="0" y="5"/>
                  </a:moveTo>
                  <a:lnTo>
                    <a:pt x="0" y="5"/>
                  </a:lnTo>
                  <a:cubicBezTo>
                    <a:pt x="7" y="5"/>
                    <a:pt x="10" y="5"/>
                    <a:pt x="14" y="5"/>
                  </a:cubicBezTo>
                  <a:cubicBezTo>
                    <a:pt x="10" y="-2"/>
                    <a:pt x="7" y="-2"/>
                    <a:pt x="0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188"/>
            <p:cNvSpPr/>
            <p:nvPr/>
          </p:nvSpPr>
          <p:spPr>
            <a:xfrm>
              <a:off x="4759200" y="3794400"/>
              <a:ext cx="5040" cy="2520"/>
            </a:xfrm>
            <a:custGeom>
              <a:rect b="b" l="l" r="r" t="t"/>
              <a:pathLst>
                <a:path extrusionOk="0" h="7" w="14">
                  <a:moveTo>
                    <a:pt x="14" y="0"/>
                  </a:moveTo>
                  <a:lnTo>
                    <a:pt x="14" y="0"/>
                  </a:lnTo>
                  <a:cubicBezTo>
                    <a:pt x="11" y="0"/>
                    <a:pt x="7" y="0"/>
                    <a:pt x="0" y="0"/>
                  </a:cubicBezTo>
                  <a:cubicBezTo>
                    <a:pt x="7" y="10"/>
                    <a:pt x="11" y="7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188"/>
            <p:cNvSpPr/>
            <p:nvPr/>
          </p:nvSpPr>
          <p:spPr>
            <a:xfrm>
              <a:off x="5145840" y="3632400"/>
              <a:ext cx="3600" cy="3600"/>
            </a:xfrm>
            <a:custGeom>
              <a:rect b="b" l="l" r="r" t="t"/>
              <a:pathLst>
                <a:path extrusionOk="0" h="10" w="10">
                  <a:moveTo>
                    <a:pt x="0" y="4"/>
                  </a:moveTo>
                  <a:lnTo>
                    <a:pt x="0" y="4"/>
                  </a:lnTo>
                  <a:cubicBezTo>
                    <a:pt x="3" y="7"/>
                    <a:pt x="6" y="7"/>
                    <a:pt x="10" y="10"/>
                  </a:cubicBezTo>
                  <a:cubicBezTo>
                    <a:pt x="10" y="7"/>
                    <a:pt x="10" y="4"/>
                    <a:pt x="10" y="0"/>
                  </a:cubicBezTo>
                  <a:cubicBezTo>
                    <a:pt x="6" y="4"/>
                    <a:pt x="3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188"/>
            <p:cNvSpPr/>
            <p:nvPr/>
          </p:nvSpPr>
          <p:spPr>
            <a:xfrm>
              <a:off x="5572440" y="426096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188"/>
            <p:cNvSpPr/>
            <p:nvPr/>
          </p:nvSpPr>
          <p:spPr>
            <a:xfrm>
              <a:off x="5163120" y="4177800"/>
              <a:ext cx="121680" cy="9360"/>
            </a:xfrm>
            <a:custGeom>
              <a:rect b="b" l="l" r="r" t="t"/>
              <a:pathLst>
                <a:path extrusionOk="0" h="26" w="338">
                  <a:moveTo>
                    <a:pt x="207" y="23"/>
                  </a:moveTo>
                  <a:lnTo>
                    <a:pt x="207" y="23"/>
                  </a:lnTo>
                  <a:cubicBezTo>
                    <a:pt x="250" y="23"/>
                    <a:pt x="294" y="23"/>
                    <a:pt x="338" y="19"/>
                  </a:cubicBezTo>
                  <a:cubicBezTo>
                    <a:pt x="338" y="6"/>
                    <a:pt x="331" y="-1"/>
                    <a:pt x="311" y="3"/>
                  </a:cubicBezTo>
                  <a:cubicBezTo>
                    <a:pt x="217" y="-1"/>
                    <a:pt x="123" y="-1"/>
                    <a:pt x="26" y="3"/>
                  </a:cubicBezTo>
                  <a:cubicBezTo>
                    <a:pt x="22" y="13"/>
                    <a:pt x="-22" y="6"/>
                    <a:pt x="12" y="26"/>
                  </a:cubicBezTo>
                  <a:cubicBezTo>
                    <a:pt x="76" y="23"/>
                    <a:pt x="143" y="29"/>
                    <a:pt x="20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188"/>
            <p:cNvSpPr/>
            <p:nvPr/>
          </p:nvSpPr>
          <p:spPr>
            <a:xfrm>
              <a:off x="5302800" y="4123080"/>
              <a:ext cx="119520" cy="10080"/>
            </a:xfrm>
            <a:custGeom>
              <a:rect b="b" l="l" r="r" t="t"/>
              <a:pathLst>
                <a:path extrusionOk="0" h="28" w="332">
                  <a:moveTo>
                    <a:pt x="13" y="27"/>
                  </a:moveTo>
                  <a:lnTo>
                    <a:pt x="13" y="27"/>
                  </a:lnTo>
                  <a:cubicBezTo>
                    <a:pt x="84" y="27"/>
                    <a:pt x="151" y="27"/>
                    <a:pt x="221" y="27"/>
                  </a:cubicBezTo>
                  <a:cubicBezTo>
                    <a:pt x="258" y="27"/>
                    <a:pt x="295" y="20"/>
                    <a:pt x="332" y="0"/>
                  </a:cubicBezTo>
                  <a:cubicBezTo>
                    <a:pt x="218" y="7"/>
                    <a:pt x="107" y="13"/>
                    <a:pt x="0" y="17"/>
                  </a:cubicBezTo>
                  <a:cubicBezTo>
                    <a:pt x="0" y="27"/>
                    <a:pt x="0" y="30"/>
                    <a:pt x="13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188"/>
            <p:cNvSpPr/>
            <p:nvPr/>
          </p:nvSpPr>
          <p:spPr>
            <a:xfrm>
              <a:off x="5010480" y="4287240"/>
              <a:ext cx="84600" cy="11160"/>
            </a:xfrm>
            <a:custGeom>
              <a:rect b="b" l="l" r="r" t="t"/>
              <a:pathLst>
                <a:path extrusionOk="0" h="31" w="235">
                  <a:moveTo>
                    <a:pt x="24" y="28"/>
                  </a:moveTo>
                  <a:lnTo>
                    <a:pt x="24" y="28"/>
                  </a:lnTo>
                  <a:cubicBezTo>
                    <a:pt x="44" y="28"/>
                    <a:pt x="61" y="17"/>
                    <a:pt x="81" y="31"/>
                  </a:cubicBezTo>
                  <a:cubicBezTo>
                    <a:pt x="90" y="31"/>
                    <a:pt x="104" y="31"/>
                    <a:pt x="114" y="31"/>
                  </a:cubicBezTo>
                  <a:cubicBezTo>
                    <a:pt x="151" y="21"/>
                    <a:pt x="188" y="28"/>
                    <a:pt x="225" y="24"/>
                  </a:cubicBezTo>
                  <a:cubicBezTo>
                    <a:pt x="231" y="24"/>
                    <a:pt x="235" y="21"/>
                    <a:pt x="235" y="14"/>
                  </a:cubicBezTo>
                  <a:cubicBezTo>
                    <a:pt x="235" y="11"/>
                    <a:pt x="231" y="11"/>
                    <a:pt x="228" y="11"/>
                  </a:cubicBezTo>
                  <a:cubicBezTo>
                    <a:pt x="231" y="7"/>
                    <a:pt x="231" y="4"/>
                    <a:pt x="231" y="0"/>
                  </a:cubicBezTo>
                  <a:cubicBezTo>
                    <a:pt x="225" y="4"/>
                    <a:pt x="215" y="4"/>
                    <a:pt x="204" y="4"/>
                  </a:cubicBezTo>
                  <a:lnTo>
                    <a:pt x="204" y="4"/>
                  </a:lnTo>
                  <a:lnTo>
                    <a:pt x="204" y="4"/>
                  </a:lnTo>
                  <a:cubicBezTo>
                    <a:pt x="147" y="4"/>
                    <a:pt x="88" y="4"/>
                    <a:pt x="27" y="4"/>
                  </a:cubicBezTo>
                  <a:cubicBezTo>
                    <a:pt x="11" y="4"/>
                    <a:pt x="-3" y="4"/>
                    <a:pt x="1" y="17"/>
                  </a:cubicBezTo>
                  <a:cubicBezTo>
                    <a:pt x="4" y="28"/>
                    <a:pt x="14" y="31"/>
                    <a:pt x="2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188"/>
            <p:cNvSpPr/>
            <p:nvPr/>
          </p:nvSpPr>
          <p:spPr>
            <a:xfrm>
              <a:off x="4992480" y="4155480"/>
              <a:ext cx="57600" cy="7560"/>
            </a:xfrm>
            <a:custGeom>
              <a:rect b="b" l="l" r="r" t="t"/>
              <a:pathLst>
                <a:path extrusionOk="0" h="21" w="160">
                  <a:moveTo>
                    <a:pt x="154" y="1"/>
                  </a:moveTo>
                  <a:lnTo>
                    <a:pt x="154" y="1"/>
                  </a:lnTo>
                  <a:cubicBezTo>
                    <a:pt x="101" y="-2"/>
                    <a:pt x="51" y="1"/>
                    <a:pt x="0" y="11"/>
                  </a:cubicBezTo>
                  <a:cubicBezTo>
                    <a:pt x="17" y="24"/>
                    <a:pt x="44" y="18"/>
                    <a:pt x="64" y="21"/>
                  </a:cubicBezTo>
                  <a:cubicBezTo>
                    <a:pt x="94" y="21"/>
                    <a:pt x="124" y="21"/>
                    <a:pt x="154" y="21"/>
                  </a:cubicBezTo>
                  <a:cubicBezTo>
                    <a:pt x="161" y="14"/>
                    <a:pt x="161" y="8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188"/>
            <p:cNvSpPr/>
            <p:nvPr/>
          </p:nvSpPr>
          <p:spPr>
            <a:xfrm>
              <a:off x="5055480" y="4153320"/>
              <a:ext cx="23760" cy="8640"/>
            </a:xfrm>
            <a:custGeom>
              <a:rect b="b" l="l" r="r" t="t"/>
              <a:pathLst>
                <a:path extrusionOk="0" h="24" w="66">
                  <a:moveTo>
                    <a:pt x="56" y="24"/>
                  </a:moveTo>
                  <a:lnTo>
                    <a:pt x="56" y="24"/>
                  </a:lnTo>
                  <a:cubicBezTo>
                    <a:pt x="59" y="24"/>
                    <a:pt x="63" y="24"/>
                    <a:pt x="66" y="24"/>
                  </a:cubicBezTo>
                  <a:cubicBezTo>
                    <a:pt x="66" y="17"/>
                    <a:pt x="63" y="10"/>
                    <a:pt x="53" y="4"/>
                  </a:cubicBezTo>
                  <a:cubicBezTo>
                    <a:pt x="36" y="4"/>
                    <a:pt x="19" y="0"/>
                    <a:pt x="2" y="0"/>
                  </a:cubicBezTo>
                  <a:cubicBezTo>
                    <a:pt x="-1" y="7"/>
                    <a:pt x="-4" y="17"/>
                    <a:pt x="15" y="17"/>
                  </a:cubicBezTo>
                  <a:cubicBezTo>
                    <a:pt x="29" y="17"/>
                    <a:pt x="46" y="14"/>
                    <a:pt x="5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188"/>
            <p:cNvSpPr/>
            <p:nvPr/>
          </p:nvSpPr>
          <p:spPr>
            <a:xfrm>
              <a:off x="5158800" y="4153320"/>
              <a:ext cx="20880" cy="7560"/>
            </a:xfrm>
            <a:custGeom>
              <a:rect b="b" l="l" r="r" t="t"/>
              <a:pathLst>
                <a:path extrusionOk="0" h="21" w="58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10"/>
                    <a:pt x="0" y="17"/>
                  </a:cubicBezTo>
                  <a:cubicBezTo>
                    <a:pt x="14" y="24"/>
                    <a:pt x="31" y="20"/>
                    <a:pt x="47" y="20"/>
                  </a:cubicBezTo>
                  <a:cubicBezTo>
                    <a:pt x="68" y="24"/>
                    <a:pt x="51" y="14"/>
                    <a:pt x="51" y="7"/>
                  </a:cubicBezTo>
                  <a:cubicBezTo>
                    <a:pt x="34" y="10"/>
                    <a:pt x="17" y="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188"/>
            <p:cNvSpPr/>
            <p:nvPr/>
          </p:nvSpPr>
          <p:spPr>
            <a:xfrm>
              <a:off x="4833000" y="4299480"/>
              <a:ext cx="15840" cy="8640"/>
            </a:xfrm>
            <a:custGeom>
              <a:rect b="b" l="l" r="r" t="t"/>
              <a:pathLst>
                <a:path extrusionOk="0" h="24" w="44">
                  <a:moveTo>
                    <a:pt x="4" y="20"/>
                  </a:moveTo>
                  <a:lnTo>
                    <a:pt x="4" y="20"/>
                  </a:lnTo>
                  <a:cubicBezTo>
                    <a:pt x="7" y="20"/>
                    <a:pt x="14" y="20"/>
                    <a:pt x="17" y="24"/>
                  </a:cubicBezTo>
                  <a:cubicBezTo>
                    <a:pt x="24" y="20"/>
                    <a:pt x="34" y="17"/>
                    <a:pt x="44" y="14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0" y="0"/>
                    <a:pt x="0" y="4"/>
                    <a:pt x="0" y="17"/>
                  </a:cubicBezTo>
                  <a:cubicBezTo>
                    <a:pt x="4" y="17"/>
                    <a:pt x="4" y="20"/>
                    <a:pt x="4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188"/>
            <p:cNvSpPr/>
            <p:nvPr/>
          </p:nvSpPr>
          <p:spPr>
            <a:xfrm>
              <a:off x="5421240" y="4208760"/>
              <a:ext cx="10080" cy="5400"/>
            </a:xfrm>
            <a:custGeom>
              <a:rect b="b" l="l" r="r" t="t"/>
              <a:pathLst>
                <a:path extrusionOk="0" h="15" w="28">
                  <a:moveTo>
                    <a:pt x="0" y="7"/>
                  </a:moveTo>
                  <a:lnTo>
                    <a:pt x="0" y="7"/>
                  </a:lnTo>
                  <a:cubicBezTo>
                    <a:pt x="3" y="11"/>
                    <a:pt x="10" y="14"/>
                    <a:pt x="13" y="14"/>
                  </a:cubicBezTo>
                  <a:cubicBezTo>
                    <a:pt x="20" y="17"/>
                    <a:pt x="27" y="14"/>
                    <a:pt x="27" y="7"/>
                  </a:cubicBezTo>
                  <a:cubicBezTo>
                    <a:pt x="30" y="0"/>
                    <a:pt x="20" y="0"/>
                    <a:pt x="13" y="0"/>
                  </a:cubicBezTo>
                  <a:cubicBezTo>
                    <a:pt x="6" y="0"/>
                    <a:pt x="0" y="0"/>
                    <a:pt x="0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188"/>
            <p:cNvSpPr/>
            <p:nvPr/>
          </p:nvSpPr>
          <p:spPr>
            <a:xfrm>
              <a:off x="5001120" y="4212720"/>
              <a:ext cx="11880" cy="7200"/>
            </a:xfrm>
            <a:custGeom>
              <a:rect b="b" l="l" r="r" t="t"/>
              <a:pathLst>
                <a:path extrusionOk="0" h="20" w="33">
                  <a:moveTo>
                    <a:pt x="27" y="20"/>
                  </a:moveTo>
                  <a:lnTo>
                    <a:pt x="27" y="20"/>
                  </a:lnTo>
                  <a:cubicBezTo>
                    <a:pt x="47" y="3"/>
                    <a:pt x="13" y="6"/>
                    <a:pt x="13" y="0"/>
                  </a:cubicBezTo>
                  <a:cubicBezTo>
                    <a:pt x="3" y="3"/>
                    <a:pt x="0" y="10"/>
                    <a:pt x="0" y="16"/>
                  </a:cubicBezTo>
                  <a:lnTo>
                    <a:pt x="0" y="16"/>
                  </a:lnTo>
                  <a:cubicBezTo>
                    <a:pt x="3" y="20"/>
                    <a:pt x="6" y="20"/>
                    <a:pt x="10" y="20"/>
                  </a:cubicBezTo>
                  <a:cubicBezTo>
                    <a:pt x="13" y="20"/>
                    <a:pt x="13" y="20"/>
                    <a:pt x="13" y="16"/>
                  </a:cubicBezTo>
                  <a:cubicBezTo>
                    <a:pt x="17" y="16"/>
                    <a:pt x="20" y="16"/>
                    <a:pt x="27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188"/>
            <p:cNvSpPr/>
            <p:nvPr/>
          </p:nvSpPr>
          <p:spPr>
            <a:xfrm>
              <a:off x="5645880" y="4161960"/>
              <a:ext cx="19440" cy="4320"/>
            </a:xfrm>
            <a:custGeom>
              <a:rect b="b" l="l" r="r" t="t"/>
              <a:pathLst>
                <a:path extrusionOk="0" h="12" w="54">
                  <a:moveTo>
                    <a:pt x="54" y="9"/>
                  </a:moveTo>
                  <a:lnTo>
                    <a:pt x="54" y="9"/>
                  </a:lnTo>
                  <a:cubicBezTo>
                    <a:pt x="47" y="6"/>
                    <a:pt x="44" y="3"/>
                    <a:pt x="40" y="0"/>
                  </a:cubicBezTo>
                  <a:cubicBezTo>
                    <a:pt x="37" y="0"/>
                    <a:pt x="34" y="0"/>
                    <a:pt x="30" y="0"/>
                  </a:cubicBezTo>
                  <a:cubicBezTo>
                    <a:pt x="20" y="3"/>
                    <a:pt x="7" y="3"/>
                    <a:pt x="0" y="9"/>
                  </a:cubicBezTo>
                  <a:cubicBezTo>
                    <a:pt x="20" y="13"/>
                    <a:pt x="37" y="13"/>
                    <a:pt x="5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188"/>
            <p:cNvSpPr/>
            <p:nvPr/>
          </p:nvSpPr>
          <p:spPr>
            <a:xfrm>
              <a:off x="5103360" y="4152240"/>
              <a:ext cx="8640" cy="6120"/>
            </a:xfrm>
            <a:custGeom>
              <a:rect b="b" l="l" r="r" t="t"/>
              <a:pathLst>
                <a:path extrusionOk="0" h="17" w="24">
                  <a:moveTo>
                    <a:pt x="10" y="17"/>
                  </a:moveTo>
                  <a:lnTo>
                    <a:pt x="10" y="17"/>
                  </a:lnTo>
                  <a:cubicBezTo>
                    <a:pt x="24" y="17"/>
                    <a:pt x="24" y="7"/>
                    <a:pt x="24" y="0"/>
                  </a:cubicBezTo>
                  <a:cubicBezTo>
                    <a:pt x="17" y="0"/>
                    <a:pt x="10" y="0"/>
                    <a:pt x="0" y="3"/>
                  </a:cubicBezTo>
                  <a:cubicBezTo>
                    <a:pt x="0" y="7"/>
                    <a:pt x="0" y="13"/>
                    <a:pt x="1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188"/>
            <p:cNvSpPr/>
            <p:nvPr/>
          </p:nvSpPr>
          <p:spPr>
            <a:xfrm>
              <a:off x="4997520" y="4261680"/>
              <a:ext cx="8280" cy="6480"/>
            </a:xfrm>
            <a:custGeom>
              <a:rect b="b" l="l" r="r" t="t"/>
              <a:pathLst>
                <a:path extrusionOk="0" h="18" w="23">
                  <a:moveTo>
                    <a:pt x="23" y="8"/>
                  </a:moveTo>
                  <a:lnTo>
                    <a:pt x="23" y="8"/>
                  </a:lnTo>
                  <a:cubicBezTo>
                    <a:pt x="20" y="8"/>
                    <a:pt x="13" y="4"/>
                    <a:pt x="10" y="1"/>
                  </a:cubicBezTo>
                  <a:cubicBezTo>
                    <a:pt x="6" y="-2"/>
                    <a:pt x="3" y="1"/>
                    <a:pt x="0" y="1"/>
                  </a:cubicBezTo>
                  <a:cubicBezTo>
                    <a:pt x="0" y="8"/>
                    <a:pt x="0" y="14"/>
                    <a:pt x="13" y="18"/>
                  </a:cubicBezTo>
                  <a:cubicBezTo>
                    <a:pt x="16" y="18"/>
                    <a:pt x="20" y="18"/>
                    <a:pt x="23" y="18"/>
                  </a:cubicBezTo>
                  <a:cubicBezTo>
                    <a:pt x="23" y="14"/>
                    <a:pt x="23" y="11"/>
                    <a:pt x="23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188"/>
            <p:cNvSpPr/>
            <p:nvPr/>
          </p:nvSpPr>
          <p:spPr>
            <a:xfrm>
              <a:off x="4866840" y="4142520"/>
              <a:ext cx="14400" cy="3240"/>
            </a:xfrm>
            <a:custGeom>
              <a:rect b="b" l="l" r="r" t="t"/>
              <a:pathLst>
                <a:path extrusionOk="0" h="9" w="40">
                  <a:moveTo>
                    <a:pt x="40" y="0"/>
                  </a:moveTo>
                  <a:lnTo>
                    <a:pt x="40" y="0"/>
                  </a:lnTo>
                  <a:cubicBezTo>
                    <a:pt x="27" y="0"/>
                    <a:pt x="14" y="0"/>
                    <a:pt x="0" y="0"/>
                  </a:cubicBezTo>
                  <a:cubicBezTo>
                    <a:pt x="14" y="10"/>
                    <a:pt x="27" y="13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188"/>
            <p:cNvSpPr/>
            <p:nvPr/>
          </p:nvSpPr>
          <p:spPr>
            <a:xfrm>
              <a:off x="5483880" y="4205160"/>
              <a:ext cx="13320" cy="3600"/>
            </a:xfrm>
            <a:custGeom>
              <a:rect b="b" l="l" r="r" t="t"/>
              <a:pathLst>
                <a:path extrusionOk="0" h="10" w="37">
                  <a:moveTo>
                    <a:pt x="37" y="0"/>
                  </a:moveTo>
                  <a:lnTo>
                    <a:pt x="37" y="0"/>
                  </a:lnTo>
                  <a:cubicBezTo>
                    <a:pt x="27" y="0"/>
                    <a:pt x="14" y="0"/>
                    <a:pt x="0" y="4"/>
                  </a:cubicBezTo>
                  <a:cubicBezTo>
                    <a:pt x="7" y="10"/>
                    <a:pt x="17" y="10"/>
                    <a:pt x="24" y="10"/>
                  </a:cubicBezTo>
                  <a:cubicBezTo>
                    <a:pt x="31" y="7"/>
                    <a:pt x="34" y="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188"/>
            <p:cNvSpPr/>
            <p:nvPr/>
          </p:nvSpPr>
          <p:spPr>
            <a:xfrm>
              <a:off x="4940640" y="4138920"/>
              <a:ext cx="9720" cy="4680"/>
            </a:xfrm>
            <a:custGeom>
              <a:rect b="b" l="l" r="r" t="t"/>
              <a:pathLst>
                <a:path extrusionOk="0" h="13" w="27">
                  <a:moveTo>
                    <a:pt x="0" y="0"/>
                  </a:moveTo>
                  <a:lnTo>
                    <a:pt x="0" y="0"/>
                  </a:lnTo>
                  <a:cubicBezTo>
                    <a:pt x="0" y="3"/>
                    <a:pt x="0" y="6"/>
                    <a:pt x="0" y="10"/>
                  </a:cubicBezTo>
                  <a:cubicBezTo>
                    <a:pt x="3" y="10"/>
                    <a:pt x="10" y="10"/>
                    <a:pt x="13" y="13"/>
                  </a:cubicBezTo>
                  <a:cubicBezTo>
                    <a:pt x="17" y="6"/>
                    <a:pt x="24" y="3"/>
                    <a:pt x="27" y="0"/>
                  </a:cubicBezTo>
                  <a:cubicBezTo>
                    <a:pt x="17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188"/>
            <p:cNvSpPr/>
            <p:nvPr/>
          </p:nvSpPr>
          <p:spPr>
            <a:xfrm>
              <a:off x="5161320" y="4281480"/>
              <a:ext cx="7560" cy="2880"/>
            </a:xfrm>
            <a:custGeom>
              <a:rect b="b" l="l" r="r" t="t"/>
              <a:pathLst>
                <a:path extrusionOk="0" h="8" w="21">
                  <a:moveTo>
                    <a:pt x="0" y="7"/>
                  </a:moveTo>
                  <a:lnTo>
                    <a:pt x="0" y="7"/>
                  </a:lnTo>
                  <a:cubicBezTo>
                    <a:pt x="10" y="10"/>
                    <a:pt x="17" y="7"/>
                    <a:pt x="21" y="0"/>
                  </a:cubicBezTo>
                  <a:cubicBezTo>
                    <a:pt x="14" y="0"/>
                    <a:pt x="10" y="0"/>
                    <a:pt x="7" y="0"/>
                  </a:cubicBezTo>
                  <a:cubicBezTo>
                    <a:pt x="3" y="0"/>
                    <a:pt x="0" y="7"/>
                    <a:pt x="0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188"/>
            <p:cNvSpPr/>
            <p:nvPr/>
          </p:nvSpPr>
          <p:spPr>
            <a:xfrm>
              <a:off x="5418720" y="4137480"/>
              <a:ext cx="90000" cy="8640"/>
            </a:xfrm>
            <a:custGeom>
              <a:rect b="b" l="l" r="r" t="t"/>
              <a:pathLst>
                <a:path extrusionOk="0" h="24" w="250">
                  <a:moveTo>
                    <a:pt x="104" y="7"/>
                  </a:moveTo>
                  <a:lnTo>
                    <a:pt x="104" y="7"/>
                  </a:lnTo>
                  <a:cubicBezTo>
                    <a:pt x="91" y="4"/>
                    <a:pt x="77" y="4"/>
                    <a:pt x="64" y="7"/>
                  </a:cubicBezTo>
                  <a:cubicBezTo>
                    <a:pt x="54" y="7"/>
                    <a:pt x="41" y="7"/>
                    <a:pt x="27" y="4"/>
                  </a:cubicBezTo>
                  <a:cubicBezTo>
                    <a:pt x="17" y="10"/>
                    <a:pt x="10" y="17"/>
                    <a:pt x="0" y="24"/>
                  </a:cubicBezTo>
                  <a:cubicBezTo>
                    <a:pt x="24" y="20"/>
                    <a:pt x="44" y="20"/>
                    <a:pt x="64" y="20"/>
                  </a:cubicBezTo>
                  <a:lnTo>
                    <a:pt x="64" y="20"/>
                  </a:lnTo>
                  <a:cubicBezTo>
                    <a:pt x="81" y="27"/>
                    <a:pt x="91" y="17"/>
                    <a:pt x="101" y="17"/>
                  </a:cubicBezTo>
                  <a:lnTo>
                    <a:pt x="101" y="17"/>
                  </a:lnTo>
                  <a:cubicBezTo>
                    <a:pt x="131" y="27"/>
                    <a:pt x="165" y="24"/>
                    <a:pt x="195" y="20"/>
                  </a:cubicBezTo>
                  <a:cubicBezTo>
                    <a:pt x="208" y="17"/>
                    <a:pt x="218" y="17"/>
                    <a:pt x="232" y="20"/>
                  </a:cubicBezTo>
                  <a:cubicBezTo>
                    <a:pt x="238" y="20"/>
                    <a:pt x="242" y="24"/>
                    <a:pt x="245" y="24"/>
                  </a:cubicBezTo>
                  <a:cubicBezTo>
                    <a:pt x="252" y="17"/>
                    <a:pt x="252" y="10"/>
                    <a:pt x="245" y="7"/>
                  </a:cubicBezTo>
                  <a:cubicBezTo>
                    <a:pt x="242" y="4"/>
                    <a:pt x="238" y="4"/>
                    <a:pt x="235" y="4"/>
                  </a:cubicBezTo>
                  <a:cubicBezTo>
                    <a:pt x="222" y="0"/>
                    <a:pt x="208" y="-3"/>
                    <a:pt x="195" y="4"/>
                  </a:cubicBezTo>
                  <a:cubicBezTo>
                    <a:pt x="171" y="7"/>
                    <a:pt x="151" y="-6"/>
                    <a:pt x="131" y="4"/>
                  </a:cubicBezTo>
                  <a:lnTo>
                    <a:pt x="131" y="4"/>
                  </a:lnTo>
                  <a:lnTo>
                    <a:pt x="131" y="4"/>
                  </a:lnTo>
                  <a:cubicBezTo>
                    <a:pt x="121" y="0"/>
                    <a:pt x="114" y="4"/>
                    <a:pt x="10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188"/>
            <p:cNvSpPr/>
            <p:nvPr/>
          </p:nvSpPr>
          <p:spPr>
            <a:xfrm>
              <a:off x="5470920" y="4251240"/>
              <a:ext cx="3960" cy="4680"/>
            </a:xfrm>
            <a:custGeom>
              <a:rect b="b" l="l" r="r" t="t"/>
              <a:pathLst>
                <a:path extrusionOk="0" h="13" w="11">
                  <a:moveTo>
                    <a:pt x="3" y="13"/>
                  </a:moveTo>
                  <a:lnTo>
                    <a:pt x="3" y="13"/>
                  </a:lnTo>
                  <a:cubicBezTo>
                    <a:pt x="13" y="13"/>
                    <a:pt x="10" y="7"/>
                    <a:pt x="10" y="0"/>
                  </a:cubicBezTo>
                  <a:cubicBezTo>
                    <a:pt x="6" y="0"/>
                    <a:pt x="3" y="0"/>
                    <a:pt x="0" y="3"/>
                  </a:cubicBezTo>
                  <a:cubicBezTo>
                    <a:pt x="0" y="7"/>
                    <a:pt x="3" y="13"/>
                    <a:pt x="3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188"/>
            <p:cNvSpPr/>
            <p:nvPr/>
          </p:nvSpPr>
          <p:spPr>
            <a:xfrm>
              <a:off x="5702760" y="4095360"/>
              <a:ext cx="3600" cy="3240"/>
            </a:xfrm>
            <a:custGeom>
              <a:rect b="b" l="l" r="r" t="t"/>
              <a:pathLst>
                <a:path extrusionOk="0" h="9" w="10">
                  <a:moveTo>
                    <a:pt x="10" y="0"/>
                  </a:moveTo>
                  <a:lnTo>
                    <a:pt x="10" y="0"/>
                  </a:lnTo>
                  <a:cubicBezTo>
                    <a:pt x="7" y="0"/>
                    <a:pt x="3" y="0"/>
                    <a:pt x="0" y="3"/>
                  </a:cubicBezTo>
                  <a:cubicBezTo>
                    <a:pt x="7" y="13"/>
                    <a:pt x="10" y="7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188"/>
            <p:cNvSpPr/>
            <p:nvPr/>
          </p:nvSpPr>
          <p:spPr>
            <a:xfrm>
              <a:off x="4656600" y="5532120"/>
              <a:ext cx="1080" cy="0"/>
            </a:xfrm>
            <a:custGeom>
              <a:rect b="b" l="l" r="r" t="t"/>
              <a:pathLst>
                <a:path extrusionOk="0" h="120000" w="3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188"/>
            <p:cNvSpPr/>
            <p:nvPr/>
          </p:nvSpPr>
          <p:spPr>
            <a:xfrm>
              <a:off x="4605480" y="5529960"/>
              <a:ext cx="279720" cy="21600"/>
            </a:xfrm>
            <a:custGeom>
              <a:rect b="b" l="l" r="r" t="t"/>
              <a:pathLst>
                <a:path extrusionOk="0" h="60" w="777">
                  <a:moveTo>
                    <a:pt x="55" y="36"/>
                  </a:moveTo>
                  <a:lnTo>
                    <a:pt x="55" y="36"/>
                  </a:lnTo>
                  <a:cubicBezTo>
                    <a:pt x="45" y="36"/>
                    <a:pt x="38" y="36"/>
                    <a:pt x="28" y="36"/>
                  </a:cubicBezTo>
                  <a:cubicBezTo>
                    <a:pt x="25" y="33"/>
                    <a:pt x="21" y="33"/>
                    <a:pt x="21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40"/>
                    <a:pt x="-2" y="43"/>
                    <a:pt x="1" y="53"/>
                  </a:cubicBezTo>
                  <a:cubicBezTo>
                    <a:pt x="11" y="63"/>
                    <a:pt x="25" y="56"/>
                    <a:pt x="38" y="60"/>
                  </a:cubicBezTo>
                  <a:cubicBezTo>
                    <a:pt x="68" y="56"/>
                    <a:pt x="102" y="63"/>
                    <a:pt x="132" y="56"/>
                  </a:cubicBezTo>
                  <a:cubicBezTo>
                    <a:pt x="162" y="53"/>
                    <a:pt x="196" y="60"/>
                    <a:pt x="223" y="46"/>
                  </a:cubicBezTo>
                  <a:lnTo>
                    <a:pt x="223" y="46"/>
                  </a:lnTo>
                  <a:cubicBezTo>
                    <a:pt x="250" y="46"/>
                    <a:pt x="273" y="46"/>
                    <a:pt x="300" y="43"/>
                  </a:cubicBezTo>
                  <a:lnTo>
                    <a:pt x="300" y="43"/>
                  </a:lnTo>
                  <a:lnTo>
                    <a:pt x="300" y="43"/>
                  </a:lnTo>
                  <a:cubicBezTo>
                    <a:pt x="317" y="50"/>
                    <a:pt x="327" y="40"/>
                    <a:pt x="337" y="36"/>
                  </a:cubicBezTo>
                  <a:lnTo>
                    <a:pt x="337" y="36"/>
                  </a:lnTo>
                  <a:cubicBezTo>
                    <a:pt x="380" y="50"/>
                    <a:pt x="427" y="43"/>
                    <a:pt x="471" y="36"/>
                  </a:cubicBezTo>
                  <a:lnTo>
                    <a:pt x="471" y="36"/>
                  </a:lnTo>
                  <a:cubicBezTo>
                    <a:pt x="478" y="36"/>
                    <a:pt x="484" y="36"/>
                    <a:pt x="495" y="36"/>
                  </a:cubicBezTo>
                  <a:lnTo>
                    <a:pt x="495" y="36"/>
                  </a:lnTo>
                  <a:cubicBezTo>
                    <a:pt x="572" y="40"/>
                    <a:pt x="649" y="36"/>
                    <a:pt x="726" y="26"/>
                  </a:cubicBezTo>
                  <a:lnTo>
                    <a:pt x="726" y="26"/>
                  </a:lnTo>
                  <a:lnTo>
                    <a:pt x="726" y="26"/>
                  </a:lnTo>
                  <a:cubicBezTo>
                    <a:pt x="743" y="23"/>
                    <a:pt x="760" y="16"/>
                    <a:pt x="777" y="9"/>
                  </a:cubicBezTo>
                  <a:cubicBezTo>
                    <a:pt x="756" y="-7"/>
                    <a:pt x="740" y="3"/>
                    <a:pt x="723" y="9"/>
                  </a:cubicBezTo>
                  <a:cubicBezTo>
                    <a:pt x="720" y="9"/>
                    <a:pt x="716" y="9"/>
                    <a:pt x="713" y="9"/>
                  </a:cubicBezTo>
                  <a:lnTo>
                    <a:pt x="713" y="9"/>
                  </a:lnTo>
                  <a:lnTo>
                    <a:pt x="713" y="9"/>
                  </a:lnTo>
                  <a:cubicBezTo>
                    <a:pt x="679" y="13"/>
                    <a:pt x="642" y="3"/>
                    <a:pt x="609" y="16"/>
                  </a:cubicBezTo>
                  <a:cubicBezTo>
                    <a:pt x="572" y="16"/>
                    <a:pt x="531" y="19"/>
                    <a:pt x="495" y="19"/>
                  </a:cubicBezTo>
                  <a:cubicBezTo>
                    <a:pt x="478" y="19"/>
                    <a:pt x="464" y="16"/>
                    <a:pt x="451" y="26"/>
                  </a:cubicBezTo>
                  <a:lnTo>
                    <a:pt x="451" y="26"/>
                  </a:lnTo>
                  <a:cubicBezTo>
                    <a:pt x="441" y="26"/>
                    <a:pt x="427" y="26"/>
                    <a:pt x="414" y="26"/>
                  </a:cubicBezTo>
                  <a:cubicBezTo>
                    <a:pt x="391" y="29"/>
                    <a:pt x="364" y="19"/>
                    <a:pt x="337" y="29"/>
                  </a:cubicBezTo>
                  <a:lnTo>
                    <a:pt x="337" y="29"/>
                  </a:lnTo>
                  <a:lnTo>
                    <a:pt x="337" y="29"/>
                  </a:lnTo>
                  <a:cubicBezTo>
                    <a:pt x="327" y="26"/>
                    <a:pt x="313" y="23"/>
                    <a:pt x="300" y="26"/>
                  </a:cubicBezTo>
                  <a:cubicBezTo>
                    <a:pt x="273" y="29"/>
                    <a:pt x="246" y="29"/>
                    <a:pt x="223" y="26"/>
                  </a:cubicBezTo>
                  <a:cubicBezTo>
                    <a:pt x="219" y="26"/>
                    <a:pt x="216" y="29"/>
                    <a:pt x="213" y="26"/>
                  </a:cubicBezTo>
                  <a:cubicBezTo>
                    <a:pt x="206" y="29"/>
                    <a:pt x="206" y="29"/>
                    <a:pt x="206" y="33"/>
                  </a:cubicBezTo>
                  <a:cubicBezTo>
                    <a:pt x="199" y="29"/>
                    <a:pt x="189" y="33"/>
                    <a:pt x="183" y="26"/>
                  </a:cubicBezTo>
                  <a:cubicBezTo>
                    <a:pt x="179" y="26"/>
                    <a:pt x="176" y="26"/>
                    <a:pt x="173" y="26"/>
                  </a:cubicBezTo>
                  <a:cubicBezTo>
                    <a:pt x="149" y="36"/>
                    <a:pt x="119" y="23"/>
                    <a:pt x="92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85" y="43"/>
                    <a:pt x="75" y="40"/>
                    <a:pt x="65" y="36"/>
                  </a:cubicBezTo>
                  <a:lnTo>
                    <a:pt x="65" y="36"/>
                  </a:lnTo>
                  <a:cubicBezTo>
                    <a:pt x="65" y="33"/>
                    <a:pt x="62" y="33"/>
                    <a:pt x="58" y="33"/>
                  </a:cubicBezTo>
                  <a:cubicBezTo>
                    <a:pt x="55" y="33"/>
                    <a:pt x="55" y="36"/>
                    <a:pt x="55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188"/>
            <p:cNvSpPr/>
            <p:nvPr/>
          </p:nvSpPr>
          <p:spPr>
            <a:xfrm>
              <a:off x="4708800" y="5570280"/>
              <a:ext cx="335520" cy="21600"/>
            </a:xfrm>
            <a:custGeom>
              <a:rect b="b" l="l" r="r" t="t"/>
              <a:pathLst>
                <a:path extrusionOk="0" h="60" w="932">
                  <a:moveTo>
                    <a:pt x="490" y="25"/>
                  </a:moveTo>
                  <a:lnTo>
                    <a:pt x="490" y="25"/>
                  </a:lnTo>
                  <a:cubicBezTo>
                    <a:pt x="449" y="25"/>
                    <a:pt x="412" y="25"/>
                    <a:pt x="375" y="25"/>
                  </a:cubicBezTo>
                  <a:cubicBezTo>
                    <a:pt x="322" y="25"/>
                    <a:pt x="271" y="25"/>
                    <a:pt x="218" y="25"/>
                  </a:cubicBezTo>
                  <a:cubicBezTo>
                    <a:pt x="204" y="25"/>
                    <a:pt x="191" y="32"/>
                    <a:pt x="181" y="35"/>
                  </a:cubicBezTo>
                  <a:lnTo>
                    <a:pt x="181" y="35"/>
                  </a:lnTo>
                  <a:cubicBezTo>
                    <a:pt x="164" y="32"/>
                    <a:pt x="147" y="32"/>
                    <a:pt x="130" y="35"/>
                  </a:cubicBezTo>
                  <a:cubicBezTo>
                    <a:pt x="97" y="32"/>
                    <a:pt x="67" y="35"/>
                    <a:pt x="40" y="42"/>
                  </a:cubicBezTo>
                  <a:lnTo>
                    <a:pt x="40" y="42"/>
                  </a:lnTo>
                  <a:cubicBezTo>
                    <a:pt x="26" y="42"/>
                    <a:pt x="13" y="42"/>
                    <a:pt x="0" y="42"/>
                  </a:cubicBezTo>
                  <a:cubicBezTo>
                    <a:pt x="0" y="49"/>
                    <a:pt x="0" y="55"/>
                    <a:pt x="0" y="59"/>
                  </a:cubicBezTo>
                  <a:cubicBezTo>
                    <a:pt x="16" y="62"/>
                    <a:pt x="26" y="55"/>
                    <a:pt x="40" y="52"/>
                  </a:cubicBezTo>
                  <a:lnTo>
                    <a:pt x="40" y="52"/>
                  </a:lnTo>
                  <a:cubicBezTo>
                    <a:pt x="100" y="52"/>
                    <a:pt x="161" y="52"/>
                    <a:pt x="225" y="52"/>
                  </a:cubicBezTo>
                  <a:cubicBezTo>
                    <a:pt x="235" y="52"/>
                    <a:pt x="248" y="52"/>
                    <a:pt x="258" y="45"/>
                  </a:cubicBezTo>
                  <a:lnTo>
                    <a:pt x="258" y="45"/>
                  </a:lnTo>
                  <a:cubicBezTo>
                    <a:pt x="261" y="42"/>
                    <a:pt x="268" y="42"/>
                    <a:pt x="271" y="42"/>
                  </a:cubicBezTo>
                  <a:lnTo>
                    <a:pt x="271" y="42"/>
                  </a:lnTo>
                  <a:cubicBezTo>
                    <a:pt x="282" y="42"/>
                    <a:pt x="288" y="42"/>
                    <a:pt x="298" y="45"/>
                  </a:cubicBezTo>
                  <a:cubicBezTo>
                    <a:pt x="322" y="42"/>
                    <a:pt x="349" y="42"/>
                    <a:pt x="375" y="42"/>
                  </a:cubicBezTo>
                  <a:lnTo>
                    <a:pt x="375" y="42"/>
                  </a:lnTo>
                  <a:cubicBezTo>
                    <a:pt x="412" y="42"/>
                    <a:pt x="453" y="49"/>
                    <a:pt x="490" y="32"/>
                  </a:cubicBezTo>
                  <a:lnTo>
                    <a:pt x="490" y="32"/>
                  </a:lnTo>
                  <a:cubicBezTo>
                    <a:pt x="500" y="35"/>
                    <a:pt x="506" y="38"/>
                    <a:pt x="516" y="35"/>
                  </a:cubicBezTo>
                  <a:lnTo>
                    <a:pt x="516" y="35"/>
                  </a:lnTo>
                  <a:cubicBezTo>
                    <a:pt x="573" y="45"/>
                    <a:pt x="631" y="35"/>
                    <a:pt x="688" y="35"/>
                  </a:cubicBezTo>
                  <a:cubicBezTo>
                    <a:pt x="721" y="35"/>
                    <a:pt x="755" y="38"/>
                    <a:pt x="788" y="25"/>
                  </a:cubicBezTo>
                  <a:cubicBezTo>
                    <a:pt x="835" y="28"/>
                    <a:pt x="879" y="21"/>
                    <a:pt x="932" y="1"/>
                  </a:cubicBezTo>
                  <a:cubicBezTo>
                    <a:pt x="869" y="-5"/>
                    <a:pt x="822" y="15"/>
                    <a:pt x="775" y="5"/>
                  </a:cubicBezTo>
                  <a:cubicBezTo>
                    <a:pt x="768" y="8"/>
                    <a:pt x="765" y="11"/>
                    <a:pt x="761" y="15"/>
                  </a:cubicBezTo>
                  <a:lnTo>
                    <a:pt x="761" y="15"/>
                  </a:lnTo>
                  <a:lnTo>
                    <a:pt x="761" y="15"/>
                  </a:lnTo>
                  <a:cubicBezTo>
                    <a:pt x="755" y="15"/>
                    <a:pt x="751" y="15"/>
                    <a:pt x="748" y="18"/>
                  </a:cubicBezTo>
                  <a:lnTo>
                    <a:pt x="748" y="18"/>
                  </a:lnTo>
                  <a:cubicBezTo>
                    <a:pt x="745" y="18"/>
                    <a:pt x="738" y="18"/>
                    <a:pt x="735" y="15"/>
                  </a:cubicBezTo>
                  <a:lnTo>
                    <a:pt x="735" y="15"/>
                  </a:lnTo>
                  <a:cubicBezTo>
                    <a:pt x="714" y="11"/>
                    <a:pt x="691" y="15"/>
                    <a:pt x="671" y="18"/>
                  </a:cubicBezTo>
                  <a:cubicBezTo>
                    <a:pt x="611" y="18"/>
                    <a:pt x="550" y="8"/>
                    <a:pt x="490" y="25"/>
                  </a:cubicBezTo>
                  <a:cubicBezTo>
                    <a:pt x="490" y="25"/>
                    <a:pt x="493" y="25"/>
                    <a:pt x="493" y="28"/>
                  </a:cubicBezTo>
                  <a:lnTo>
                    <a:pt x="493" y="28"/>
                  </a:lnTo>
                  <a:lnTo>
                    <a:pt x="490" y="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188"/>
            <p:cNvSpPr/>
            <p:nvPr/>
          </p:nvSpPr>
          <p:spPr>
            <a:xfrm>
              <a:off x="5383440" y="4778280"/>
              <a:ext cx="167040" cy="18000"/>
            </a:xfrm>
            <a:custGeom>
              <a:rect b="b" l="l" r="r" t="t"/>
              <a:pathLst>
                <a:path extrusionOk="0" h="50" w="464">
                  <a:moveTo>
                    <a:pt x="434" y="40"/>
                  </a:moveTo>
                  <a:lnTo>
                    <a:pt x="434" y="40"/>
                  </a:lnTo>
                  <a:cubicBezTo>
                    <a:pt x="451" y="40"/>
                    <a:pt x="457" y="36"/>
                    <a:pt x="464" y="26"/>
                  </a:cubicBezTo>
                  <a:cubicBezTo>
                    <a:pt x="464" y="23"/>
                    <a:pt x="464" y="16"/>
                    <a:pt x="461" y="13"/>
                  </a:cubicBezTo>
                  <a:cubicBezTo>
                    <a:pt x="457" y="10"/>
                    <a:pt x="454" y="6"/>
                    <a:pt x="447" y="6"/>
                  </a:cubicBezTo>
                  <a:cubicBezTo>
                    <a:pt x="440" y="3"/>
                    <a:pt x="434" y="3"/>
                    <a:pt x="424" y="3"/>
                  </a:cubicBezTo>
                  <a:cubicBezTo>
                    <a:pt x="420" y="3"/>
                    <a:pt x="417" y="13"/>
                    <a:pt x="407" y="6"/>
                  </a:cubicBezTo>
                  <a:cubicBezTo>
                    <a:pt x="407" y="6"/>
                    <a:pt x="404" y="6"/>
                    <a:pt x="400" y="6"/>
                  </a:cubicBezTo>
                  <a:cubicBezTo>
                    <a:pt x="397" y="6"/>
                    <a:pt x="393" y="6"/>
                    <a:pt x="387" y="6"/>
                  </a:cubicBezTo>
                  <a:cubicBezTo>
                    <a:pt x="387" y="6"/>
                    <a:pt x="383" y="6"/>
                    <a:pt x="383" y="10"/>
                  </a:cubicBezTo>
                  <a:cubicBezTo>
                    <a:pt x="380" y="6"/>
                    <a:pt x="377" y="6"/>
                    <a:pt x="373" y="6"/>
                  </a:cubicBezTo>
                  <a:cubicBezTo>
                    <a:pt x="370" y="6"/>
                    <a:pt x="363" y="6"/>
                    <a:pt x="360" y="6"/>
                  </a:cubicBezTo>
                  <a:cubicBezTo>
                    <a:pt x="353" y="3"/>
                    <a:pt x="347" y="3"/>
                    <a:pt x="340" y="3"/>
                  </a:cubicBezTo>
                  <a:cubicBezTo>
                    <a:pt x="333" y="3"/>
                    <a:pt x="330" y="6"/>
                    <a:pt x="326" y="6"/>
                  </a:cubicBezTo>
                  <a:cubicBezTo>
                    <a:pt x="316" y="16"/>
                    <a:pt x="320" y="3"/>
                    <a:pt x="313" y="3"/>
                  </a:cubicBezTo>
                  <a:cubicBezTo>
                    <a:pt x="303" y="0"/>
                    <a:pt x="290" y="0"/>
                    <a:pt x="279" y="0"/>
                  </a:cubicBezTo>
                  <a:cubicBezTo>
                    <a:pt x="273" y="0"/>
                    <a:pt x="263" y="0"/>
                    <a:pt x="256" y="3"/>
                  </a:cubicBezTo>
                  <a:cubicBezTo>
                    <a:pt x="249" y="3"/>
                    <a:pt x="246" y="6"/>
                    <a:pt x="243" y="10"/>
                  </a:cubicBezTo>
                  <a:lnTo>
                    <a:pt x="243" y="10"/>
                  </a:lnTo>
                  <a:cubicBezTo>
                    <a:pt x="212" y="20"/>
                    <a:pt x="182" y="10"/>
                    <a:pt x="152" y="13"/>
                  </a:cubicBezTo>
                  <a:cubicBezTo>
                    <a:pt x="145" y="16"/>
                    <a:pt x="132" y="16"/>
                    <a:pt x="122" y="20"/>
                  </a:cubicBezTo>
                  <a:cubicBezTo>
                    <a:pt x="95" y="20"/>
                    <a:pt x="65" y="20"/>
                    <a:pt x="38" y="20"/>
                  </a:cubicBezTo>
                  <a:cubicBezTo>
                    <a:pt x="34" y="23"/>
                    <a:pt x="34" y="23"/>
                    <a:pt x="34" y="26"/>
                  </a:cubicBezTo>
                  <a:lnTo>
                    <a:pt x="34" y="26"/>
                  </a:lnTo>
                  <a:cubicBezTo>
                    <a:pt x="31" y="26"/>
                    <a:pt x="24" y="26"/>
                    <a:pt x="21" y="26"/>
                  </a:cubicBezTo>
                  <a:lnTo>
                    <a:pt x="21" y="30"/>
                  </a:lnTo>
                  <a:lnTo>
                    <a:pt x="21" y="26"/>
                  </a:lnTo>
                  <a:cubicBezTo>
                    <a:pt x="14" y="26"/>
                    <a:pt x="4" y="26"/>
                    <a:pt x="1" y="33"/>
                  </a:cubicBezTo>
                  <a:cubicBezTo>
                    <a:pt x="-3" y="40"/>
                    <a:pt x="8" y="43"/>
                    <a:pt x="18" y="46"/>
                  </a:cubicBezTo>
                  <a:cubicBezTo>
                    <a:pt x="34" y="46"/>
                    <a:pt x="51" y="33"/>
                    <a:pt x="71" y="40"/>
                  </a:cubicBezTo>
                  <a:lnTo>
                    <a:pt x="71" y="40"/>
                  </a:lnTo>
                  <a:cubicBezTo>
                    <a:pt x="78" y="46"/>
                    <a:pt x="81" y="46"/>
                    <a:pt x="88" y="40"/>
                  </a:cubicBezTo>
                  <a:cubicBezTo>
                    <a:pt x="88" y="40"/>
                    <a:pt x="91" y="36"/>
                    <a:pt x="95" y="36"/>
                  </a:cubicBezTo>
                  <a:cubicBezTo>
                    <a:pt x="98" y="50"/>
                    <a:pt x="108" y="53"/>
                    <a:pt x="125" y="46"/>
                  </a:cubicBezTo>
                  <a:cubicBezTo>
                    <a:pt x="128" y="43"/>
                    <a:pt x="132" y="43"/>
                    <a:pt x="135" y="43"/>
                  </a:cubicBezTo>
                  <a:cubicBezTo>
                    <a:pt x="142" y="43"/>
                    <a:pt x="145" y="40"/>
                    <a:pt x="152" y="46"/>
                  </a:cubicBezTo>
                  <a:cubicBezTo>
                    <a:pt x="158" y="46"/>
                    <a:pt x="169" y="46"/>
                    <a:pt x="175" y="46"/>
                  </a:cubicBezTo>
                  <a:cubicBezTo>
                    <a:pt x="186" y="40"/>
                    <a:pt x="196" y="40"/>
                    <a:pt x="206" y="43"/>
                  </a:cubicBezTo>
                  <a:cubicBezTo>
                    <a:pt x="206" y="43"/>
                    <a:pt x="209" y="43"/>
                    <a:pt x="212" y="43"/>
                  </a:cubicBezTo>
                  <a:cubicBezTo>
                    <a:pt x="222" y="40"/>
                    <a:pt x="232" y="40"/>
                    <a:pt x="243" y="43"/>
                  </a:cubicBezTo>
                  <a:cubicBezTo>
                    <a:pt x="249" y="46"/>
                    <a:pt x="259" y="46"/>
                    <a:pt x="266" y="46"/>
                  </a:cubicBezTo>
                  <a:cubicBezTo>
                    <a:pt x="269" y="43"/>
                    <a:pt x="269" y="43"/>
                    <a:pt x="269" y="43"/>
                  </a:cubicBezTo>
                  <a:lnTo>
                    <a:pt x="269" y="40"/>
                  </a:lnTo>
                  <a:lnTo>
                    <a:pt x="269" y="40"/>
                  </a:lnTo>
                  <a:cubicBezTo>
                    <a:pt x="273" y="40"/>
                    <a:pt x="276" y="40"/>
                    <a:pt x="279" y="40"/>
                  </a:cubicBezTo>
                  <a:cubicBezTo>
                    <a:pt x="283" y="40"/>
                    <a:pt x="290" y="36"/>
                    <a:pt x="293" y="36"/>
                  </a:cubicBezTo>
                  <a:lnTo>
                    <a:pt x="293" y="36"/>
                  </a:lnTo>
                  <a:cubicBezTo>
                    <a:pt x="340" y="43"/>
                    <a:pt x="387" y="40"/>
                    <a:pt x="434" y="40"/>
                  </a:cubicBezTo>
                  <a:moveTo>
                    <a:pt x="263" y="33"/>
                  </a:moveTo>
                  <a:lnTo>
                    <a:pt x="263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188"/>
            <p:cNvSpPr/>
            <p:nvPr/>
          </p:nvSpPr>
          <p:spPr>
            <a:xfrm>
              <a:off x="4783680" y="4787640"/>
              <a:ext cx="359640" cy="34200"/>
            </a:xfrm>
            <a:custGeom>
              <a:rect b="b" l="l" r="r" t="t"/>
              <a:pathLst>
                <a:path extrusionOk="0" h="95" w="999">
                  <a:moveTo>
                    <a:pt x="335" y="51"/>
                  </a:moveTo>
                  <a:lnTo>
                    <a:pt x="335" y="51"/>
                  </a:lnTo>
                  <a:cubicBezTo>
                    <a:pt x="332" y="54"/>
                    <a:pt x="328" y="54"/>
                    <a:pt x="325" y="54"/>
                  </a:cubicBezTo>
                  <a:cubicBezTo>
                    <a:pt x="278" y="41"/>
                    <a:pt x="238" y="67"/>
                    <a:pt x="194" y="67"/>
                  </a:cubicBezTo>
                  <a:cubicBezTo>
                    <a:pt x="191" y="64"/>
                    <a:pt x="191" y="64"/>
                    <a:pt x="188" y="61"/>
                  </a:cubicBezTo>
                  <a:cubicBezTo>
                    <a:pt x="167" y="61"/>
                    <a:pt x="147" y="57"/>
                    <a:pt x="127" y="64"/>
                  </a:cubicBezTo>
                  <a:cubicBezTo>
                    <a:pt x="121" y="64"/>
                    <a:pt x="114" y="64"/>
                    <a:pt x="104" y="67"/>
                  </a:cubicBezTo>
                  <a:cubicBezTo>
                    <a:pt x="80" y="77"/>
                    <a:pt x="50" y="64"/>
                    <a:pt x="23" y="74"/>
                  </a:cubicBezTo>
                  <a:cubicBezTo>
                    <a:pt x="17" y="81"/>
                    <a:pt x="6" y="88"/>
                    <a:pt x="0" y="94"/>
                  </a:cubicBezTo>
                  <a:cubicBezTo>
                    <a:pt x="60" y="98"/>
                    <a:pt x="121" y="88"/>
                    <a:pt x="181" y="81"/>
                  </a:cubicBezTo>
                  <a:lnTo>
                    <a:pt x="181" y="81"/>
                  </a:lnTo>
                  <a:cubicBezTo>
                    <a:pt x="228" y="81"/>
                    <a:pt x="275" y="81"/>
                    <a:pt x="322" y="74"/>
                  </a:cubicBezTo>
                  <a:cubicBezTo>
                    <a:pt x="328" y="74"/>
                    <a:pt x="339" y="74"/>
                    <a:pt x="349" y="74"/>
                  </a:cubicBezTo>
                  <a:lnTo>
                    <a:pt x="349" y="74"/>
                  </a:lnTo>
                  <a:lnTo>
                    <a:pt x="349" y="74"/>
                  </a:lnTo>
                  <a:cubicBezTo>
                    <a:pt x="369" y="74"/>
                    <a:pt x="392" y="77"/>
                    <a:pt x="416" y="67"/>
                  </a:cubicBezTo>
                  <a:cubicBezTo>
                    <a:pt x="493" y="71"/>
                    <a:pt x="567" y="61"/>
                    <a:pt x="644" y="54"/>
                  </a:cubicBezTo>
                  <a:cubicBezTo>
                    <a:pt x="681" y="51"/>
                    <a:pt x="720" y="51"/>
                    <a:pt x="757" y="47"/>
                  </a:cubicBezTo>
                  <a:lnTo>
                    <a:pt x="757" y="47"/>
                  </a:lnTo>
                  <a:lnTo>
                    <a:pt x="757" y="47"/>
                  </a:lnTo>
                  <a:cubicBezTo>
                    <a:pt x="821" y="41"/>
                    <a:pt x="885" y="34"/>
                    <a:pt x="949" y="27"/>
                  </a:cubicBezTo>
                  <a:cubicBezTo>
                    <a:pt x="962" y="27"/>
                    <a:pt x="975" y="24"/>
                    <a:pt x="989" y="20"/>
                  </a:cubicBezTo>
                  <a:cubicBezTo>
                    <a:pt x="995" y="20"/>
                    <a:pt x="999" y="14"/>
                    <a:pt x="999" y="10"/>
                  </a:cubicBezTo>
                  <a:cubicBezTo>
                    <a:pt x="999" y="4"/>
                    <a:pt x="992" y="0"/>
                    <a:pt x="982" y="0"/>
                  </a:cubicBezTo>
                  <a:cubicBezTo>
                    <a:pt x="969" y="0"/>
                    <a:pt x="955" y="0"/>
                    <a:pt x="945" y="4"/>
                  </a:cubicBezTo>
                  <a:cubicBezTo>
                    <a:pt x="888" y="10"/>
                    <a:pt x="831" y="20"/>
                    <a:pt x="774" y="20"/>
                  </a:cubicBezTo>
                  <a:cubicBezTo>
                    <a:pt x="764" y="20"/>
                    <a:pt x="754" y="20"/>
                    <a:pt x="744" y="27"/>
                  </a:cubicBezTo>
                  <a:cubicBezTo>
                    <a:pt x="741" y="27"/>
                    <a:pt x="737" y="27"/>
                    <a:pt x="734" y="27"/>
                  </a:cubicBezTo>
                  <a:cubicBezTo>
                    <a:pt x="727" y="20"/>
                    <a:pt x="724" y="24"/>
                    <a:pt x="718" y="27"/>
                  </a:cubicBezTo>
                  <a:cubicBezTo>
                    <a:pt x="637" y="37"/>
                    <a:pt x="557" y="34"/>
                    <a:pt x="476" y="47"/>
                  </a:cubicBezTo>
                  <a:lnTo>
                    <a:pt x="476" y="47"/>
                  </a:lnTo>
                  <a:lnTo>
                    <a:pt x="476" y="47"/>
                  </a:lnTo>
                  <a:cubicBezTo>
                    <a:pt x="466" y="47"/>
                    <a:pt x="460" y="47"/>
                    <a:pt x="449" y="47"/>
                  </a:cubicBezTo>
                  <a:cubicBezTo>
                    <a:pt x="439" y="47"/>
                    <a:pt x="433" y="47"/>
                    <a:pt x="423" y="47"/>
                  </a:cubicBezTo>
                  <a:lnTo>
                    <a:pt x="423" y="47"/>
                  </a:lnTo>
                  <a:lnTo>
                    <a:pt x="423" y="47"/>
                  </a:lnTo>
                  <a:cubicBezTo>
                    <a:pt x="413" y="47"/>
                    <a:pt x="403" y="47"/>
                    <a:pt x="399" y="41"/>
                  </a:cubicBezTo>
                  <a:cubicBezTo>
                    <a:pt x="389" y="41"/>
                    <a:pt x="379" y="41"/>
                    <a:pt x="369" y="41"/>
                  </a:cubicBezTo>
                  <a:cubicBezTo>
                    <a:pt x="369" y="44"/>
                    <a:pt x="372" y="44"/>
                    <a:pt x="372" y="47"/>
                  </a:cubicBezTo>
                  <a:cubicBezTo>
                    <a:pt x="359" y="47"/>
                    <a:pt x="346" y="47"/>
                    <a:pt x="335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188"/>
            <p:cNvSpPr/>
            <p:nvPr/>
          </p:nvSpPr>
          <p:spPr>
            <a:xfrm>
              <a:off x="4462200" y="4843800"/>
              <a:ext cx="606240" cy="61200"/>
            </a:xfrm>
            <a:custGeom>
              <a:rect b="b" l="l" r="r" t="t"/>
              <a:pathLst>
                <a:path extrusionOk="0" h="170" w="1684">
                  <a:moveTo>
                    <a:pt x="1396" y="59"/>
                  </a:moveTo>
                  <a:lnTo>
                    <a:pt x="1396" y="59"/>
                  </a:lnTo>
                  <a:lnTo>
                    <a:pt x="1396" y="59"/>
                  </a:lnTo>
                  <a:cubicBezTo>
                    <a:pt x="1433" y="69"/>
                    <a:pt x="1470" y="49"/>
                    <a:pt x="1510" y="56"/>
                  </a:cubicBezTo>
                  <a:lnTo>
                    <a:pt x="1510" y="56"/>
                  </a:lnTo>
                  <a:cubicBezTo>
                    <a:pt x="1524" y="46"/>
                    <a:pt x="1547" y="56"/>
                    <a:pt x="1561" y="46"/>
                  </a:cubicBezTo>
                  <a:cubicBezTo>
                    <a:pt x="1564" y="46"/>
                    <a:pt x="1567" y="46"/>
                    <a:pt x="1571" y="46"/>
                  </a:cubicBezTo>
                  <a:cubicBezTo>
                    <a:pt x="1601" y="36"/>
                    <a:pt x="1634" y="32"/>
                    <a:pt x="1663" y="29"/>
                  </a:cubicBezTo>
                  <a:cubicBezTo>
                    <a:pt x="1687" y="22"/>
                    <a:pt x="1694" y="9"/>
                    <a:pt x="1663" y="2"/>
                  </a:cubicBezTo>
                  <a:cubicBezTo>
                    <a:pt x="1647" y="-1"/>
                    <a:pt x="1627" y="-1"/>
                    <a:pt x="1611" y="5"/>
                  </a:cubicBezTo>
                  <a:cubicBezTo>
                    <a:pt x="1547" y="19"/>
                    <a:pt x="1483" y="25"/>
                    <a:pt x="1416" y="29"/>
                  </a:cubicBezTo>
                  <a:cubicBezTo>
                    <a:pt x="1410" y="32"/>
                    <a:pt x="1403" y="36"/>
                    <a:pt x="1393" y="39"/>
                  </a:cubicBezTo>
                  <a:lnTo>
                    <a:pt x="1393" y="39"/>
                  </a:lnTo>
                  <a:cubicBezTo>
                    <a:pt x="1339" y="29"/>
                    <a:pt x="1292" y="42"/>
                    <a:pt x="1239" y="49"/>
                  </a:cubicBezTo>
                  <a:lnTo>
                    <a:pt x="1239" y="49"/>
                  </a:lnTo>
                  <a:lnTo>
                    <a:pt x="1239" y="49"/>
                  </a:lnTo>
                  <a:cubicBezTo>
                    <a:pt x="1221" y="46"/>
                    <a:pt x="1205" y="46"/>
                    <a:pt x="1188" y="49"/>
                  </a:cubicBezTo>
                  <a:lnTo>
                    <a:pt x="1188" y="49"/>
                  </a:lnTo>
                  <a:lnTo>
                    <a:pt x="1188" y="49"/>
                  </a:lnTo>
                  <a:cubicBezTo>
                    <a:pt x="1171" y="49"/>
                    <a:pt x="1158" y="49"/>
                    <a:pt x="1148" y="56"/>
                  </a:cubicBezTo>
                  <a:cubicBezTo>
                    <a:pt x="1107" y="59"/>
                    <a:pt x="1067" y="62"/>
                    <a:pt x="1034" y="76"/>
                  </a:cubicBezTo>
                  <a:cubicBezTo>
                    <a:pt x="950" y="69"/>
                    <a:pt x="872" y="89"/>
                    <a:pt x="792" y="93"/>
                  </a:cubicBezTo>
                  <a:cubicBezTo>
                    <a:pt x="742" y="96"/>
                    <a:pt x="691" y="100"/>
                    <a:pt x="641" y="103"/>
                  </a:cubicBezTo>
                  <a:cubicBezTo>
                    <a:pt x="537" y="103"/>
                    <a:pt x="436" y="113"/>
                    <a:pt x="335" y="130"/>
                  </a:cubicBezTo>
                  <a:cubicBezTo>
                    <a:pt x="295" y="126"/>
                    <a:pt x="255" y="126"/>
                    <a:pt x="218" y="140"/>
                  </a:cubicBezTo>
                  <a:cubicBezTo>
                    <a:pt x="214" y="136"/>
                    <a:pt x="211" y="140"/>
                    <a:pt x="208" y="140"/>
                  </a:cubicBezTo>
                  <a:cubicBezTo>
                    <a:pt x="168" y="133"/>
                    <a:pt x="131" y="150"/>
                    <a:pt x="90" y="150"/>
                  </a:cubicBezTo>
                  <a:lnTo>
                    <a:pt x="90" y="150"/>
                  </a:lnTo>
                  <a:lnTo>
                    <a:pt x="90" y="150"/>
                  </a:lnTo>
                  <a:cubicBezTo>
                    <a:pt x="60" y="150"/>
                    <a:pt x="30" y="146"/>
                    <a:pt x="0" y="157"/>
                  </a:cubicBezTo>
                  <a:cubicBezTo>
                    <a:pt x="17" y="173"/>
                    <a:pt x="40" y="167"/>
                    <a:pt x="64" y="167"/>
                  </a:cubicBezTo>
                  <a:lnTo>
                    <a:pt x="64" y="170"/>
                  </a:lnTo>
                  <a:cubicBezTo>
                    <a:pt x="70" y="170"/>
                    <a:pt x="74" y="170"/>
                    <a:pt x="80" y="170"/>
                  </a:cubicBezTo>
                  <a:cubicBezTo>
                    <a:pt x="134" y="167"/>
                    <a:pt x="191" y="170"/>
                    <a:pt x="245" y="160"/>
                  </a:cubicBezTo>
                  <a:lnTo>
                    <a:pt x="245" y="160"/>
                  </a:lnTo>
                  <a:lnTo>
                    <a:pt x="245" y="160"/>
                  </a:lnTo>
                  <a:cubicBezTo>
                    <a:pt x="289" y="157"/>
                    <a:pt x="332" y="153"/>
                    <a:pt x="376" y="150"/>
                  </a:cubicBezTo>
                  <a:cubicBezTo>
                    <a:pt x="376" y="146"/>
                    <a:pt x="372" y="146"/>
                    <a:pt x="372" y="146"/>
                  </a:cubicBezTo>
                  <a:cubicBezTo>
                    <a:pt x="372" y="146"/>
                    <a:pt x="376" y="146"/>
                    <a:pt x="376" y="150"/>
                  </a:cubicBezTo>
                  <a:cubicBezTo>
                    <a:pt x="439" y="143"/>
                    <a:pt x="507" y="140"/>
                    <a:pt x="574" y="133"/>
                  </a:cubicBezTo>
                  <a:cubicBezTo>
                    <a:pt x="621" y="130"/>
                    <a:pt x="671" y="126"/>
                    <a:pt x="718" y="130"/>
                  </a:cubicBezTo>
                  <a:cubicBezTo>
                    <a:pt x="832" y="113"/>
                    <a:pt x="946" y="110"/>
                    <a:pt x="1057" y="93"/>
                  </a:cubicBezTo>
                  <a:lnTo>
                    <a:pt x="1057" y="93"/>
                  </a:lnTo>
                  <a:cubicBezTo>
                    <a:pt x="1111" y="86"/>
                    <a:pt x="1164" y="86"/>
                    <a:pt x="1215" y="72"/>
                  </a:cubicBezTo>
                  <a:lnTo>
                    <a:pt x="1215" y="72"/>
                  </a:lnTo>
                  <a:lnTo>
                    <a:pt x="1215" y="72"/>
                  </a:lnTo>
                  <a:cubicBezTo>
                    <a:pt x="1275" y="66"/>
                    <a:pt x="1336" y="72"/>
                    <a:pt x="1396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16200" lIns="90000" spcFirstLastPara="1" rIns="90000" wrap="square" tIns="162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188"/>
            <p:cNvSpPr/>
            <p:nvPr/>
          </p:nvSpPr>
          <p:spPr>
            <a:xfrm>
              <a:off x="5316120" y="4791240"/>
              <a:ext cx="1080" cy="0"/>
            </a:xfrm>
            <a:custGeom>
              <a:rect b="b" l="l" r="r" t="t"/>
              <a:pathLst>
                <a:path extrusionOk="0" h="120000"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188"/>
            <p:cNvSpPr/>
            <p:nvPr/>
          </p:nvSpPr>
          <p:spPr>
            <a:xfrm>
              <a:off x="4985280" y="4744080"/>
              <a:ext cx="358560" cy="32040"/>
            </a:xfrm>
            <a:custGeom>
              <a:rect b="b" l="l" r="r" t="t"/>
              <a:pathLst>
                <a:path extrusionOk="0" h="89" w="996">
                  <a:moveTo>
                    <a:pt x="838" y="7"/>
                  </a:moveTo>
                  <a:lnTo>
                    <a:pt x="838" y="7"/>
                  </a:lnTo>
                  <a:cubicBezTo>
                    <a:pt x="835" y="7"/>
                    <a:pt x="832" y="10"/>
                    <a:pt x="825" y="10"/>
                  </a:cubicBezTo>
                  <a:cubicBezTo>
                    <a:pt x="758" y="14"/>
                    <a:pt x="691" y="7"/>
                    <a:pt x="624" y="24"/>
                  </a:cubicBezTo>
                  <a:lnTo>
                    <a:pt x="624" y="24"/>
                  </a:lnTo>
                  <a:lnTo>
                    <a:pt x="624" y="24"/>
                  </a:lnTo>
                  <a:cubicBezTo>
                    <a:pt x="610" y="24"/>
                    <a:pt x="600" y="24"/>
                    <a:pt x="587" y="24"/>
                  </a:cubicBezTo>
                  <a:lnTo>
                    <a:pt x="587" y="24"/>
                  </a:lnTo>
                  <a:cubicBezTo>
                    <a:pt x="580" y="24"/>
                    <a:pt x="577" y="20"/>
                    <a:pt x="573" y="20"/>
                  </a:cubicBezTo>
                  <a:lnTo>
                    <a:pt x="573" y="20"/>
                  </a:lnTo>
                  <a:cubicBezTo>
                    <a:pt x="556" y="20"/>
                    <a:pt x="543" y="20"/>
                    <a:pt x="529" y="27"/>
                  </a:cubicBezTo>
                  <a:cubicBezTo>
                    <a:pt x="452" y="27"/>
                    <a:pt x="375" y="37"/>
                    <a:pt x="301" y="48"/>
                  </a:cubicBezTo>
                  <a:cubicBezTo>
                    <a:pt x="234" y="44"/>
                    <a:pt x="170" y="58"/>
                    <a:pt x="111" y="68"/>
                  </a:cubicBezTo>
                  <a:lnTo>
                    <a:pt x="111" y="68"/>
                  </a:lnTo>
                  <a:cubicBezTo>
                    <a:pt x="74" y="71"/>
                    <a:pt x="40" y="64"/>
                    <a:pt x="0" y="88"/>
                  </a:cubicBezTo>
                  <a:cubicBezTo>
                    <a:pt x="50" y="91"/>
                    <a:pt x="87" y="88"/>
                    <a:pt x="124" y="78"/>
                  </a:cubicBezTo>
                  <a:cubicBezTo>
                    <a:pt x="201" y="78"/>
                    <a:pt x="278" y="71"/>
                    <a:pt x="355" y="61"/>
                  </a:cubicBezTo>
                  <a:cubicBezTo>
                    <a:pt x="412" y="54"/>
                    <a:pt x="466" y="51"/>
                    <a:pt x="520" y="48"/>
                  </a:cubicBezTo>
                  <a:lnTo>
                    <a:pt x="520" y="48"/>
                  </a:lnTo>
                  <a:lnTo>
                    <a:pt x="520" y="48"/>
                  </a:lnTo>
                  <a:cubicBezTo>
                    <a:pt x="536" y="48"/>
                    <a:pt x="550" y="48"/>
                    <a:pt x="563" y="41"/>
                  </a:cubicBezTo>
                  <a:cubicBezTo>
                    <a:pt x="583" y="41"/>
                    <a:pt x="603" y="41"/>
                    <a:pt x="624" y="37"/>
                  </a:cubicBezTo>
                  <a:lnTo>
                    <a:pt x="624" y="37"/>
                  </a:lnTo>
                  <a:lnTo>
                    <a:pt x="624" y="37"/>
                  </a:lnTo>
                  <a:cubicBezTo>
                    <a:pt x="627" y="37"/>
                    <a:pt x="634" y="37"/>
                    <a:pt x="637" y="37"/>
                  </a:cubicBezTo>
                  <a:cubicBezTo>
                    <a:pt x="640" y="37"/>
                    <a:pt x="647" y="37"/>
                    <a:pt x="650" y="37"/>
                  </a:cubicBezTo>
                  <a:lnTo>
                    <a:pt x="650" y="37"/>
                  </a:lnTo>
                  <a:lnTo>
                    <a:pt x="650" y="37"/>
                  </a:lnTo>
                  <a:cubicBezTo>
                    <a:pt x="671" y="37"/>
                    <a:pt x="687" y="41"/>
                    <a:pt x="707" y="31"/>
                  </a:cubicBezTo>
                  <a:cubicBezTo>
                    <a:pt x="758" y="31"/>
                    <a:pt x="808" y="34"/>
                    <a:pt x="858" y="24"/>
                  </a:cubicBezTo>
                  <a:lnTo>
                    <a:pt x="858" y="24"/>
                  </a:lnTo>
                  <a:cubicBezTo>
                    <a:pt x="906" y="24"/>
                    <a:pt x="949" y="24"/>
                    <a:pt x="996" y="10"/>
                  </a:cubicBezTo>
                  <a:cubicBezTo>
                    <a:pt x="966" y="-3"/>
                    <a:pt x="906" y="-3"/>
                    <a:pt x="838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188"/>
            <p:cNvSpPr/>
            <p:nvPr/>
          </p:nvSpPr>
          <p:spPr>
            <a:xfrm>
              <a:off x="5256720" y="4787640"/>
              <a:ext cx="109440" cy="16200"/>
            </a:xfrm>
            <a:custGeom>
              <a:rect b="b" l="l" r="r" t="t"/>
              <a:pathLst>
                <a:path extrusionOk="0" h="45" w="304">
                  <a:moveTo>
                    <a:pt x="215" y="4"/>
                  </a:moveTo>
                  <a:lnTo>
                    <a:pt x="215" y="4"/>
                  </a:lnTo>
                  <a:cubicBezTo>
                    <a:pt x="215" y="4"/>
                    <a:pt x="212" y="4"/>
                    <a:pt x="209" y="4"/>
                  </a:cubicBezTo>
                  <a:cubicBezTo>
                    <a:pt x="205" y="4"/>
                    <a:pt x="202" y="4"/>
                    <a:pt x="202" y="7"/>
                  </a:cubicBezTo>
                  <a:cubicBezTo>
                    <a:pt x="195" y="7"/>
                    <a:pt x="185" y="7"/>
                    <a:pt x="181" y="10"/>
                  </a:cubicBezTo>
                  <a:lnTo>
                    <a:pt x="181" y="10"/>
                  </a:lnTo>
                  <a:cubicBezTo>
                    <a:pt x="178" y="14"/>
                    <a:pt x="175" y="14"/>
                    <a:pt x="172" y="14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38" y="14"/>
                    <a:pt x="108" y="14"/>
                    <a:pt x="78" y="17"/>
                  </a:cubicBezTo>
                  <a:cubicBezTo>
                    <a:pt x="74" y="17"/>
                    <a:pt x="74" y="20"/>
                    <a:pt x="74" y="20"/>
                  </a:cubicBezTo>
                  <a:cubicBezTo>
                    <a:pt x="54" y="17"/>
                    <a:pt x="34" y="20"/>
                    <a:pt x="10" y="20"/>
                  </a:cubicBezTo>
                  <a:cubicBezTo>
                    <a:pt x="10" y="20"/>
                    <a:pt x="7" y="24"/>
                    <a:pt x="7" y="27"/>
                  </a:cubicBezTo>
                  <a:lnTo>
                    <a:pt x="7" y="27"/>
                  </a:lnTo>
                  <a:cubicBezTo>
                    <a:pt x="4" y="27"/>
                    <a:pt x="4" y="27"/>
                    <a:pt x="0" y="31"/>
                  </a:cubicBezTo>
                  <a:cubicBezTo>
                    <a:pt x="4" y="37"/>
                    <a:pt x="14" y="37"/>
                    <a:pt x="24" y="37"/>
                  </a:cubicBezTo>
                  <a:cubicBezTo>
                    <a:pt x="27" y="34"/>
                    <a:pt x="27" y="34"/>
                    <a:pt x="27" y="31"/>
                  </a:cubicBezTo>
                  <a:cubicBezTo>
                    <a:pt x="44" y="37"/>
                    <a:pt x="54" y="54"/>
                    <a:pt x="78" y="37"/>
                  </a:cubicBezTo>
                  <a:lnTo>
                    <a:pt x="78" y="37"/>
                  </a:lnTo>
                  <a:cubicBezTo>
                    <a:pt x="124" y="47"/>
                    <a:pt x="172" y="41"/>
                    <a:pt x="219" y="27"/>
                  </a:cubicBezTo>
                  <a:lnTo>
                    <a:pt x="219" y="27"/>
                  </a:lnTo>
                  <a:cubicBezTo>
                    <a:pt x="245" y="34"/>
                    <a:pt x="272" y="31"/>
                    <a:pt x="296" y="31"/>
                  </a:cubicBezTo>
                  <a:cubicBezTo>
                    <a:pt x="299" y="27"/>
                    <a:pt x="299" y="24"/>
                    <a:pt x="296" y="20"/>
                  </a:cubicBezTo>
                  <a:lnTo>
                    <a:pt x="296" y="20"/>
                  </a:lnTo>
                  <a:cubicBezTo>
                    <a:pt x="306" y="17"/>
                    <a:pt x="306" y="14"/>
                    <a:pt x="296" y="10"/>
                  </a:cubicBezTo>
                  <a:cubicBezTo>
                    <a:pt x="296" y="7"/>
                    <a:pt x="296" y="4"/>
                    <a:pt x="292" y="4"/>
                  </a:cubicBezTo>
                  <a:cubicBezTo>
                    <a:pt x="286" y="0"/>
                    <a:pt x="279" y="0"/>
                    <a:pt x="272" y="0"/>
                  </a:cubicBezTo>
                  <a:cubicBezTo>
                    <a:pt x="266" y="4"/>
                    <a:pt x="262" y="4"/>
                    <a:pt x="256" y="0"/>
                  </a:cubicBezTo>
                  <a:cubicBezTo>
                    <a:pt x="252" y="0"/>
                    <a:pt x="249" y="0"/>
                    <a:pt x="245" y="0"/>
                  </a:cubicBezTo>
                  <a:cubicBezTo>
                    <a:pt x="235" y="7"/>
                    <a:pt x="225" y="7"/>
                    <a:pt x="21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188"/>
            <p:cNvSpPr/>
            <p:nvPr/>
          </p:nvSpPr>
          <p:spPr>
            <a:xfrm>
              <a:off x="4952880" y="4736160"/>
              <a:ext cx="215280" cy="21240"/>
            </a:xfrm>
            <a:custGeom>
              <a:rect b="b" l="l" r="r" t="t"/>
              <a:pathLst>
                <a:path extrusionOk="0" h="59" w="598">
                  <a:moveTo>
                    <a:pt x="274" y="26"/>
                  </a:moveTo>
                  <a:lnTo>
                    <a:pt x="274" y="26"/>
                  </a:lnTo>
                  <a:cubicBezTo>
                    <a:pt x="234" y="29"/>
                    <a:pt x="191" y="32"/>
                    <a:pt x="151" y="36"/>
                  </a:cubicBezTo>
                  <a:cubicBezTo>
                    <a:pt x="114" y="29"/>
                    <a:pt x="83" y="36"/>
                    <a:pt x="50" y="42"/>
                  </a:cubicBezTo>
                  <a:cubicBezTo>
                    <a:pt x="33" y="42"/>
                    <a:pt x="16" y="42"/>
                    <a:pt x="0" y="42"/>
                  </a:cubicBezTo>
                  <a:cubicBezTo>
                    <a:pt x="0" y="49"/>
                    <a:pt x="3" y="53"/>
                    <a:pt x="3" y="59"/>
                  </a:cubicBezTo>
                  <a:cubicBezTo>
                    <a:pt x="53" y="53"/>
                    <a:pt x="104" y="53"/>
                    <a:pt x="151" y="53"/>
                  </a:cubicBezTo>
                  <a:cubicBezTo>
                    <a:pt x="174" y="49"/>
                    <a:pt x="194" y="53"/>
                    <a:pt x="214" y="42"/>
                  </a:cubicBezTo>
                  <a:lnTo>
                    <a:pt x="214" y="42"/>
                  </a:lnTo>
                  <a:lnTo>
                    <a:pt x="214" y="42"/>
                  </a:lnTo>
                  <a:cubicBezTo>
                    <a:pt x="234" y="42"/>
                    <a:pt x="254" y="42"/>
                    <a:pt x="274" y="42"/>
                  </a:cubicBezTo>
                  <a:lnTo>
                    <a:pt x="274" y="42"/>
                  </a:lnTo>
                  <a:lnTo>
                    <a:pt x="274" y="42"/>
                  </a:lnTo>
                  <a:cubicBezTo>
                    <a:pt x="311" y="42"/>
                    <a:pt x="348" y="46"/>
                    <a:pt x="381" y="36"/>
                  </a:cubicBezTo>
                  <a:lnTo>
                    <a:pt x="381" y="36"/>
                  </a:lnTo>
                  <a:cubicBezTo>
                    <a:pt x="401" y="32"/>
                    <a:pt x="421" y="32"/>
                    <a:pt x="442" y="32"/>
                  </a:cubicBezTo>
                  <a:cubicBezTo>
                    <a:pt x="492" y="32"/>
                    <a:pt x="539" y="26"/>
                    <a:pt x="586" y="13"/>
                  </a:cubicBezTo>
                  <a:lnTo>
                    <a:pt x="586" y="13"/>
                  </a:lnTo>
                  <a:lnTo>
                    <a:pt x="586" y="13"/>
                  </a:lnTo>
                  <a:cubicBezTo>
                    <a:pt x="596" y="13"/>
                    <a:pt x="600" y="9"/>
                    <a:pt x="596" y="2"/>
                  </a:cubicBezTo>
                  <a:cubicBezTo>
                    <a:pt x="593" y="-1"/>
                    <a:pt x="586" y="-1"/>
                    <a:pt x="582" y="2"/>
                  </a:cubicBezTo>
                  <a:cubicBezTo>
                    <a:pt x="536" y="2"/>
                    <a:pt x="492" y="16"/>
                    <a:pt x="442" y="16"/>
                  </a:cubicBezTo>
                  <a:lnTo>
                    <a:pt x="442" y="16"/>
                  </a:lnTo>
                  <a:cubicBezTo>
                    <a:pt x="401" y="13"/>
                    <a:pt x="358" y="26"/>
                    <a:pt x="318" y="26"/>
                  </a:cubicBezTo>
                  <a:lnTo>
                    <a:pt x="318" y="26"/>
                  </a:lnTo>
                  <a:lnTo>
                    <a:pt x="318" y="26"/>
                  </a:lnTo>
                  <a:cubicBezTo>
                    <a:pt x="300" y="26"/>
                    <a:pt x="287" y="26"/>
                    <a:pt x="274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188"/>
            <p:cNvSpPr/>
            <p:nvPr/>
          </p:nvSpPr>
          <p:spPr>
            <a:xfrm>
              <a:off x="5348520" y="4767840"/>
              <a:ext cx="18360" cy="10440"/>
            </a:xfrm>
            <a:custGeom>
              <a:rect b="b" l="l" r="r" t="t"/>
              <a:pathLst>
                <a:path extrusionOk="0" h="29" w="51">
                  <a:moveTo>
                    <a:pt x="27" y="29"/>
                  </a:moveTo>
                  <a:lnTo>
                    <a:pt x="27" y="29"/>
                  </a:lnTo>
                  <a:cubicBezTo>
                    <a:pt x="37" y="29"/>
                    <a:pt x="44" y="29"/>
                    <a:pt x="51" y="29"/>
                  </a:cubicBezTo>
                  <a:cubicBezTo>
                    <a:pt x="51" y="-2"/>
                    <a:pt x="51" y="-2"/>
                    <a:pt x="4" y="2"/>
                  </a:cubicBezTo>
                  <a:cubicBezTo>
                    <a:pt x="4" y="5"/>
                    <a:pt x="1" y="8"/>
                    <a:pt x="1" y="12"/>
                  </a:cubicBezTo>
                  <a:cubicBezTo>
                    <a:pt x="-6" y="29"/>
                    <a:pt x="21" y="22"/>
                    <a:pt x="27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188"/>
            <p:cNvSpPr/>
            <p:nvPr/>
          </p:nvSpPr>
          <p:spPr>
            <a:xfrm>
              <a:off x="5189400" y="4803840"/>
              <a:ext cx="26280" cy="5400"/>
            </a:xfrm>
            <a:custGeom>
              <a:rect b="b" l="l" r="r" t="t"/>
              <a:pathLst>
                <a:path extrusionOk="0" h="15" w="73">
                  <a:moveTo>
                    <a:pt x="0" y="9"/>
                  </a:moveTo>
                  <a:lnTo>
                    <a:pt x="0" y="9"/>
                  </a:lnTo>
                  <a:cubicBezTo>
                    <a:pt x="23" y="19"/>
                    <a:pt x="43" y="16"/>
                    <a:pt x="73" y="2"/>
                  </a:cubicBezTo>
                  <a:cubicBezTo>
                    <a:pt x="40" y="-4"/>
                    <a:pt x="20" y="6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188"/>
            <p:cNvSpPr/>
            <p:nvPr/>
          </p:nvSpPr>
          <p:spPr>
            <a:xfrm>
              <a:off x="5586840" y="4732200"/>
              <a:ext cx="19080" cy="9720"/>
            </a:xfrm>
            <a:custGeom>
              <a:rect b="b" l="l" r="r" t="t"/>
              <a:pathLst>
                <a:path extrusionOk="0" h="27" w="53">
                  <a:moveTo>
                    <a:pt x="53" y="20"/>
                  </a:moveTo>
                  <a:lnTo>
                    <a:pt x="53" y="20"/>
                  </a:lnTo>
                  <a:cubicBezTo>
                    <a:pt x="53" y="13"/>
                    <a:pt x="43" y="10"/>
                    <a:pt x="37" y="7"/>
                  </a:cubicBezTo>
                  <a:cubicBezTo>
                    <a:pt x="23" y="7"/>
                    <a:pt x="13" y="3"/>
                    <a:pt x="0" y="0"/>
                  </a:cubicBezTo>
                  <a:cubicBezTo>
                    <a:pt x="-4" y="20"/>
                    <a:pt x="17" y="24"/>
                    <a:pt x="37" y="27"/>
                  </a:cubicBezTo>
                  <a:cubicBezTo>
                    <a:pt x="43" y="27"/>
                    <a:pt x="53" y="27"/>
                    <a:pt x="5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188"/>
            <p:cNvSpPr/>
            <p:nvPr/>
          </p:nvSpPr>
          <p:spPr>
            <a:xfrm>
              <a:off x="5301000" y="4816800"/>
              <a:ext cx="72720" cy="18000"/>
            </a:xfrm>
            <a:custGeom>
              <a:rect b="b" l="l" r="r" t="t"/>
              <a:pathLst>
                <a:path extrusionOk="0" h="50" w="202">
                  <a:moveTo>
                    <a:pt x="169" y="0"/>
                  </a:moveTo>
                  <a:lnTo>
                    <a:pt x="169" y="0"/>
                  </a:lnTo>
                  <a:cubicBezTo>
                    <a:pt x="163" y="0"/>
                    <a:pt x="156" y="3"/>
                    <a:pt x="146" y="3"/>
                  </a:cubicBezTo>
                  <a:cubicBezTo>
                    <a:pt x="129" y="3"/>
                    <a:pt x="112" y="3"/>
                    <a:pt x="96" y="7"/>
                  </a:cubicBezTo>
                  <a:cubicBezTo>
                    <a:pt x="65" y="13"/>
                    <a:pt x="35" y="13"/>
                    <a:pt x="5" y="13"/>
                  </a:cubicBezTo>
                  <a:cubicBezTo>
                    <a:pt x="-2" y="23"/>
                    <a:pt x="-5" y="33"/>
                    <a:pt x="18" y="30"/>
                  </a:cubicBezTo>
                  <a:cubicBezTo>
                    <a:pt x="22" y="33"/>
                    <a:pt x="29" y="37"/>
                    <a:pt x="32" y="40"/>
                  </a:cubicBezTo>
                  <a:cubicBezTo>
                    <a:pt x="52" y="54"/>
                    <a:pt x="72" y="50"/>
                    <a:pt x="96" y="43"/>
                  </a:cubicBezTo>
                  <a:cubicBezTo>
                    <a:pt x="99" y="40"/>
                    <a:pt x="99" y="37"/>
                    <a:pt x="102" y="33"/>
                  </a:cubicBezTo>
                  <a:cubicBezTo>
                    <a:pt x="119" y="43"/>
                    <a:pt x="139" y="43"/>
                    <a:pt x="159" y="40"/>
                  </a:cubicBezTo>
                  <a:cubicBezTo>
                    <a:pt x="166" y="37"/>
                    <a:pt x="169" y="37"/>
                    <a:pt x="173" y="33"/>
                  </a:cubicBezTo>
                  <a:cubicBezTo>
                    <a:pt x="176" y="30"/>
                    <a:pt x="176" y="27"/>
                    <a:pt x="176" y="23"/>
                  </a:cubicBezTo>
                  <a:cubicBezTo>
                    <a:pt x="183" y="27"/>
                    <a:pt x="190" y="27"/>
                    <a:pt x="196" y="23"/>
                  </a:cubicBezTo>
                  <a:cubicBezTo>
                    <a:pt x="200" y="23"/>
                    <a:pt x="203" y="20"/>
                    <a:pt x="200" y="17"/>
                  </a:cubicBezTo>
                  <a:cubicBezTo>
                    <a:pt x="196" y="7"/>
                    <a:pt x="183" y="3"/>
                    <a:pt x="1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188"/>
            <p:cNvSpPr/>
            <p:nvPr/>
          </p:nvSpPr>
          <p:spPr>
            <a:xfrm>
              <a:off x="4633560" y="4818960"/>
              <a:ext cx="388080" cy="32760"/>
            </a:xfrm>
            <a:custGeom>
              <a:rect b="b" l="l" r="r" t="t"/>
              <a:pathLst>
                <a:path extrusionOk="0" h="91" w="1078">
                  <a:moveTo>
                    <a:pt x="853" y="14"/>
                  </a:moveTo>
                  <a:lnTo>
                    <a:pt x="853" y="14"/>
                  </a:lnTo>
                  <a:cubicBezTo>
                    <a:pt x="830" y="14"/>
                    <a:pt x="809" y="14"/>
                    <a:pt x="786" y="24"/>
                  </a:cubicBezTo>
                  <a:cubicBezTo>
                    <a:pt x="782" y="24"/>
                    <a:pt x="779" y="24"/>
                    <a:pt x="776" y="24"/>
                  </a:cubicBezTo>
                  <a:lnTo>
                    <a:pt x="776" y="24"/>
                  </a:lnTo>
                  <a:cubicBezTo>
                    <a:pt x="742" y="24"/>
                    <a:pt x="705" y="17"/>
                    <a:pt x="672" y="34"/>
                  </a:cubicBezTo>
                  <a:cubicBezTo>
                    <a:pt x="548" y="27"/>
                    <a:pt x="430" y="44"/>
                    <a:pt x="309" y="54"/>
                  </a:cubicBezTo>
                  <a:cubicBezTo>
                    <a:pt x="299" y="54"/>
                    <a:pt x="286" y="54"/>
                    <a:pt x="276" y="54"/>
                  </a:cubicBezTo>
                  <a:cubicBezTo>
                    <a:pt x="259" y="61"/>
                    <a:pt x="239" y="58"/>
                    <a:pt x="222" y="61"/>
                  </a:cubicBezTo>
                  <a:lnTo>
                    <a:pt x="222" y="61"/>
                  </a:lnTo>
                  <a:lnTo>
                    <a:pt x="222" y="61"/>
                  </a:lnTo>
                  <a:cubicBezTo>
                    <a:pt x="212" y="61"/>
                    <a:pt x="205" y="61"/>
                    <a:pt x="195" y="61"/>
                  </a:cubicBezTo>
                  <a:cubicBezTo>
                    <a:pt x="192" y="61"/>
                    <a:pt x="188" y="61"/>
                    <a:pt x="182" y="61"/>
                  </a:cubicBezTo>
                  <a:lnTo>
                    <a:pt x="182" y="61"/>
                  </a:lnTo>
                  <a:lnTo>
                    <a:pt x="182" y="61"/>
                  </a:lnTo>
                  <a:cubicBezTo>
                    <a:pt x="165" y="61"/>
                    <a:pt x="145" y="58"/>
                    <a:pt x="131" y="71"/>
                  </a:cubicBezTo>
                  <a:lnTo>
                    <a:pt x="131" y="71"/>
                  </a:lnTo>
                  <a:lnTo>
                    <a:pt x="131" y="71"/>
                  </a:lnTo>
                  <a:cubicBezTo>
                    <a:pt x="95" y="71"/>
                    <a:pt x="57" y="64"/>
                    <a:pt x="27" y="78"/>
                  </a:cubicBezTo>
                  <a:lnTo>
                    <a:pt x="27" y="78"/>
                  </a:lnTo>
                  <a:cubicBezTo>
                    <a:pt x="17" y="78"/>
                    <a:pt x="10" y="78"/>
                    <a:pt x="0" y="78"/>
                  </a:cubicBezTo>
                  <a:cubicBezTo>
                    <a:pt x="14" y="91"/>
                    <a:pt x="34" y="88"/>
                    <a:pt x="51" y="88"/>
                  </a:cubicBezTo>
                  <a:cubicBezTo>
                    <a:pt x="61" y="88"/>
                    <a:pt x="71" y="88"/>
                    <a:pt x="81" y="91"/>
                  </a:cubicBezTo>
                  <a:cubicBezTo>
                    <a:pt x="128" y="88"/>
                    <a:pt x="178" y="94"/>
                    <a:pt x="222" y="81"/>
                  </a:cubicBezTo>
                  <a:lnTo>
                    <a:pt x="222" y="81"/>
                  </a:lnTo>
                  <a:cubicBezTo>
                    <a:pt x="349" y="78"/>
                    <a:pt x="474" y="64"/>
                    <a:pt x="598" y="58"/>
                  </a:cubicBezTo>
                  <a:cubicBezTo>
                    <a:pt x="675" y="54"/>
                    <a:pt x="752" y="48"/>
                    <a:pt x="830" y="41"/>
                  </a:cubicBezTo>
                  <a:cubicBezTo>
                    <a:pt x="833" y="41"/>
                    <a:pt x="836" y="41"/>
                    <a:pt x="840" y="41"/>
                  </a:cubicBezTo>
                  <a:lnTo>
                    <a:pt x="836" y="41"/>
                  </a:lnTo>
                  <a:lnTo>
                    <a:pt x="836" y="41"/>
                  </a:lnTo>
                  <a:cubicBezTo>
                    <a:pt x="840" y="41"/>
                    <a:pt x="840" y="41"/>
                    <a:pt x="840" y="41"/>
                  </a:cubicBezTo>
                  <a:cubicBezTo>
                    <a:pt x="846" y="44"/>
                    <a:pt x="850" y="41"/>
                    <a:pt x="853" y="41"/>
                  </a:cubicBezTo>
                  <a:lnTo>
                    <a:pt x="853" y="41"/>
                  </a:lnTo>
                  <a:lnTo>
                    <a:pt x="853" y="41"/>
                  </a:lnTo>
                  <a:cubicBezTo>
                    <a:pt x="890" y="44"/>
                    <a:pt x="923" y="44"/>
                    <a:pt x="957" y="34"/>
                  </a:cubicBezTo>
                  <a:cubicBezTo>
                    <a:pt x="994" y="37"/>
                    <a:pt x="1031" y="31"/>
                    <a:pt x="1064" y="24"/>
                  </a:cubicBezTo>
                  <a:cubicBezTo>
                    <a:pt x="1074" y="21"/>
                    <a:pt x="1081" y="17"/>
                    <a:pt x="1078" y="11"/>
                  </a:cubicBezTo>
                  <a:cubicBezTo>
                    <a:pt x="1078" y="4"/>
                    <a:pt x="1071" y="1"/>
                    <a:pt x="1061" y="1"/>
                  </a:cubicBezTo>
                  <a:cubicBezTo>
                    <a:pt x="1017" y="-3"/>
                    <a:pt x="974" y="1"/>
                    <a:pt x="934" y="17"/>
                  </a:cubicBezTo>
                  <a:lnTo>
                    <a:pt x="934" y="17"/>
                  </a:lnTo>
                  <a:cubicBezTo>
                    <a:pt x="930" y="17"/>
                    <a:pt x="930" y="17"/>
                    <a:pt x="930" y="17"/>
                  </a:cubicBezTo>
                  <a:lnTo>
                    <a:pt x="930" y="17"/>
                  </a:lnTo>
                  <a:lnTo>
                    <a:pt x="930" y="17"/>
                  </a:lnTo>
                  <a:cubicBezTo>
                    <a:pt x="907" y="17"/>
                    <a:pt x="880" y="17"/>
                    <a:pt x="853" y="14"/>
                  </a:cubicBezTo>
                  <a:moveTo>
                    <a:pt x="853" y="24"/>
                  </a:moveTo>
                  <a:lnTo>
                    <a:pt x="853" y="24"/>
                  </a:lnTo>
                  <a:lnTo>
                    <a:pt x="853" y="24"/>
                  </a:lnTo>
                  <a:lnTo>
                    <a:pt x="853" y="24"/>
                  </a:lnTo>
                  <a:lnTo>
                    <a:pt x="856" y="24"/>
                  </a:lnTo>
                  <a:lnTo>
                    <a:pt x="853" y="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188"/>
            <p:cNvSpPr/>
            <p:nvPr/>
          </p:nvSpPr>
          <p:spPr>
            <a:xfrm>
              <a:off x="5144400" y="4705560"/>
              <a:ext cx="8640" cy="6120"/>
            </a:xfrm>
            <a:custGeom>
              <a:rect b="b" l="l" r="r" t="t"/>
              <a:pathLst>
                <a:path extrusionOk="0" h="17" w="24">
                  <a:moveTo>
                    <a:pt x="24" y="7"/>
                  </a:moveTo>
                  <a:lnTo>
                    <a:pt x="24" y="7"/>
                  </a:lnTo>
                  <a:cubicBezTo>
                    <a:pt x="24" y="-3"/>
                    <a:pt x="10" y="0"/>
                    <a:pt x="0" y="0"/>
                  </a:cubicBezTo>
                  <a:cubicBezTo>
                    <a:pt x="0" y="3"/>
                    <a:pt x="0" y="10"/>
                    <a:pt x="0" y="17"/>
                  </a:cubicBezTo>
                  <a:cubicBezTo>
                    <a:pt x="10" y="17"/>
                    <a:pt x="24" y="17"/>
                    <a:pt x="2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188"/>
            <p:cNvSpPr/>
            <p:nvPr/>
          </p:nvSpPr>
          <p:spPr>
            <a:xfrm>
              <a:off x="5158800" y="4693680"/>
              <a:ext cx="191160" cy="15480"/>
            </a:xfrm>
            <a:custGeom>
              <a:rect b="b" l="l" r="r" t="t"/>
              <a:pathLst>
                <a:path extrusionOk="0" h="43" w="531">
                  <a:moveTo>
                    <a:pt x="376" y="13"/>
                  </a:moveTo>
                  <a:lnTo>
                    <a:pt x="376" y="13"/>
                  </a:lnTo>
                  <a:lnTo>
                    <a:pt x="376" y="13"/>
                  </a:lnTo>
                  <a:lnTo>
                    <a:pt x="376" y="13"/>
                  </a:lnTo>
                  <a:lnTo>
                    <a:pt x="376" y="13"/>
                  </a:lnTo>
                  <a:cubicBezTo>
                    <a:pt x="366" y="-1"/>
                    <a:pt x="356" y="6"/>
                    <a:pt x="346" y="13"/>
                  </a:cubicBezTo>
                  <a:cubicBezTo>
                    <a:pt x="343" y="13"/>
                    <a:pt x="339" y="13"/>
                    <a:pt x="336" y="13"/>
                  </a:cubicBezTo>
                  <a:cubicBezTo>
                    <a:pt x="333" y="13"/>
                    <a:pt x="326" y="13"/>
                    <a:pt x="323" y="13"/>
                  </a:cubicBezTo>
                  <a:cubicBezTo>
                    <a:pt x="319" y="13"/>
                    <a:pt x="316" y="16"/>
                    <a:pt x="309" y="16"/>
                  </a:cubicBezTo>
                  <a:cubicBezTo>
                    <a:pt x="266" y="13"/>
                    <a:pt x="222" y="10"/>
                    <a:pt x="182" y="20"/>
                  </a:cubicBezTo>
                  <a:lnTo>
                    <a:pt x="182" y="20"/>
                  </a:lnTo>
                  <a:cubicBezTo>
                    <a:pt x="168" y="13"/>
                    <a:pt x="155" y="23"/>
                    <a:pt x="142" y="23"/>
                  </a:cubicBezTo>
                  <a:cubicBezTo>
                    <a:pt x="95" y="10"/>
                    <a:pt x="51" y="26"/>
                    <a:pt x="0" y="33"/>
                  </a:cubicBezTo>
                  <a:cubicBezTo>
                    <a:pt x="44" y="46"/>
                    <a:pt x="121" y="46"/>
                    <a:pt x="182" y="33"/>
                  </a:cubicBezTo>
                  <a:lnTo>
                    <a:pt x="178" y="30"/>
                  </a:lnTo>
                  <a:lnTo>
                    <a:pt x="182" y="30"/>
                  </a:lnTo>
                  <a:cubicBezTo>
                    <a:pt x="182" y="33"/>
                    <a:pt x="182" y="33"/>
                    <a:pt x="182" y="33"/>
                  </a:cubicBezTo>
                  <a:cubicBezTo>
                    <a:pt x="232" y="33"/>
                    <a:pt x="286" y="36"/>
                    <a:pt x="336" y="23"/>
                  </a:cubicBezTo>
                  <a:lnTo>
                    <a:pt x="336" y="23"/>
                  </a:lnTo>
                  <a:cubicBezTo>
                    <a:pt x="350" y="26"/>
                    <a:pt x="363" y="26"/>
                    <a:pt x="373" y="23"/>
                  </a:cubicBezTo>
                  <a:lnTo>
                    <a:pt x="373" y="23"/>
                  </a:lnTo>
                  <a:lnTo>
                    <a:pt x="373" y="23"/>
                  </a:lnTo>
                  <a:cubicBezTo>
                    <a:pt x="380" y="23"/>
                    <a:pt x="383" y="23"/>
                    <a:pt x="386" y="23"/>
                  </a:cubicBezTo>
                  <a:cubicBezTo>
                    <a:pt x="400" y="23"/>
                    <a:pt x="413" y="23"/>
                    <a:pt x="424" y="23"/>
                  </a:cubicBezTo>
                  <a:cubicBezTo>
                    <a:pt x="460" y="26"/>
                    <a:pt x="494" y="13"/>
                    <a:pt x="531" y="10"/>
                  </a:cubicBezTo>
                  <a:cubicBezTo>
                    <a:pt x="481" y="-4"/>
                    <a:pt x="434" y="-4"/>
                    <a:pt x="386" y="13"/>
                  </a:cubicBezTo>
                  <a:lnTo>
                    <a:pt x="386" y="13"/>
                  </a:lnTo>
                  <a:lnTo>
                    <a:pt x="386" y="13"/>
                  </a:lnTo>
                  <a:lnTo>
                    <a:pt x="386" y="13"/>
                  </a:lnTo>
                  <a:lnTo>
                    <a:pt x="386" y="13"/>
                  </a:lnTo>
                  <a:cubicBezTo>
                    <a:pt x="383" y="13"/>
                    <a:pt x="380" y="13"/>
                    <a:pt x="37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188"/>
            <p:cNvSpPr/>
            <p:nvPr/>
          </p:nvSpPr>
          <p:spPr>
            <a:xfrm>
              <a:off x="4689360" y="4963680"/>
              <a:ext cx="293400" cy="16560"/>
            </a:xfrm>
            <a:custGeom>
              <a:rect b="b" l="l" r="r" t="t"/>
              <a:pathLst>
                <a:path extrusionOk="0" h="46" w="815">
                  <a:moveTo>
                    <a:pt x="154" y="31"/>
                  </a:moveTo>
                  <a:lnTo>
                    <a:pt x="154" y="31"/>
                  </a:lnTo>
                  <a:cubicBezTo>
                    <a:pt x="137" y="28"/>
                    <a:pt x="117" y="25"/>
                    <a:pt x="104" y="35"/>
                  </a:cubicBezTo>
                  <a:cubicBezTo>
                    <a:pt x="101" y="35"/>
                    <a:pt x="97" y="35"/>
                    <a:pt x="94" y="38"/>
                  </a:cubicBezTo>
                  <a:cubicBezTo>
                    <a:pt x="87" y="38"/>
                    <a:pt x="87" y="42"/>
                    <a:pt x="94" y="45"/>
                  </a:cubicBezTo>
                  <a:cubicBezTo>
                    <a:pt x="127" y="45"/>
                    <a:pt x="161" y="45"/>
                    <a:pt x="194" y="45"/>
                  </a:cubicBezTo>
                  <a:cubicBezTo>
                    <a:pt x="248" y="42"/>
                    <a:pt x="302" y="52"/>
                    <a:pt x="352" y="38"/>
                  </a:cubicBezTo>
                  <a:lnTo>
                    <a:pt x="352" y="38"/>
                  </a:lnTo>
                  <a:cubicBezTo>
                    <a:pt x="503" y="38"/>
                    <a:pt x="658" y="38"/>
                    <a:pt x="815" y="18"/>
                  </a:cubicBezTo>
                  <a:cubicBezTo>
                    <a:pt x="779" y="18"/>
                    <a:pt x="742" y="8"/>
                    <a:pt x="708" y="11"/>
                  </a:cubicBezTo>
                  <a:cubicBezTo>
                    <a:pt x="634" y="18"/>
                    <a:pt x="560" y="11"/>
                    <a:pt x="487" y="15"/>
                  </a:cubicBezTo>
                  <a:cubicBezTo>
                    <a:pt x="463" y="18"/>
                    <a:pt x="450" y="5"/>
                    <a:pt x="429" y="5"/>
                  </a:cubicBezTo>
                  <a:cubicBezTo>
                    <a:pt x="362" y="5"/>
                    <a:pt x="292" y="11"/>
                    <a:pt x="221" y="1"/>
                  </a:cubicBezTo>
                  <a:cubicBezTo>
                    <a:pt x="215" y="1"/>
                    <a:pt x="205" y="5"/>
                    <a:pt x="198" y="8"/>
                  </a:cubicBezTo>
                  <a:lnTo>
                    <a:pt x="198" y="8"/>
                  </a:lnTo>
                  <a:cubicBezTo>
                    <a:pt x="178" y="-5"/>
                    <a:pt x="154" y="1"/>
                    <a:pt x="131" y="1"/>
                  </a:cubicBezTo>
                  <a:lnTo>
                    <a:pt x="131" y="1"/>
                  </a:lnTo>
                  <a:cubicBezTo>
                    <a:pt x="114" y="1"/>
                    <a:pt x="97" y="1"/>
                    <a:pt x="80" y="1"/>
                  </a:cubicBezTo>
                  <a:cubicBezTo>
                    <a:pt x="70" y="8"/>
                    <a:pt x="50" y="1"/>
                    <a:pt x="40" y="8"/>
                  </a:cubicBezTo>
                  <a:cubicBezTo>
                    <a:pt x="27" y="8"/>
                    <a:pt x="10" y="8"/>
                    <a:pt x="0" y="18"/>
                  </a:cubicBezTo>
                  <a:lnTo>
                    <a:pt x="0" y="18"/>
                  </a:lnTo>
                  <a:cubicBezTo>
                    <a:pt x="10" y="21"/>
                    <a:pt x="20" y="21"/>
                    <a:pt x="27" y="25"/>
                  </a:cubicBezTo>
                  <a:cubicBezTo>
                    <a:pt x="33" y="28"/>
                    <a:pt x="37" y="28"/>
                    <a:pt x="40" y="28"/>
                  </a:cubicBezTo>
                  <a:cubicBezTo>
                    <a:pt x="40" y="25"/>
                    <a:pt x="40" y="21"/>
                    <a:pt x="40" y="18"/>
                  </a:cubicBezTo>
                  <a:cubicBezTo>
                    <a:pt x="44" y="21"/>
                    <a:pt x="47" y="21"/>
                    <a:pt x="50" y="21"/>
                  </a:cubicBezTo>
                  <a:cubicBezTo>
                    <a:pt x="80" y="18"/>
                    <a:pt x="111" y="31"/>
                    <a:pt x="141" y="21"/>
                  </a:cubicBezTo>
                  <a:cubicBezTo>
                    <a:pt x="141" y="28"/>
                    <a:pt x="151" y="31"/>
                    <a:pt x="161" y="31"/>
                  </a:cubicBezTo>
                  <a:cubicBezTo>
                    <a:pt x="164" y="31"/>
                    <a:pt x="168" y="31"/>
                    <a:pt x="171" y="31"/>
                  </a:cubicBezTo>
                  <a:cubicBezTo>
                    <a:pt x="168" y="35"/>
                    <a:pt x="161" y="31"/>
                    <a:pt x="154" y="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188"/>
            <p:cNvSpPr/>
            <p:nvPr/>
          </p:nvSpPr>
          <p:spPr>
            <a:xfrm>
              <a:off x="5018400" y="5031720"/>
              <a:ext cx="200880" cy="12960"/>
            </a:xfrm>
            <a:custGeom>
              <a:rect b="b" l="l" r="r" t="t"/>
              <a:pathLst>
                <a:path extrusionOk="0" h="36" w="558">
                  <a:moveTo>
                    <a:pt x="286" y="10"/>
                  </a:moveTo>
                  <a:lnTo>
                    <a:pt x="286" y="10"/>
                  </a:lnTo>
                  <a:cubicBezTo>
                    <a:pt x="253" y="10"/>
                    <a:pt x="216" y="14"/>
                    <a:pt x="179" y="7"/>
                  </a:cubicBezTo>
                  <a:cubicBezTo>
                    <a:pt x="172" y="4"/>
                    <a:pt x="162" y="7"/>
                    <a:pt x="159" y="14"/>
                  </a:cubicBezTo>
                  <a:cubicBezTo>
                    <a:pt x="152" y="14"/>
                    <a:pt x="149" y="14"/>
                    <a:pt x="146" y="14"/>
                  </a:cubicBezTo>
                  <a:cubicBezTo>
                    <a:pt x="139" y="10"/>
                    <a:pt x="136" y="7"/>
                    <a:pt x="132" y="4"/>
                  </a:cubicBezTo>
                  <a:cubicBezTo>
                    <a:pt x="125" y="0"/>
                    <a:pt x="122" y="0"/>
                    <a:pt x="118" y="4"/>
                  </a:cubicBezTo>
                  <a:cubicBezTo>
                    <a:pt x="115" y="4"/>
                    <a:pt x="112" y="4"/>
                    <a:pt x="105" y="4"/>
                  </a:cubicBezTo>
                  <a:cubicBezTo>
                    <a:pt x="89" y="-6"/>
                    <a:pt x="72" y="4"/>
                    <a:pt x="56" y="4"/>
                  </a:cubicBezTo>
                  <a:lnTo>
                    <a:pt x="56" y="4"/>
                  </a:lnTo>
                  <a:cubicBezTo>
                    <a:pt x="46" y="10"/>
                    <a:pt x="39" y="10"/>
                    <a:pt x="29" y="4"/>
                  </a:cubicBezTo>
                  <a:cubicBezTo>
                    <a:pt x="22" y="4"/>
                    <a:pt x="16" y="4"/>
                    <a:pt x="5" y="4"/>
                  </a:cubicBezTo>
                  <a:cubicBezTo>
                    <a:pt x="-1" y="7"/>
                    <a:pt x="-1" y="10"/>
                    <a:pt x="5" y="14"/>
                  </a:cubicBezTo>
                  <a:cubicBezTo>
                    <a:pt x="5" y="17"/>
                    <a:pt x="5" y="17"/>
                    <a:pt x="5" y="21"/>
                  </a:cubicBezTo>
                  <a:cubicBezTo>
                    <a:pt x="12" y="27"/>
                    <a:pt x="26" y="27"/>
                    <a:pt x="32" y="31"/>
                  </a:cubicBezTo>
                  <a:cubicBezTo>
                    <a:pt x="56" y="24"/>
                    <a:pt x="82" y="24"/>
                    <a:pt x="105" y="24"/>
                  </a:cubicBezTo>
                  <a:lnTo>
                    <a:pt x="105" y="24"/>
                  </a:lnTo>
                  <a:lnTo>
                    <a:pt x="105" y="24"/>
                  </a:lnTo>
                  <a:cubicBezTo>
                    <a:pt x="122" y="24"/>
                    <a:pt x="139" y="24"/>
                    <a:pt x="159" y="24"/>
                  </a:cubicBezTo>
                  <a:lnTo>
                    <a:pt x="159" y="24"/>
                  </a:lnTo>
                  <a:cubicBezTo>
                    <a:pt x="172" y="34"/>
                    <a:pt x="193" y="27"/>
                    <a:pt x="209" y="31"/>
                  </a:cubicBezTo>
                  <a:cubicBezTo>
                    <a:pt x="213" y="34"/>
                    <a:pt x="216" y="34"/>
                    <a:pt x="219" y="34"/>
                  </a:cubicBezTo>
                  <a:lnTo>
                    <a:pt x="223" y="34"/>
                  </a:lnTo>
                  <a:cubicBezTo>
                    <a:pt x="243" y="31"/>
                    <a:pt x="266" y="31"/>
                    <a:pt x="286" y="31"/>
                  </a:cubicBezTo>
                  <a:lnTo>
                    <a:pt x="286" y="31"/>
                  </a:lnTo>
                  <a:cubicBezTo>
                    <a:pt x="286" y="34"/>
                    <a:pt x="286" y="34"/>
                    <a:pt x="286" y="34"/>
                  </a:cubicBezTo>
                  <a:cubicBezTo>
                    <a:pt x="290" y="34"/>
                    <a:pt x="297" y="34"/>
                    <a:pt x="300" y="34"/>
                  </a:cubicBezTo>
                  <a:cubicBezTo>
                    <a:pt x="320" y="24"/>
                    <a:pt x="343" y="31"/>
                    <a:pt x="364" y="31"/>
                  </a:cubicBezTo>
                  <a:cubicBezTo>
                    <a:pt x="374" y="37"/>
                    <a:pt x="380" y="37"/>
                    <a:pt x="390" y="34"/>
                  </a:cubicBezTo>
                  <a:cubicBezTo>
                    <a:pt x="390" y="31"/>
                    <a:pt x="390" y="31"/>
                    <a:pt x="390" y="31"/>
                  </a:cubicBezTo>
                  <a:lnTo>
                    <a:pt x="390" y="31"/>
                  </a:lnTo>
                  <a:cubicBezTo>
                    <a:pt x="501" y="31"/>
                    <a:pt x="501" y="31"/>
                    <a:pt x="558" y="7"/>
                  </a:cubicBezTo>
                  <a:cubicBezTo>
                    <a:pt x="521" y="14"/>
                    <a:pt x="481" y="4"/>
                    <a:pt x="441" y="10"/>
                  </a:cubicBezTo>
                  <a:lnTo>
                    <a:pt x="441" y="10"/>
                  </a:lnTo>
                  <a:cubicBezTo>
                    <a:pt x="437" y="10"/>
                    <a:pt x="434" y="14"/>
                    <a:pt x="428" y="14"/>
                  </a:cubicBezTo>
                  <a:lnTo>
                    <a:pt x="428" y="14"/>
                  </a:lnTo>
                  <a:cubicBezTo>
                    <a:pt x="380" y="7"/>
                    <a:pt x="333" y="10"/>
                    <a:pt x="28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188"/>
            <p:cNvSpPr/>
            <p:nvPr/>
          </p:nvSpPr>
          <p:spPr>
            <a:xfrm>
              <a:off x="4645800" y="4983480"/>
              <a:ext cx="334800" cy="16560"/>
            </a:xfrm>
            <a:custGeom>
              <a:rect b="b" l="l" r="r" t="t"/>
              <a:pathLst>
                <a:path extrusionOk="0" h="46" w="930">
                  <a:moveTo>
                    <a:pt x="17" y="20"/>
                  </a:moveTo>
                  <a:lnTo>
                    <a:pt x="17" y="20"/>
                  </a:lnTo>
                  <a:cubicBezTo>
                    <a:pt x="13" y="17"/>
                    <a:pt x="10" y="17"/>
                    <a:pt x="7" y="17"/>
                  </a:cubicBezTo>
                  <a:cubicBezTo>
                    <a:pt x="7" y="20"/>
                    <a:pt x="3" y="20"/>
                    <a:pt x="0" y="23"/>
                  </a:cubicBezTo>
                  <a:cubicBezTo>
                    <a:pt x="7" y="23"/>
                    <a:pt x="13" y="27"/>
                    <a:pt x="20" y="27"/>
                  </a:cubicBezTo>
                  <a:lnTo>
                    <a:pt x="20" y="27"/>
                  </a:lnTo>
                  <a:cubicBezTo>
                    <a:pt x="57" y="27"/>
                    <a:pt x="94" y="27"/>
                    <a:pt x="134" y="27"/>
                  </a:cubicBezTo>
                  <a:cubicBezTo>
                    <a:pt x="148" y="27"/>
                    <a:pt x="165" y="27"/>
                    <a:pt x="175" y="37"/>
                  </a:cubicBezTo>
                  <a:cubicBezTo>
                    <a:pt x="178" y="37"/>
                    <a:pt x="185" y="37"/>
                    <a:pt x="188" y="34"/>
                  </a:cubicBezTo>
                  <a:lnTo>
                    <a:pt x="188" y="34"/>
                  </a:lnTo>
                  <a:lnTo>
                    <a:pt x="188" y="34"/>
                  </a:lnTo>
                  <a:cubicBezTo>
                    <a:pt x="218" y="37"/>
                    <a:pt x="248" y="37"/>
                    <a:pt x="279" y="37"/>
                  </a:cubicBezTo>
                  <a:lnTo>
                    <a:pt x="279" y="37"/>
                  </a:lnTo>
                  <a:lnTo>
                    <a:pt x="279" y="37"/>
                  </a:lnTo>
                  <a:cubicBezTo>
                    <a:pt x="322" y="37"/>
                    <a:pt x="362" y="37"/>
                    <a:pt x="406" y="37"/>
                  </a:cubicBezTo>
                  <a:cubicBezTo>
                    <a:pt x="467" y="37"/>
                    <a:pt x="527" y="44"/>
                    <a:pt x="584" y="37"/>
                  </a:cubicBezTo>
                  <a:lnTo>
                    <a:pt x="584" y="37"/>
                  </a:lnTo>
                  <a:cubicBezTo>
                    <a:pt x="604" y="47"/>
                    <a:pt x="624" y="44"/>
                    <a:pt x="644" y="37"/>
                  </a:cubicBezTo>
                  <a:cubicBezTo>
                    <a:pt x="654" y="37"/>
                    <a:pt x="665" y="37"/>
                    <a:pt x="675" y="37"/>
                  </a:cubicBezTo>
                  <a:lnTo>
                    <a:pt x="675" y="37"/>
                  </a:lnTo>
                  <a:cubicBezTo>
                    <a:pt x="708" y="47"/>
                    <a:pt x="742" y="51"/>
                    <a:pt x="775" y="37"/>
                  </a:cubicBezTo>
                  <a:cubicBezTo>
                    <a:pt x="806" y="40"/>
                    <a:pt x="839" y="40"/>
                    <a:pt x="873" y="34"/>
                  </a:cubicBezTo>
                  <a:cubicBezTo>
                    <a:pt x="883" y="37"/>
                    <a:pt x="893" y="34"/>
                    <a:pt x="900" y="27"/>
                  </a:cubicBezTo>
                  <a:cubicBezTo>
                    <a:pt x="903" y="30"/>
                    <a:pt x="906" y="27"/>
                    <a:pt x="910" y="27"/>
                  </a:cubicBezTo>
                  <a:lnTo>
                    <a:pt x="910" y="27"/>
                  </a:lnTo>
                  <a:lnTo>
                    <a:pt x="910" y="27"/>
                  </a:lnTo>
                  <a:cubicBezTo>
                    <a:pt x="920" y="27"/>
                    <a:pt x="933" y="20"/>
                    <a:pt x="930" y="13"/>
                  </a:cubicBezTo>
                  <a:cubicBezTo>
                    <a:pt x="920" y="0"/>
                    <a:pt x="906" y="10"/>
                    <a:pt x="896" y="17"/>
                  </a:cubicBezTo>
                  <a:cubicBezTo>
                    <a:pt x="883" y="17"/>
                    <a:pt x="869" y="17"/>
                    <a:pt x="859" y="20"/>
                  </a:cubicBezTo>
                  <a:lnTo>
                    <a:pt x="859" y="20"/>
                  </a:lnTo>
                  <a:lnTo>
                    <a:pt x="859" y="20"/>
                  </a:lnTo>
                  <a:cubicBezTo>
                    <a:pt x="826" y="23"/>
                    <a:pt x="796" y="17"/>
                    <a:pt x="762" y="27"/>
                  </a:cubicBezTo>
                  <a:cubicBezTo>
                    <a:pt x="758" y="27"/>
                    <a:pt x="758" y="27"/>
                    <a:pt x="758" y="27"/>
                  </a:cubicBezTo>
                  <a:lnTo>
                    <a:pt x="758" y="27"/>
                  </a:lnTo>
                  <a:cubicBezTo>
                    <a:pt x="738" y="20"/>
                    <a:pt x="718" y="17"/>
                    <a:pt x="698" y="27"/>
                  </a:cubicBezTo>
                  <a:cubicBezTo>
                    <a:pt x="695" y="27"/>
                    <a:pt x="695" y="27"/>
                    <a:pt x="695" y="27"/>
                  </a:cubicBezTo>
                  <a:lnTo>
                    <a:pt x="695" y="27"/>
                  </a:lnTo>
                  <a:cubicBezTo>
                    <a:pt x="658" y="10"/>
                    <a:pt x="614" y="20"/>
                    <a:pt x="574" y="17"/>
                  </a:cubicBezTo>
                  <a:cubicBezTo>
                    <a:pt x="544" y="20"/>
                    <a:pt x="514" y="20"/>
                    <a:pt x="483" y="20"/>
                  </a:cubicBezTo>
                  <a:lnTo>
                    <a:pt x="483" y="20"/>
                  </a:lnTo>
                  <a:lnTo>
                    <a:pt x="483" y="20"/>
                  </a:lnTo>
                  <a:cubicBezTo>
                    <a:pt x="463" y="20"/>
                    <a:pt x="443" y="20"/>
                    <a:pt x="419" y="20"/>
                  </a:cubicBezTo>
                  <a:lnTo>
                    <a:pt x="419" y="20"/>
                  </a:lnTo>
                  <a:lnTo>
                    <a:pt x="419" y="20"/>
                  </a:lnTo>
                  <a:cubicBezTo>
                    <a:pt x="413" y="20"/>
                    <a:pt x="403" y="20"/>
                    <a:pt x="396" y="20"/>
                  </a:cubicBezTo>
                  <a:lnTo>
                    <a:pt x="396" y="20"/>
                  </a:lnTo>
                  <a:lnTo>
                    <a:pt x="396" y="20"/>
                  </a:lnTo>
                  <a:cubicBezTo>
                    <a:pt x="362" y="20"/>
                    <a:pt x="326" y="17"/>
                    <a:pt x="292" y="17"/>
                  </a:cubicBezTo>
                  <a:lnTo>
                    <a:pt x="292" y="17"/>
                  </a:lnTo>
                  <a:cubicBezTo>
                    <a:pt x="255" y="0"/>
                    <a:pt x="222" y="27"/>
                    <a:pt x="188" y="20"/>
                  </a:cubicBezTo>
                  <a:cubicBezTo>
                    <a:pt x="178" y="20"/>
                    <a:pt x="171" y="17"/>
                    <a:pt x="161" y="17"/>
                  </a:cubicBezTo>
                  <a:cubicBezTo>
                    <a:pt x="154" y="13"/>
                    <a:pt x="141" y="13"/>
                    <a:pt x="134" y="10"/>
                  </a:cubicBezTo>
                  <a:cubicBezTo>
                    <a:pt x="131" y="10"/>
                    <a:pt x="128" y="10"/>
                    <a:pt x="124" y="10"/>
                  </a:cubicBezTo>
                  <a:cubicBezTo>
                    <a:pt x="90" y="4"/>
                    <a:pt x="54" y="-10"/>
                    <a:pt x="20" y="13"/>
                  </a:cubicBezTo>
                  <a:cubicBezTo>
                    <a:pt x="17" y="17"/>
                    <a:pt x="17" y="17"/>
                    <a:pt x="17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188"/>
            <p:cNvSpPr/>
            <p:nvPr/>
          </p:nvSpPr>
          <p:spPr>
            <a:xfrm>
              <a:off x="5069520" y="5048640"/>
              <a:ext cx="111600" cy="15840"/>
            </a:xfrm>
            <a:custGeom>
              <a:rect b="b" l="l" r="r" t="t"/>
              <a:pathLst>
                <a:path extrusionOk="0" h="44" w="310">
                  <a:moveTo>
                    <a:pt x="104" y="14"/>
                  </a:moveTo>
                  <a:lnTo>
                    <a:pt x="104" y="14"/>
                  </a:lnTo>
                  <a:cubicBezTo>
                    <a:pt x="97" y="10"/>
                    <a:pt x="87" y="10"/>
                    <a:pt x="81" y="10"/>
                  </a:cubicBezTo>
                  <a:cubicBezTo>
                    <a:pt x="51" y="7"/>
                    <a:pt x="20" y="0"/>
                    <a:pt x="0" y="24"/>
                  </a:cubicBezTo>
                  <a:cubicBezTo>
                    <a:pt x="24" y="47"/>
                    <a:pt x="51" y="44"/>
                    <a:pt x="77" y="31"/>
                  </a:cubicBezTo>
                  <a:cubicBezTo>
                    <a:pt x="77" y="34"/>
                    <a:pt x="77" y="37"/>
                    <a:pt x="77" y="37"/>
                  </a:cubicBezTo>
                  <a:cubicBezTo>
                    <a:pt x="87" y="44"/>
                    <a:pt x="97" y="47"/>
                    <a:pt x="108" y="41"/>
                  </a:cubicBezTo>
                  <a:cubicBezTo>
                    <a:pt x="121" y="34"/>
                    <a:pt x="131" y="31"/>
                    <a:pt x="148" y="34"/>
                  </a:cubicBezTo>
                  <a:cubicBezTo>
                    <a:pt x="201" y="44"/>
                    <a:pt x="252" y="24"/>
                    <a:pt x="302" y="27"/>
                  </a:cubicBezTo>
                  <a:cubicBezTo>
                    <a:pt x="316" y="27"/>
                    <a:pt x="309" y="14"/>
                    <a:pt x="299" y="10"/>
                  </a:cubicBezTo>
                  <a:cubicBezTo>
                    <a:pt x="286" y="10"/>
                    <a:pt x="272" y="7"/>
                    <a:pt x="262" y="0"/>
                  </a:cubicBezTo>
                  <a:cubicBezTo>
                    <a:pt x="242" y="-3"/>
                    <a:pt x="228" y="7"/>
                    <a:pt x="212" y="10"/>
                  </a:cubicBezTo>
                  <a:cubicBezTo>
                    <a:pt x="205" y="10"/>
                    <a:pt x="201" y="10"/>
                    <a:pt x="195" y="10"/>
                  </a:cubicBezTo>
                  <a:cubicBezTo>
                    <a:pt x="188" y="7"/>
                    <a:pt x="178" y="7"/>
                    <a:pt x="171" y="10"/>
                  </a:cubicBezTo>
                  <a:cubicBezTo>
                    <a:pt x="161" y="10"/>
                    <a:pt x="151" y="10"/>
                    <a:pt x="144" y="10"/>
                  </a:cubicBezTo>
                  <a:cubicBezTo>
                    <a:pt x="134" y="7"/>
                    <a:pt x="128" y="7"/>
                    <a:pt x="118" y="10"/>
                  </a:cubicBezTo>
                  <a:lnTo>
                    <a:pt x="118" y="10"/>
                  </a:lnTo>
                  <a:cubicBezTo>
                    <a:pt x="114" y="14"/>
                    <a:pt x="111" y="14"/>
                    <a:pt x="108" y="17"/>
                  </a:cubicBezTo>
                  <a:cubicBezTo>
                    <a:pt x="108" y="14"/>
                    <a:pt x="108" y="14"/>
                    <a:pt x="108" y="14"/>
                  </a:cubicBezTo>
                  <a:lnTo>
                    <a:pt x="104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188"/>
            <p:cNvSpPr/>
            <p:nvPr/>
          </p:nvSpPr>
          <p:spPr>
            <a:xfrm>
              <a:off x="4666320" y="4964040"/>
              <a:ext cx="19440" cy="7920"/>
            </a:xfrm>
            <a:custGeom>
              <a:rect b="b" l="l" r="r" t="t"/>
              <a:pathLst>
                <a:path extrusionOk="0" h="22" w="54">
                  <a:moveTo>
                    <a:pt x="54" y="17"/>
                  </a:moveTo>
                  <a:lnTo>
                    <a:pt x="54" y="17"/>
                  </a:lnTo>
                  <a:lnTo>
                    <a:pt x="54" y="17"/>
                  </a:lnTo>
                  <a:cubicBezTo>
                    <a:pt x="54" y="10"/>
                    <a:pt x="54" y="4"/>
                    <a:pt x="54" y="0"/>
                  </a:cubicBezTo>
                  <a:cubicBezTo>
                    <a:pt x="40" y="0"/>
                    <a:pt x="27" y="0"/>
                    <a:pt x="14" y="0"/>
                  </a:cubicBezTo>
                  <a:cubicBezTo>
                    <a:pt x="10" y="4"/>
                    <a:pt x="7" y="10"/>
                    <a:pt x="0" y="17"/>
                  </a:cubicBezTo>
                  <a:lnTo>
                    <a:pt x="0" y="17"/>
                  </a:lnTo>
                  <a:cubicBezTo>
                    <a:pt x="20" y="24"/>
                    <a:pt x="37" y="24"/>
                    <a:pt x="54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188"/>
            <p:cNvSpPr/>
            <p:nvPr/>
          </p:nvSpPr>
          <p:spPr>
            <a:xfrm>
              <a:off x="4562280" y="5269320"/>
              <a:ext cx="1157400" cy="107280"/>
            </a:xfrm>
            <a:custGeom>
              <a:rect b="b" l="l" r="r" t="t"/>
              <a:pathLst>
                <a:path extrusionOk="0" h="298" w="3215">
                  <a:moveTo>
                    <a:pt x="1323" y="173"/>
                  </a:moveTo>
                  <a:lnTo>
                    <a:pt x="1323" y="173"/>
                  </a:lnTo>
                  <a:cubicBezTo>
                    <a:pt x="1319" y="173"/>
                    <a:pt x="1313" y="173"/>
                    <a:pt x="1309" y="173"/>
                  </a:cubicBezTo>
                  <a:cubicBezTo>
                    <a:pt x="1286" y="179"/>
                    <a:pt x="1256" y="163"/>
                    <a:pt x="1232" y="179"/>
                  </a:cubicBezTo>
                  <a:cubicBezTo>
                    <a:pt x="1229" y="179"/>
                    <a:pt x="1222" y="179"/>
                    <a:pt x="1219" y="179"/>
                  </a:cubicBezTo>
                  <a:cubicBezTo>
                    <a:pt x="1185" y="179"/>
                    <a:pt x="1148" y="176"/>
                    <a:pt x="1115" y="189"/>
                  </a:cubicBezTo>
                  <a:cubicBezTo>
                    <a:pt x="1068" y="193"/>
                    <a:pt x="1021" y="186"/>
                    <a:pt x="974" y="200"/>
                  </a:cubicBezTo>
                  <a:lnTo>
                    <a:pt x="974" y="200"/>
                  </a:lnTo>
                  <a:cubicBezTo>
                    <a:pt x="933" y="200"/>
                    <a:pt x="893" y="196"/>
                    <a:pt x="853" y="207"/>
                  </a:cubicBezTo>
                  <a:cubicBezTo>
                    <a:pt x="782" y="217"/>
                    <a:pt x="709" y="217"/>
                    <a:pt x="642" y="233"/>
                  </a:cubicBezTo>
                  <a:lnTo>
                    <a:pt x="642" y="233"/>
                  </a:lnTo>
                  <a:lnTo>
                    <a:pt x="642" y="233"/>
                  </a:lnTo>
                  <a:lnTo>
                    <a:pt x="642" y="233"/>
                  </a:lnTo>
                  <a:cubicBezTo>
                    <a:pt x="632" y="227"/>
                    <a:pt x="621" y="227"/>
                    <a:pt x="611" y="236"/>
                  </a:cubicBezTo>
                  <a:cubicBezTo>
                    <a:pt x="564" y="233"/>
                    <a:pt x="517" y="236"/>
                    <a:pt x="470" y="247"/>
                  </a:cubicBezTo>
                  <a:cubicBezTo>
                    <a:pt x="440" y="243"/>
                    <a:pt x="410" y="243"/>
                    <a:pt x="380" y="253"/>
                  </a:cubicBezTo>
                  <a:cubicBezTo>
                    <a:pt x="373" y="253"/>
                    <a:pt x="363" y="253"/>
                    <a:pt x="356" y="253"/>
                  </a:cubicBezTo>
                  <a:cubicBezTo>
                    <a:pt x="316" y="250"/>
                    <a:pt x="279" y="260"/>
                    <a:pt x="239" y="264"/>
                  </a:cubicBezTo>
                  <a:cubicBezTo>
                    <a:pt x="192" y="260"/>
                    <a:pt x="145" y="267"/>
                    <a:pt x="98" y="274"/>
                  </a:cubicBezTo>
                  <a:cubicBezTo>
                    <a:pt x="81" y="274"/>
                    <a:pt x="64" y="274"/>
                    <a:pt x="47" y="274"/>
                  </a:cubicBezTo>
                  <a:cubicBezTo>
                    <a:pt x="34" y="284"/>
                    <a:pt x="14" y="280"/>
                    <a:pt x="0" y="287"/>
                  </a:cubicBezTo>
                  <a:cubicBezTo>
                    <a:pt x="24" y="297"/>
                    <a:pt x="61" y="300"/>
                    <a:pt x="98" y="294"/>
                  </a:cubicBezTo>
                  <a:cubicBezTo>
                    <a:pt x="101" y="294"/>
                    <a:pt x="108" y="294"/>
                    <a:pt x="111" y="294"/>
                  </a:cubicBezTo>
                  <a:cubicBezTo>
                    <a:pt x="158" y="304"/>
                    <a:pt x="205" y="290"/>
                    <a:pt x="252" y="290"/>
                  </a:cubicBezTo>
                  <a:cubicBezTo>
                    <a:pt x="255" y="290"/>
                    <a:pt x="259" y="290"/>
                    <a:pt x="265" y="290"/>
                  </a:cubicBezTo>
                  <a:lnTo>
                    <a:pt x="265" y="290"/>
                  </a:lnTo>
                  <a:lnTo>
                    <a:pt x="265" y="290"/>
                  </a:lnTo>
                  <a:cubicBezTo>
                    <a:pt x="282" y="290"/>
                    <a:pt x="299" y="287"/>
                    <a:pt x="316" y="280"/>
                  </a:cubicBezTo>
                  <a:cubicBezTo>
                    <a:pt x="353" y="284"/>
                    <a:pt x="390" y="280"/>
                    <a:pt x="423" y="274"/>
                  </a:cubicBezTo>
                  <a:cubicBezTo>
                    <a:pt x="420" y="274"/>
                    <a:pt x="417" y="274"/>
                    <a:pt x="413" y="274"/>
                  </a:cubicBezTo>
                  <a:cubicBezTo>
                    <a:pt x="417" y="274"/>
                    <a:pt x="420" y="274"/>
                    <a:pt x="423" y="274"/>
                  </a:cubicBezTo>
                  <a:cubicBezTo>
                    <a:pt x="497" y="274"/>
                    <a:pt x="568" y="264"/>
                    <a:pt x="638" y="253"/>
                  </a:cubicBezTo>
                  <a:cubicBezTo>
                    <a:pt x="732" y="253"/>
                    <a:pt x="819" y="236"/>
                    <a:pt x="910" y="227"/>
                  </a:cubicBezTo>
                  <a:cubicBezTo>
                    <a:pt x="933" y="227"/>
                    <a:pt x="954" y="230"/>
                    <a:pt x="977" y="220"/>
                  </a:cubicBezTo>
                  <a:lnTo>
                    <a:pt x="977" y="220"/>
                  </a:lnTo>
                  <a:cubicBezTo>
                    <a:pt x="1001" y="220"/>
                    <a:pt x="1028" y="220"/>
                    <a:pt x="1051" y="217"/>
                  </a:cubicBezTo>
                  <a:lnTo>
                    <a:pt x="1051" y="217"/>
                  </a:lnTo>
                  <a:cubicBezTo>
                    <a:pt x="1054" y="217"/>
                    <a:pt x="1061" y="217"/>
                    <a:pt x="1064" y="217"/>
                  </a:cubicBezTo>
                  <a:cubicBezTo>
                    <a:pt x="1068" y="217"/>
                    <a:pt x="1075" y="217"/>
                    <a:pt x="1078" y="217"/>
                  </a:cubicBezTo>
                  <a:cubicBezTo>
                    <a:pt x="1101" y="217"/>
                    <a:pt x="1125" y="217"/>
                    <a:pt x="1145" y="210"/>
                  </a:cubicBezTo>
                  <a:lnTo>
                    <a:pt x="1145" y="210"/>
                  </a:lnTo>
                  <a:cubicBezTo>
                    <a:pt x="1195" y="207"/>
                    <a:pt x="1246" y="203"/>
                    <a:pt x="1296" y="200"/>
                  </a:cubicBezTo>
                  <a:cubicBezTo>
                    <a:pt x="1306" y="196"/>
                    <a:pt x="1316" y="196"/>
                    <a:pt x="1323" y="196"/>
                  </a:cubicBezTo>
                  <a:cubicBezTo>
                    <a:pt x="1342" y="200"/>
                    <a:pt x="1362" y="196"/>
                    <a:pt x="1379" y="189"/>
                  </a:cubicBezTo>
                  <a:cubicBezTo>
                    <a:pt x="1389" y="193"/>
                    <a:pt x="1403" y="193"/>
                    <a:pt x="1413" y="189"/>
                  </a:cubicBezTo>
                  <a:cubicBezTo>
                    <a:pt x="1436" y="186"/>
                    <a:pt x="1460" y="189"/>
                    <a:pt x="1483" y="183"/>
                  </a:cubicBezTo>
                  <a:cubicBezTo>
                    <a:pt x="1483" y="183"/>
                    <a:pt x="1486" y="183"/>
                    <a:pt x="1490" y="179"/>
                  </a:cubicBezTo>
                  <a:cubicBezTo>
                    <a:pt x="1496" y="179"/>
                    <a:pt x="1506" y="179"/>
                    <a:pt x="1513" y="179"/>
                  </a:cubicBezTo>
                  <a:cubicBezTo>
                    <a:pt x="1523" y="179"/>
                    <a:pt x="1533" y="179"/>
                    <a:pt x="1540" y="179"/>
                  </a:cubicBezTo>
                  <a:cubicBezTo>
                    <a:pt x="1547" y="179"/>
                    <a:pt x="1550" y="179"/>
                    <a:pt x="1553" y="179"/>
                  </a:cubicBezTo>
                  <a:lnTo>
                    <a:pt x="1553" y="179"/>
                  </a:lnTo>
                  <a:cubicBezTo>
                    <a:pt x="1577" y="179"/>
                    <a:pt x="1600" y="179"/>
                    <a:pt x="1624" y="173"/>
                  </a:cubicBezTo>
                  <a:cubicBezTo>
                    <a:pt x="1634" y="173"/>
                    <a:pt x="1647" y="173"/>
                    <a:pt x="1657" y="169"/>
                  </a:cubicBezTo>
                  <a:cubicBezTo>
                    <a:pt x="1678" y="169"/>
                    <a:pt x="1698" y="173"/>
                    <a:pt x="1714" y="163"/>
                  </a:cubicBezTo>
                  <a:cubicBezTo>
                    <a:pt x="1765" y="159"/>
                    <a:pt x="1815" y="156"/>
                    <a:pt x="1866" y="153"/>
                  </a:cubicBezTo>
                  <a:cubicBezTo>
                    <a:pt x="1960" y="146"/>
                    <a:pt x="2050" y="136"/>
                    <a:pt x="2141" y="126"/>
                  </a:cubicBezTo>
                  <a:cubicBezTo>
                    <a:pt x="2158" y="126"/>
                    <a:pt x="2174" y="126"/>
                    <a:pt x="2188" y="119"/>
                  </a:cubicBezTo>
                  <a:lnTo>
                    <a:pt x="2188" y="119"/>
                  </a:lnTo>
                  <a:lnTo>
                    <a:pt x="2188" y="119"/>
                  </a:lnTo>
                  <a:cubicBezTo>
                    <a:pt x="2195" y="119"/>
                    <a:pt x="2195" y="119"/>
                    <a:pt x="2198" y="116"/>
                  </a:cubicBezTo>
                  <a:cubicBezTo>
                    <a:pt x="2218" y="119"/>
                    <a:pt x="2238" y="116"/>
                    <a:pt x="2255" y="109"/>
                  </a:cubicBezTo>
                  <a:lnTo>
                    <a:pt x="2255" y="109"/>
                  </a:lnTo>
                  <a:lnTo>
                    <a:pt x="2255" y="109"/>
                  </a:lnTo>
                  <a:cubicBezTo>
                    <a:pt x="2262" y="106"/>
                    <a:pt x="2268" y="106"/>
                    <a:pt x="2275" y="106"/>
                  </a:cubicBezTo>
                  <a:cubicBezTo>
                    <a:pt x="2325" y="109"/>
                    <a:pt x="2376" y="109"/>
                    <a:pt x="2426" y="99"/>
                  </a:cubicBezTo>
                  <a:cubicBezTo>
                    <a:pt x="2436" y="102"/>
                    <a:pt x="2446" y="99"/>
                    <a:pt x="2456" y="96"/>
                  </a:cubicBezTo>
                  <a:cubicBezTo>
                    <a:pt x="2473" y="99"/>
                    <a:pt x="2487" y="96"/>
                    <a:pt x="2497" y="89"/>
                  </a:cubicBezTo>
                  <a:cubicBezTo>
                    <a:pt x="2591" y="82"/>
                    <a:pt x="2685" y="75"/>
                    <a:pt x="2775" y="69"/>
                  </a:cubicBezTo>
                  <a:cubicBezTo>
                    <a:pt x="2839" y="62"/>
                    <a:pt x="2899" y="59"/>
                    <a:pt x="2960" y="52"/>
                  </a:cubicBezTo>
                  <a:lnTo>
                    <a:pt x="2960" y="52"/>
                  </a:lnTo>
                  <a:lnTo>
                    <a:pt x="2960" y="52"/>
                  </a:lnTo>
                  <a:cubicBezTo>
                    <a:pt x="3017" y="52"/>
                    <a:pt x="3071" y="39"/>
                    <a:pt x="3128" y="32"/>
                  </a:cubicBezTo>
                  <a:lnTo>
                    <a:pt x="3128" y="32"/>
                  </a:lnTo>
                  <a:lnTo>
                    <a:pt x="3128" y="32"/>
                  </a:lnTo>
                  <a:cubicBezTo>
                    <a:pt x="3151" y="32"/>
                    <a:pt x="3175" y="25"/>
                    <a:pt x="3195" y="15"/>
                  </a:cubicBezTo>
                  <a:lnTo>
                    <a:pt x="3195" y="15"/>
                  </a:lnTo>
                  <a:cubicBezTo>
                    <a:pt x="3205" y="15"/>
                    <a:pt x="3222" y="15"/>
                    <a:pt x="3212" y="5"/>
                  </a:cubicBezTo>
                  <a:cubicBezTo>
                    <a:pt x="3205" y="-5"/>
                    <a:pt x="3192" y="2"/>
                    <a:pt x="3181" y="8"/>
                  </a:cubicBezTo>
                  <a:cubicBezTo>
                    <a:pt x="3175" y="5"/>
                    <a:pt x="3171" y="5"/>
                    <a:pt x="3168" y="5"/>
                  </a:cubicBezTo>
                  <a:cubicBezTo>
                    <a:pt x="3135" y="22"/>
                    <a:pt x="3094" y="8"/>
                    <a:pt x="3060" y="22"/>
                  </a:cubicBezTo>
                  <a:cubicBezTo>
                    <a:pt x="2997" y="35"/>
                    <a:pt x="2930" y="28"/>
                    <a:pt x="2866" y="42"/>
                  </a:cubicBezTo>
                  <a:cubicBezTo>
                    <a:pt x="2755" y="52"/>
                    <a:pt x="2641" y="49"/>
                    <a:pt x="2534" y="65"/>
                  </a:cubicBezTo>
                  <a:cubicBezTo>
                    <a:pt x="2510" y="69"/>
                    <a:pt x="2490" y="65"/>
                    <a:pt x="2470" y="72"/>
                  </a:cubicBezTo>
                  <a:lnTo>
                    <a:pt x="2470" y="72"/>
                  </a:lnTo>
                  <a:lnTo>
                    <a:pt x="2470" y="72"/>
                  </a:lnTo>
                  <a:cubicBezTo>
                    <a:pt x="2453" y="69"/>
                    <a:pt x="2436" y="69"/>
                    <a:pt x="2423" y="79"/>
                  </a:cubicBezTo>
                  <a:cubicBezTo>
                    <a:pt x="2413" y="79"/>
                    <a:pt x="2403" y="79"/>
                    <a:pt x="2392" y="79"/>
                  </a:cubicBezTo>
                  <a:lnTo>
                    <a:pt x="2392" y="79"/>
                  </a:lnTo>
                  <a:lnTo>
                    <a:pt x="2392" y="79"/>
                  </a:lnTo>
                  <a:cubicBezTo>
                    <a:pt x="2335" y="79"/>
                    <a:pt x="2278" y="82"/>
                    <a:pt x="2225" y="96"/>
                  </a:cubicBezTo>
                  <a:lnTo>
                    <a:pt x="2225" y="96"/>
                  </a:lnTo>
                  <a:cubicBezTo>
                    <a:pt x="2221" y="96"/>
                    <a:pt x="2215" y="96"/>
                    <a:pt x="2211" y="99"/>
                  </a:cubicBezTo>
                  <a:cubicBezTo>
                    <a:pt x="2134" y="96"/>
                    <a:pt x="2057" y="109"/>
                    <a:pt x="1980" y="116"/>
                  </a:cubicBezTo>
                  <a:cubicBezTo>
                    <a:pt x="1906" y="122"/>
                    <a:pt x="1835" y="129"/>
                    <a:pt x="1762" y="132"/>
                  </a:cubicBezTo>
                  <a:cubicBezTo>
                    <a:pt x="1752" y="132"/>
                    <a:pt x="1742" y="136"/>
                    <a:pt x="1735" y="143"/>
                  </a:cubicBezTo>
                  <a:lnTo>
                    <a:pt x="1735" y="143"/>
                  </a:lnTo>
                  <a:cubicBezTo>
                    <a:pt x="1704" y="149"/>
                    <a:pt x="1671" y="136"/>
                    <a:pt x="1644" y="153"/>
                  </a:cubicBezTo>
                  <a:lnTo>
                    <a:pt x="1644" y="149"/>
                  </a:lnTo>
                  <a:lnTo>
                    <a:pt x="1644" y="149"/>
                  </a:lnTo>
                  <a:lnTo>
                    <a:pt x="1644" y="149"/>
                  </a:lnTo>
                  <a:lnTo>
                    <a:pt x="1644" y="149"/>
                  </a:lnTo>
                  <a:cubicBezTo>
                    <a:pt x="1634" y="153"/>
                    <a:pt x="1627" y="153"/>
                    <a:pt x="1621" y="153"/>
                  </a:cubicBezTo>
                  <a:cubicBezTo>
                    <a:pt x="1610" y="143"/>
                    <a:pt x="1600" y="146"/>
                    <a:pt x="1594" y="153"/>
                  </a:cubicBezTo>
                  <a:cubicBezTo>
                    <a:pt x="1543" y="146"/>
                    <a:pt x="1496" y="163"/>
                    <a:pt x="1449" y="163"/>
                  </a:cubicBezTo>
                  <a:lnTo>
                    <a:pt x="1449" y="163"/>
                  </a:lnTo>
                  <a:lnTo>
                    <a:pt x="1449" y="163"/>
                  </a:lnTo>
                  <a:cubicBezTo>
                    <a:pt x="1423" y="163"/>
                    <a:pt x="1392" y="159"/>
                    <a:pt x="1366" y="169"/>
                  </a:cubicBezTo>
                  <a:cubicBezTo>
                    <a:pt x="1362" y="169"/>
                    <a:pt x="1362" y="169"/>
                    <a:pt x="1362" y="169"/>
                  </a:cubicBezTo>
                  <a:lnTo>
                    <a:pt x="1362" y="169"/>
                  </a:lnTo>
                  <a:lnTo>
                    <a:pt x="1362" y="169"/>
                  </a:lnTo>
                  <a:lnTo>
                    <a:pt x="1362" y="169"/>
                  </a:lnTo>
                  <a:cubicBezTo>
                    <a:pt x="1349" y="173"/>
                    <a:pt x="1335" y="173"/>
                    <a:pt x="1323" y="173"/>
                  </a:cubicBezTo>
                  <a:moveTo>
                    <a:pt x="950" y="207"/>
                  </a:moveTo>
                  <a:lnTo>
                    <a:pt x="950" y="207"/>
                  </a:lnTo>
                  <a:moveTo>
                    <a:pt x="2228" y="99"/>
                  </a:moveTo>
                  <a:lnTo>
                    <a:pt x="2228" y="99"/>
                  </a:lnTo>
                  <a:lnTo>
                    <a:pt x="2225" y="99"/>
                  </a:lnTo>
                  <a:lnTo>
                    <a:pt x="2225" y="99"/>
                  </a:lnTo>
                  <a:lnTo>
                    <a:pt x="2225" y="99"/>
                  </a:lnTo>
                  <a:lnTo>
                    <a:pt x="2225" y="99"/>
                  </a:lnTo>
                  <a:cubicBezTo>
                    <a:pt x="2225" y="96"/>
                    <a:pt x="2225" y="96"/>
                    <a:pt x="2225" y="96"/>
                  </a:cubicBezTo>
                  <a:cubicBezTo>
                    <a:pt x="2225" y="99"/>
                    <a:pt x="2228" y="99"/>
                    <a:pt x="2228" y="99"/>
                  </a:cubicBezTo>
                  <a:moveTo>
                    <a:pt x="1594" y="153"/>
                  </a:moveTo>
                  <a:lnTo>
                    <a:pt x="1594" y="153"/>
                  </a:lnTo>
                  <a:cubicBezTo>
                    <a:pt x="1590" y="153"/>
                    <a:pt x="1590" y="156"/>
                    <a:pt x="1590" y="156"/>
                  </a:cubicBezTo>
                  <a:cubicBezTo>
                    <a:pt x="1590" y="156"/>
                    <a:pt x="1590" y="153"/>
                    <a:pt x="1594" y="1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188"/>
            <p:cNvSpPr/>
            <p:nvPr/>
          </p:nvSpPr>
          <p:spPr>
            <a:xfrm>
              <a:off x="4492440" y="4361400"/>
              <a:ext cx="1043280" cy="237960"/>
            </a:xfrm>
            <a:custGeom>
              <a:rect b="b" l="l" r="r" t="t"/>
              <a:pathLst>
                <a:path extrusionOk="0" h="661" w="2898">
                  <a:moveTo>
                    <a:pt x="282" y="127"/>
                  </a:moveTo>
                  <a:lnTo>
                    <a:pt x="282" y="127"/>
                  </a:lnTo>
                  <a:cubicBezTo>
                    <a:pt x="278" y="127"/>
                    <a:pt x="278" y="127"/>
                    <a:pt x="278" y="127"/>
                  </a:cubicBezTo>
                  <a:cubicBezTo>
                    <a:pt x="188" y="120"/>
                    <a:pt x="94" y="127"/>
                    <a:pt x="0" y="130"/>
                  </a:cubicBezTo>
                  <a:cubicBezTo>
                    <a:pt x="0" y="147"/>
                    <a:pt x="13" y="147"/>
                    <a:pt x="23" y="147"/>
                  </a:cubicBezTo>
                  <a:cubicBezTo>
                    <a:pt x="158" y="147"/>
                    <a:pt x="292" y="144"/>
                    <a:pt x="426" y="144"/>
                  </a:cubicBezTo>
                  <a:cubicBezTo>
                    <a:pt x="433" y="144"/>
                    <a:pt x="439" y="140"/>
                    <a:pt x="449" y="137"/>
                  </a:cubicBezTo>
                  <a:cubicBezTo>
                    <a:pt x="473" y="140"/>
                    <a:pt x="500" y="144"/>
                    <a:pt x="523" y="137"/>
                  </a:cubicBezTo>
                  <a:cubicBezTo>
                    <a:pt x="537" y="140"/>
                    <a:pt x="547" y="144"/>
                    <a:pt x="560" y="144"/>
                  </a:cubicBezTo>
                  <a:lnTo>
                    <a:pt x="560" y="144"/>
                  </a:lnTo>
                  <a:cubicBezTo>
                    <a:pt x="567" y="144"/>
                    <a:pt x="567" y="144"/>
                    <a:pt x="567" y="140"/>
                  </a:cubicBezTo>
                  <a:cubicBezTo>
                    <a:pt x="574" y="144"/>
                    <a:pt x="584" y="144"/>
                    <a:pt x="591" y="144"/>
                  </a:cubicBezTo>
                  <a:cubicBezTo>
                    <a:pt x="597" y="140"/>
                    <a:pt x="607" y="140"/>
                    <a:pt x="614" y="137"/>
                  </a:cubicBezTo>
                  <a:cubicBezTo>
                    <a:pt x="621" y="137"/>
                    <a:pt x="631" y="137"/>
                    <a:pt x="637" y="137"/>
                  </a:cubicBezTo>
                  <a:lnTo>
                    <a:pt x="637" y="140"/>
                  </a:lnTo>
                  <a:cubicBezTo>
                    <a:pt x="644" y="140"/>
                    <a:pt x="651" y="140"/>
                    <a:pt x="654" y="140"/>
                  </a:cubicBezTo>
                  <a:cubicBezTo>
                    <a:pt x="664" y="137"/>
                    <a:pt x="678" y="140"/>
                    <a:pt x="688" y="140"/>
                  </a:cubicBezTo>
                  <a:cubicBezTo>
                    <a:pt x="691" y="140"/>
                    <a:pt x="698" y="140"/>
                    <a:pt x="705" y="137"/>
                  </a:cubicBezTo>
                  <a:cubicBezTo>
                    <a:pt x="731" y="137"/>
                    <a:pt x="762" y="133"/>
                    <a:pt x="788" y="137"/>
                  </a:cubicBezTo>
                  <a:cubicBezTo>
                    <a:pt x="809" y="137"/>
                    <a:pt x="829" y="137"/>
                    <a:pt x="845" y="127"/>
                  </a:cubicBezTo>
                  <a:cubicBezTo>
                    <a:pt x="849" y="124"/>
                    <a:pt x="852" y="124"/>
                    <a:pt x="855" y="120"/>
                  </a:cubicBezTo>
                  <a:cubicBezTo>
                    <a:pt x="849" y="127"/>
                    <a:pt x="852" y="127"/>
                    <a:pt x="862" y="133"/>
                  </a:cubicBezTo>
                  <a:cubicBezTo>
                    <a:pt x="913" y="137"/>
                    <a:pt x="966" y="127"/>
                    <a:pt x="1017" y="137"/>
                  </a:cubicBezTo>
                  <a:cubicBezTo>
                    <a:pt x="1037" y="144"/>
                    <a:pt x="1060" y="140"/>
                    <a:pt x="1074" y="127"/>
                  </a:cubicBezTo>
                  <a:cubicBezTo>
                    <a:pt x="1077" y="127"/>
                    <a:pt x="1077" y="127"/>
                    <a:pt x="1080" y="127"/>
                  </a:cubicBezTo>
                  <a:cubicBezTo>
                    <a:pt x="1131" y="124"/>
                    <a:pt x="1181" y="130"/>
                    <a:pt x="1232" y="117"/>
                  </a:cubicBezTo>
                  <a:cubicBezTo>
                    <a:pt x="1262" y="114"/>
                    <a:pt x="1292" y="110"/>
                    <a:pt x="1322" y="110"/>
                  </a:cubicBezTo>
                  <a:cubicBezTo>
                    <a:pt x="1329" y="110"/>
                    <a:pt x="1332" y="110"/>
                    <a:pt x="1336" y="107"/>
                  </a:cubicBezTo>
                  <a:cubicBezTo>
                    <a:pt x="1339" y="107"/>
                    <a:pt x="1346" y="107"/>
                    <a:pt x="1349" y="107"/>
                  </a:cubicBezTo>
                  <a:cubicBezTo>
                    <a:pt x="1383" y="110"/>
                    <a:pt x="1413" y="110"/>
                    <a:pt x="1443" y="100"/>
                  </a:cubicBezTo>
                  <a:cubicBezTo>
                    <a:pt x="1460" y="104"/>
                    <a:pt x="1477" y="104"/>
                    <a:pt x="1490" y="100"/>
                  </a:cubicBezTo>
                  <a:cubicBezTo>
                    <a:pt x="1593" y="97"/>
                    <a:pt x="1697" y="93"/>
                    <a:pt x="1798" y="90"/>
                  </a:cubicBezTo>
                  <a:cubicBezTo>
                    <a:pt x="1828" y="90"/>
                    <a:pt x="1858" y="90"/>
                    <a:pt x="1889" y="90"/>
                  </a:cubicBezTo>
                  <a:cubicBezTo>
                    <a:pt x="1889" y="90"/>
                    <a:pt x="1889" y="87"/>
                    <a:pt x="1892" y="87"/>
                  </a:cubicBezTo>
                  <a:cubicBezTo>
                    <a:pt x="1905" y="83"/>
                    <a:pt x="1922" y="90"/>
                    <a:pt x="1936" y="83"/>
                  </a:cubicBezTo>
                  <a:cubicBezTo>
                    <a:pt x="1942" y="87"/>
                    <a:pt x="1952" y="87"/>
                    <a:pt x="1962" y="87"/>
                  </a:cubicBezTo>
                  <a:cubicBezTo>
                    <a:pt x="1966" y="83"/>
                    <a:pt x="1969" y="83"/>
                    <a:pt x="1972" y="83"/>
                  </a:cubicBezTo>
                  <a:cubicBezTo>
                    <a:pt x="1982" y="90"/>
                    <a:pt x="1996" y="87"/>
                    <a:pt x="2006" y="80"/>
                  </a:cubicBezTo>
                  <a:cubicBezTo>
                    <a:pt x="2006" y="76"/>
                    <a:pt x="2009" y="76"/>
                    <a:pt x="2009" y="76"/>
                  </a:cubicBezTo>
                  <a:cubicBezTo>
                    <a:pt x="2009" y="80"/>
                    <a:pt x="2009" y="83"/>
                    <a:pt x="2013" y="87"/>
                  </a:cubicBezTo>
                  <a:cubicBezTo>
                    <a:pt x="2023" y="90"/>
                    <a:pt x="2033" y="90"/>
                    <a:pt x="2043" y="93"/>
                  </a:cubicBezTo>
                  <a:cubicBezTo>
                    <a:pt x="2033" y="93"/>
                    <a:pt x="2026" y="97"/>
                    <a:pt x="2016" y="97"/>
                  </a:cubicBezTo>
                  <a:cubicBezTo>
                    <a:pt x="1996" y="100"/>
                    <a:pt x="1976" y="100"/>
                    <a:pt x="1956" y="100"/>
                  </a:cubicBezTo>
                  <a:cubicBezTo>
                    <a:pt x="1976" y="120"/>
                    <a:pt x="2013" y="100"/>
                    <a:pt x="2033" y="117"/>
                  </a:cubicBezTo>
                  <a:cubicBezTo>
                    <a:pt x="2097" y="110"/>
                    <a:pt x="2160" y="114"/>
                    <a:pt x="2227" y="110"/>
                  </a:cubicBezTo>
                  <a:cubicBezTo>
                    <a:pt x="2227" y="97"/>
                    <a:pt x="2224" y="90"/>
                    <a:pt x="2217" y="87"/>
                  </a:cubicBezTo>
                  <a:cubicBezTo>
                    <a:pt x="2221" y="83"/>
                    <a:pt x="2224" y="80"/>
                    <a:pt x="2227" y="76"/>
                  </a:cubicBezTo>
                  <a:cubicBezTo>
                    <a:pt x="2231" y="76"/>
                    <a:pt x="2234" y="80"/>
                    <a:pt x="2237" y="80"/>
                  </a:cubicBezTo>
                  <a:cubicBezTo>
                    <a:pt x="2247" y="80"/>
                    <a:pt x="2258" y="80"/>
                    <a:pt x="2268" y="83"/>
                  </a:cubicBezTo>
                  <a:cubicBezTo>
                    <a:pt x="2251" y="83"/>
                    <a:pt x="2237" y="90"/>
                    <a:pt x="2237" y="110"/>
                  </a:cubicBezTo>
                  <a:cubicBezTo>
                    <a:pt x="2342" y="107"/>
                    <a:pt x="2449" y="107"/>
                    <a:pt x="2553" y="107"/>
                  </a:cubicBezTo>
                  <a:cubicBezTo>
                    <a:pt x="2580" y="110"/>
                    <a:pt x="2610" y="110"/>
                    <a:pt x="2633" y="104"/>
                  </a:cubicBezTo>
                  <a:cubicBezTo>
                    <a:pt x="2640" y="107"/>
                    <a:pt x="2647" y="110"/>
                    <a:pt x="2647" y="117"/>
                  </a:cubicBezTo>
                  <a:lnTo>
                    <a:pt x="2647" y="117"/>
                  </a:lnTo>
                  <a:lnTo>
                    <a:pt x="2647" y="117"/>
                  </a:lnTo>
                  <a:cubicBezTo>
                    <a:pt x="2576" y="124"/>
                    <a:pt x="2506" y="130"/>
                    <a:pt x="2432" y="127"/>
                  </a:cubicBezTo>
                  <a:cubicBezTo>
                    <a:pt x="2419" y="127"/>
                    <a:pt x="2402" y="127"/>
                    <a:pt x="2392" y="133"/>
                  </a:cubicBezTo>
                  <a:lnTo>
                    <a:pt x="2392" y="133"/>
                  </a:lnTo>
                  <a:lnTo>
                    <a:pt x="2392" y="133"/>
                  </a:lnTo>
                  <a:cubicBezTo>
                    <a:pt x="2365" y="127"/>
                    <a:pt x="2342" y="137"/>
                    <a:pt x="2315" y="137"/>
                  </a:cubicBezTo>
                  <a:cubicBezTo>
                    <a:pt x="2278" y="133"/>
                    <a:pt x="2237" y="137"/>
                    <a:pt x="2201" y="144"/>
                  </a:cubicBezTo>
                  <a:lnTo>
                    <a:pt x="2201" y="144"/>
                  </a:lnTo>
                  <a:cubicBezTo>
                    <a:pt x="2180" y="133"/>
                    <a:pt x="2167" y="147"/>
                    <a:pt x="2150" y="147"/>
                  </a:cubicBezTo>
                  <a:cubicBezTo>
                    <a:pt x="2113" y="140"/>
                    <a:pt x="2080" y="157"/>
                    <a:pt x="2046" y="157"/>
                  </a:cubicBezTo>
                  <a:cubicBezTo>
                    <a:pt x="2040" y="174"/>
                    <a:pt x="2063" y="167"/>
                    <a:pt x="2073" y="171"/>
                  </a:cubicBezTo>
                  <a:cubicBezTo>
                    <a:pt x="2076" y="174"/>
                    <a:pt x="2080" y="174"/>
                    <a:pt x="2083" y="174"/>
                  </a:cubicBezTo>
                  <a:cubicBezTo>
                    <a:pt x="2093" y="167"/>
                    <a:pt x="2110" y="171"/>
                    <a:pt x="2123" y="167"/>
                  </a:cubicBezTo>
                  <a:cubicBezTo>
                    <a:pt x="2147" y="161"/>
                    <a:pt x="2177" y="171"/>
                    <a:pt x="2201" y="157"/>
                  </a:cubicBezTo>
                  <a:lnTo>
                    <a:pt x="2201" y="157"/>
                  </a:lnTo>
                  <a:cubicBezTo>
                    <a:pt x="2241" y="157"/>
                    <a:pt x="2285" y="154"/>
                    <a:pt x="2328" y="154"/>
                  </a:cubicBezTo>
                  <a:lnTo>
                    <a:pt x="2328" y="154"/>
                  </a:lnTo>
                  <a:cubicBezTo>
                    <a:pt x="2362" y="154"/>
                    <a:pt x="2395" y="154"/>
                    <a:pt x="2432" y="154"/>
                  </a:cubicBezTo>
                  <a:lnTo>
                    <a:pt x="2432" y="154"/>
                  </a:lnTo>
                  <a:cubicBezTo>
                    <a:pt x="2449" y="154"/>
                    <a:pt x="2469" y="157"/>
                    <a:pt x="2483" y="147"/>
                  </a:cubicBezTo>
                  <a:cubicBezTo>
                    <a:pt x="2506" y="147"/>
                    <a:pt x="2526" y="147"/>
                    <a:pt x="2546" y="147"/>
                  </a:cubicBezTo>
                  <a:cubicBezTo>
                    <a:pt x="2573" y="147"/>
                    <a:pt x="2603" y="147"/>
                    <a:pt x="2630" y="147"/>
                  </a:cubicBezTo>
                  <a:cubicBezTo>
                    <a:pt x="2657" y="144"/>
                    <a:pt x="2674" y="154"/>
                    <a:pt x="2677" y="174"/>
                  </a:cubicBezTo>
                  <a:cubicBezTo>
                    <a:pt x="2661" y="174"/>
                    <a:pt x="2644" y="174"/>
                    <a:pt x="2627" y="174"/>
                  </a:cubicBezTo>
                  <a:cubicBezTo>
                    <a:pt x="2600" y="191"/>
                    <a:pt x="2563" y="174"/>
                    <a:pt x="2533" y="187"/>
                  </a:cubicBezTo>
                  <a:cubicBezTo>
                    <a:pt x="2583" y="201"/>
                    <a:pt x="2633" y="181"/>
                    <a:pt x="2677" y="201"/>
                  </a:cubicBezTo>
                  <a:cubicBezTo>
                    <a:pt x="2684" y="204"/>
                    <a:pt x="2694" y="208"/>
                    <a:pt x="2701" y="204"/>
                  </a:cubicBezTo>
                  <a:cubicBezTo>
                    <a:pt x="2701" y="204"/>
                    <a:pt x="2701" y="208"/>
                    <a:pt x="2697" y="208"/>
                  </a:cubicBezTo>
                  <a:cubicBezTo>
                    <a:pt x="2701" y="208"/>
                    <a:pt x="2701" y="208"/>
                    <a:pt x="2701" y="208"/>
                  </a:cubicBezTo>
                  <a:cubicBezTo>
                    <a:pt x="2657" y="204"/>
                    <a:pt x="2617" y="204"/>
                    <a:pt x="2576" y="211"/>
                  </a:cubicBezTo>
                  <a:cubicBezTo>
                    <a:pt x="2570" y="211"/>
                    <a:pt x="2563" y="208"/>
                    <a:pt x="2560" y="208"/>
                  </a:cubicBezTo>
                  <a:cubicBezTo>
                    <a:pt x="2556" y="208"/>
                    <a:pt x="2553" y="208"/>
                    <a:pt x="2550" y="208"/>
                  </a:cubicBezTo>
                  <a:cubicBezTo>
                    <a:pt x="2523" y="211"/>
                    <a:pt x="2496" y="211"/>
                    <a:pt x="2472" y="211"/>
                  </a:cubicBezTo>
                  <a:cubicBezTo>
                    <a:pt x="2469" y="208"/>
                    <a:pt x="2469" y="208"/>
                    <a:pt x="2469" y="208"/>
                  </a:cubicBezTo>
                  <a:cubicBezTo>
                    <a:pt x="2385" y="211"/>
                    <a:pt x="2298" y="218"/>
                    <a:pt x="2214" y="221"/>
                  </a:cubicBezTo>
                  <a:cubicBezTo>
                    <a:pt x="2217" y="241"/>
                    <a:pt x="2237" y="231"/>
                    <a:pt x="2251" y="228"/>
                  </a:cubicBezTo>
                  <a:cubicBezTo>
                    <a:pt x="2332" y="228"/>
                    <a:pt x="2415" y="234"/>
                    <a:pt x="2496" y="228"/>
                  </a:cubicBezTo>
                  <a:lnTo>
                    <a:pt x="2496" y="228"/>
                  </a:lnTo>
                  <a:cubicBezTo>
                    <a:pt x="2499" y="228"/>
                    <a:pt x="2506" y="228"/>
                    <a:pt x="2509" y="228"/>
                  </a:cubicBezTo>
                  <a:lnTo>
                    <a:pt x="2509" y="228"/>
                  </a:lnTo>
                  <a:lnTo>
                    <a:pt x="2509" y="228"/>
                  </a:lnTo>
                  <a:cubicBezTo>
                    <a:pt x="2516" y="228"/>
                    <a:pt x="2526" y="228"/>
                    <a:pt x="2536" y="228"/>
                  </a:cubicBezTo>
                  <a:cubicBezTo>
                    <a:pt x="2560" y="228"/>
                    <a:pt x="2586" y="231"/>
                    <a:pt x="2610" y="231"/>
                  </a:cubicBezTo>
                  <a:cubicBezTo>
                    <a:pt x="2570" y="244"/>
                    <a:pt x="2523" y="234"/>
                    <a:pt x="2483" y="241"/>
                  </a:cubicBezTo>
                  <a:cubicBezTo>
                    <a:pt x="2466" y="241"/>
                    <a:pt x="2459" y="244"/>
                    <a:pt x="2459" y="254"/>
                  </a:cubicBezTo>
                  <a:cubicBezTo>
                    <a:pt x="2489" y="254"/>
                    <a:pt x="2516" y="258"/>
                    <a:pt x="2546" y="258"/>
                  </a:cubicBezTo>
                  <a:lnTo>
                    <a:pt x="2546" y="258"/>
                  </a:lnTo>
                  <a:cubicBezTo>
                    <a:pt x="2583" y="258"/>
                    <a:pt x="2617" y="261"/>
                    <a:pt x="2650" y="265"/>
                  </a:cubicBezTo>
                  <a:lnTo>
                    <a:pt x="2650" y="265"/>
                  </a:lnTo>
                  <a:lnTo>
                    <a:pt x="2650" y="265"/>
                  </a:lnTo>
                  <a:cubicBezTo>
                    <a:pt x="2681" y="268"/>
                    <a:pt x="2711" y="268"/>
                    <a:pt x="2738" y="268"/>
                  </a:cubicBezTo>
                  <a:cubicBezTo>
                    <a:pt x="2744" y="271"/>
                    <a:pt x="2748" y="278"/>
                    <a:pt x="2754" y="285"/>
                  </a:cubicBezTo>
                  <a:cubicBezTo>
                    <a:pt x="2754" y="288"/>
                    <a:pt x="2751" y="288"/>
                    <a:pt x="2751" y="291"/>
                  </a:cubicBezTo>
                  <a:cubicBezTo>
                    <a:pt x="2718" y="291"/>
                    <a:pt x="2687" y="291"/>
                    <a:pt x="2654" y="291"/>
                  </a:cubicBezTo>
                  <a:lnTo>
                    <a:pt x="2654" y="291"/>
                  </a:lnTo>
                  <a:cubicBezTo>
                    <a:pt x="2614" y="281"/>
                    <a:pt x="2573" y="285"/>
                    <a:pt x="2536" y="285"/>
                  </a:cubicBezTo>
                  <a:lnTo>
                    <a:pt x="2536" y="285"/>
                  </a:lnTo>
                  <a:lnTo>
                    <a:pt x="2536" y="285"/>
                  </a:lnTo>
                  <a:cubicBezTo>
                    <a:pt x="2483" y="281"/>
                    <a:pt x="2432" y="278"/>
                    <a:pt x="2379" y="275"/>
                  </a:cubicBezTo>
                  <a:cubicBezTo>
                    <a:pt x="2382" y="275"/>
                    <a:pt x="2382" y="275"/>
                    <a:pt x="2382" y="275"/>
                  </a:cubicBezTo>
                  <a:cubicBezTo>
                    <a:pt x="2375" y="275"/>
                    <a:pt x="2372" y="275"/>
                    <a:pt x="2368" y="278"/>
                  </a:cubicBezTo>
                  <a:lnTo>
                    <a:pt x="2372" y="278"/>
                  </a:lnTo>
                  <a:lnTo>
                    <a:pt x="2372" y="278"/>
                  </a:lnTo>
                  <a:cubicBezTo>
                    <a:pt x="2368" y="278"/>
                    <a:pt x="2368" y="278"/>
                    <a:pt x="2368" y="278"/>
                  </a:cubicBezTo>
                  <a:cubicBezTo>
                    <a:pt x="2362" y="275"/>
                    <a:pt x="2358" y="275"/>
                    <a:pt x="2355" y="275"/>
                  </a:cubicBezTo>
                  <a:cubicBezTo>
                    <a:pt x="2352" y="275"/>
                    <a:pt x="2345" y="275"/>
                    <a:pt x="2342" y="275"/>
                  </a:cubicBezTo>
                  <a:cubicBezTo>
                    <a:pt x="2342" y="275"/>
                    <a:pt x="2345" y="278"/>
                    <a:pt x="2348" y="278"/>
                  </a:cubicBezTo>
                  <a:cubicBezTo>
                    <a:pt x="2345" y="278"/>
                    <a:pt x="2345" y="278"/>
                    <a:pt x="2345" y="278"/>
                  </a:cubicBezTo>
                  <a:cubicBezTo>
                    <a:pt x="2342" y="278"/>
                    <a:pt x="2342" y="275"/>
                    <a:pt x="2342" y="275"/>
                  </a:cubicBezTo>
                  <a:cubicBezTo>
                    <a:pt x="2338" y="275"/>
                    <a:pt x="2332" y="275"/>
                    <a:pt x="2328" y="275"/>
                  </a:cubicBezTo>
                  <a:cubicBezTo>
                    <a:pt x="2325" y="275"/>
                    <a:pt x="2322" y="275"/>
                    <a:pt x="2315" y="275"/>
                  </a:cubicBezTo>
                  <a:cubicBezTo>
                    <a:pt x="2318" y="278"/>
                    <a:pt x="2318" y="278"/>
                    <a:pt x="2322" y="278"/>
                  </a:cubicBezTo>
                  <a:lnTo>
                    <a:pt x="2322" y="278"/>
                  </a:lnTo>
                  <a:cubicBezTo>
                    <a:pt x="2318" y="278"/>
                    <a:pt x="2315" y="278"/>
                    <a:pt x="2315" y="275"/>
                  </a:cubicBezTo>
                  <a:cubicBezTo>
                    <a:pt x="2311" y="275"/>
                    <a:pt x="2308" y="275"/>
                    <a:pt x="2301" y="278"/>
                  </a:cubicBezTo>
                  <a:lnTo>
                    <a:pt x="2301" y="278"/>
                  </a:lnTo>
                  <a:cubicBezTo>
                    <a:pt x="2271" y="275"/>
                    <a:pt x="2244" y="275"/>
                    <a:pt x="2214" y="275"/>
                  </a:cubicBezTo>
                  <a:cubicBezTo>
                    <a:pt x="2174" y="275"/>
                    <a:pt x="2137" y="275"/>
                    <a:pt x="2097" y="275"/>
                  </a:cubicBezTo>
                  <a:cubicBezTo>
                    <a:pt x="2090" y="281"/>
                    <a:pt x="2090" y="288"/>
                    <a:pt x="2097" y="291"/>
                  </a:cubicBezTo>
                  <a:cubicBezTo>
                    <a:pt x="2103" y="295"/>
                    <a:pt x="2113" y="295"/>
                    <a:pt x="2123" y="295"/>
                  </a:cubicBezTo>
                  <a:lnTo>
                    <a:pt x="2123" y="295"/>
                  </a:lnTo>
                  <a:cubicBezTo>
                    <a:pt x="2127" y="295"/>
                    <a:pt x="2130" y="295"/>
                    <a:pt x="2137" y="295"/>
                  </a:cubicBezTo>
                  <a:cubicBezTo>
                    <a:pt x="2160" y="298"/>
                    <a:pt x="2187" y="298"/>
                    <a:pt x="2214" y="291"/>
                  </a:cubicBezTo>
                  <a:lnTo>
                    <a:pt x="2214" y="291"/>
                  </a:lnTo>
                  <a:lnTo>
                    <a:pt x="2214" y="291"/>
                  </a:lnTo>
                  <a:cubicBezTo>
                    <a:pt x="2221" y="291"/>
                    <a:pt x="2231" y="291"/>
                    <a:pt x="2237" y="295"/>
                  </a:cubicBezTo>
                  <a:lnTo>
                    <a:pt x="2237" y="291"/>
                  </a:lnTo>
                  <a:cubicBezTo>
                    <a:pt x="2237" y="295"/>
                    <a:pt x="2237" y="295"/>
                    <a:pt x="2237" y="295"/>
                  </a:cubicBezTo>
                  <a:cubicBezTo>
                    <a:pt x="2325" y="298"/>
                    <a:pt x="2409" y="301"/>
                    <a:pt x="2493" y="305"/>
                  </a:cubicBezTo>
                  <a:lnTo>
                    <a:pt x="2493" y="305"/>
                  </a:lnTo>
                  <a:cubicBezTo>
                    <a:pt x="2503" y="305"/>
                    <a:pt x="2513" y="308"/>
                    <a:pt x="2523" y="311"/>
                  </a:cubicBezTo>
                  <a:cubicBezTo>
                    <a:pt x="2556" y="311"/>
                    <a:pt x="2590" y="311"/>
                    <a:pt x="2627" y="311"/>
                  </a:cubicBezTo>
                  <a:cubicBezTo>
                    <a:pt x="2630" y="311"/>
                    <a:pt x="2633" y="311"/>
                    <a:pt x="2637" y="311"/>
                  </a:cubicBezTo>
                  <a:cubicBezTo>
                    <a:pt x="2647" y="311"/>
                    <a:pt x="2657" y="311"/>
                    <a:pt x="2664" y="311"/>
                  </a:cubicBezTo>
                  <a:lnTo>
                    <a:pt x="2664" y="311"/>
                  </a:lnTo>
                  <a:cubicBezTo>
                    <a:pt x="2697" y="318"/>
                    <a:pt x="2728" y="318"/>
                    <a:pt x="2761" y="315"/>
                  </a:cubicBezTo>
                  <a:cubicBezTo>
                    <a:pt x="2758" y="318"/>
                    <a:pt x="2758" y="322"/>
                    <a:pt x="2758" y="325"/>
                  </a:cubicBezTo>
                  <a:cubicBezTo>
                    <a:pt x="2758" y="328"/>
                    <a:pt x="2758" y="332"/>
                    <a:pt x="2761" y="335"/>
                  </a:cubicBezTo>
                  <a:lnTo>
                    <a:pt x="2761" y="338"/>
                  </a:lnTo>
                  <a:cubicBezTo>
                    <a:pt x="2738" y="332"/>
                    <a:pt x="2718" y="332"/>
                    <a:pt x="2694" y="338"/>
                  </a:cubicBezTo>
                  <a:cubicBezTo>
                    <a:pt x="2694" y="335"/>
                    <a:pt x="2694" y="332"/>
                    <a:pt x="2687" y="332"/>
                  </a:cubicBezTo>
                  <a:cubicBezTo>
                    <a:pt x="2667" y="332"/>
                    <a:pt x="2647" y="332"/>
                    <a:pt x="2627" y="332"/>
                  </a:cubicBezTo>
                  <a:lnTo>
                    <a:pt x="2627" y="332"/>
                  </a:lnTo>
                  <a:lnTo>
                    <a:pt x="2627" y="332"/>
                  </a:lnTo>
                  <a:cubicBezTo>
                    <a:pt x="2614" y="332"/>
                    <a:pt x="2600" y="332"/>
                    <a:pt x="2586" y="332"/>
                  </a:cubicBezTo>
                  <a:cubicBezTo>
                    <a:pt x="2583" y="332"/>
                    <a:pt x="2576" y="332"/>
                    <a:pt x="2573" y="332"/>
                  </a:cubicBezTo>
                  <a:lnTo>
                    <a:pt x="2573" y="332"/>
                  </a:lnTo>
                  <a:lnTo>
                    <a:pt x="2573" y="332"/>
                  </a:lnTo>
                  <a:cubicBezTo>
                    <a:pt x="2556" y="332"/>
                    <a:pt x="2540" y="328"/>
                    <a:pt x="2523" y="328"/>
                  </a:cubicBezTo>
                  <a:cubicBezTo>
                    <a:pt x="2506" y="328"/>
                    <a:pt x="2489" y="332"/>
                    <a:pt x="2469" y="332"/>
                  </a:cubicBezTo>
                  <a:cubicBezTo>
                    <a:pt x="2466" y="335"/>
                    <a:pt x="2462" y="338"/>
                    <a:pt x="2456" y="338"/>
                  </a:cubicBezTo>
                  <a:lnTo>
                    <a:pt x="2456" y="338"/>
                  </a:lnTo>
                  <a:cubicBezTo>
                    <a:pt x="2432" y="342"/>
                    <a:pt x="2402" y="332"/>
                    <a:pt x="2382" y="348"/>
                  </a:cubicBezTo>
                  <a:cubicBezTo>
                    <a:pt x="2405" y="358"/>
                    <a:pt x="2432" y="355"/>
                    <a:pt x="2459" y="348"/>
                  </a:cubicBezTo>
                  <a:cubicBezTo>
                    <a:pt x="2476" y="348"/>
                    <a:pt x="2493" y="348"/>
                    <a:pt x="2509" y="348"/>
                  </a:cubicBezTo>
                  <a:lnTo>
                    <a:pt x="2509" y="348"/>
                  </a:lnTo>
                  <a:cubicBezTo>
                    <a:pt x="2566" y="352"/>
                    <a:pt x="2620" y="358"/>
                    <a:pt x="2677" y="355"/>
                  </a:cubicBezTo>
                  <a:lnTo>
                    <a:pt x="2677" y="355"/>
                  </a:lnTo>
                  <a:lnTo>
                    <a:pt x="2677" y="355"/>
                  </a:lnTo>
                  <a:cubicBezTo>
                    <a:pt x="2707" y="362"/>
                    <a:pt x="2738" y="358"/>
                    <a:pt x="2765" y="358"/>
                  </a:cubicBezTo>
                  <a:lnTo>
                    <a:pt x="2765" y="358"/>
                  </a:lnTo>
                  <a:cubicBezTo>
                    <a:pt x="2768" y="362"/>
                    <a:pt x="2775" y="369"/>
                    <a:pt x="2778" y="375"/>
                  </a:cubicBezTo>
                  <a:lnTo>
                    <a:pt x="2778" y="375"/>
                  </a:lnTo>
                  <a:cubicBezTo>
                    <a:pt x="2775" y="375"/>
                    <a:pt x="2771" y="375"/>
                    <a:pt x="2768" y="375"/>
                  </a:cubicBezTo>
                  <a:cubicBezTo>
                    <a:pt x="2724" y="379"/>
                    <a:pt x="2681" y="382"/>
                    <a:pt x="2637" y="385"/>
                  </a:cubicBezTo>
                  <a:cubicBezTo>
                    <a:pt x="2630" y="392"/>
                    <a:pt x="2630" y="395"/>
                    <a:pt x="2640" y="402"/>
                  </a:cubicBezTo>
                  <a:cubicBezTo>
                    <a:pt x="2684" y="402"/>
                    <a:pt x="2731" y="405"/>
                    <a:pt x="2778" y="405"/>
                  </a:cubicBezTo>
                  <a:cubicBezTo>
                    <a:pt x="2781" y="415"/>
                    <a:pt x="2781" y="426"/>
                    <a:pt x="2778" y="439"/>
                  </a:cubicBezTo>
                  <a:cubicBezTo>
                    <a:pt x="2781" y="439"/>
                    <a:pt x="2781" y="439"/>
                    <a:pt x="2785" y="443"/>
                  </a:cubicBezTo>
                  <a:cubicBezTo>
                    <a:pt x="2781" y="443"/>
                    <a:pt x="2781" y="443"/>
                    <a:pt x="2781" y="443"/>
                  </a:cubicBezTo>
                  <a:lnTo>
                    <a:pt x="2781" y="443"/>
                  </a:lnTo>
                  <a:cubicBezTo>
                    <a:pt x="2778" y="439"/>
                    <a:pt x="2778" y="439"/>
                    <a:pt x="2778" y="439"/>
                  </a:cubicBezTo>
                  <a:cubicBezTo>
                    <a:pt x="2768" y="439"/>
                    <a:pt x="2754" y="439"/>
                    <a:pt x="2741" y="443"/>
                  </a:cubicBezTo>
                  <a:lnTo>
                    <a:pt x="2741" y="443"/>
                  </a:lnTo>
                  <a:lnTo>
                    <a:pt x="2741" y="443"/>
                  </a:lnTo>
                  <a:cubicBezTo>
                    <a:pt x="2671" y="433"/>
                    <a:pt x="2600" y="446"/>
                    <a:pt x="2529" y="453"/>
                  </a:cubicBezTo>
                  <a:cubicBezTo>
                    <a:pt x="2610" y="463"/>
                    <a:pt x="2687" y="456"/>
                    <a:pt x="2768" y="459"/>
                  </a:cubicBezTo>
                  <a:cubicBezTo>
                    <a:pt x="2765" y="459"/>
                    <a:pt x="2765" y="456"/>
                    <a:pt x="2761" y="456"/>
                  </a:cubicBezTo>
                  <a:cubicBezTo>
                    <a:pt x="2765" y="456"/>
                    <a:pt x="2768" y="456"/>
                    <a:pt x="2768" y="459"/>
                  </a:cubicBezTo>
                  <a:cubicBezTo>
                    <a:pt x="2775" y="473"/>
                    <a:pt x="2771" y="486"/>
                    <a:pt x="2754" y="496"/>
                  </a:cubicBezTo>
                  <a:lnTo>
                    <a:pt x="2754" y="496"/>
                  </a:lnTo>
                  <a:lnTo>
                    <a:pt x="2754" y="496"/>
                  </a:lnTo>
                  <a:cubicBezTo>
                    <a:pt x="2714" y="490"/>
                    <a:pt x="2677" y="500"/>
                    <a:pt x="2637" y="503"/>
                  </a:cubicBezTo>
                  <a:cubicBezTo>
                    <a:pt x="2633" y="503"/>
                    <a:pt x="2630" y="503"/>
                    <a:pt x="2627" y="503"/>
                  </a:cubicBezTo>
                  <a:lnTo>
                    <a:pt x="2627" y="503"/>
                  </a:lnTo>
                  <a:cubicBezTo>
                    <a:pt x="2586" y="503"/>
                    <a:pt x="2546" y="496"/>
                    <a:pt x="2509" y="503"/>
                  </a:cubicBezTo>
                  <a:lnTo>
                    <a:pt x="2509" y="503"/>
                  </a:lnTo>
                  <a:cubicBezTo>
                    <a:pt x="2493" y="496"/>
                    <a:pt x="2476" y="493"/>
                    <a:pt x="2459" y="496"/>
                  </a:cubicBezTo>
                  <a:cubicBezTo>
                    <a:pt x="2459" y="503"/>
                    <a:pt x="2459" y="506"/>
                    <a:pt x="2459" y="513"/>
                  </a:cubicBezTo>
                  <a:cubicBezTo>
                    <a:pt x="2466" y="516"/>
                    <a:pt x="2472" y="520"/>
                    <a:pt x="2479" y="520"/>
                  </a:cubicBezTo>
                  <a:cubicBezTo>
                    <a:pt x="2466" y="520"/>
                    <a:pt x="2456" y="520"/>
                    <a:pt x="2446" y="520"/>
                  </a:cubicBezTo>
                  <a:cubicBezTo>
                    <a:pt x="2432" y="520"/>
                    <a:pt x="2419" y="523"/>
                    <a:pt x="2409" y="526"/>
                  </a:cubicBezTo>
                  <a:cubicBezTo>
                    <a:pt x="2405" y="530"/>
                    <a:pt x="2402" y="530"/>
                    <a:pt x="2399" y="533"/>
                  </a:cubicBezTo>
                  <a:cubicBezTo>
                    <a:pt x="2395" y="533"/>
                    <a:pt x="2395" y="533"/>
                    <a:pt x="2392" y="533"/>
                  </a:cubicBezTo>
                  <a:cubicBezTo>
                    <a:pt x="2375" y="533"/>
                    <a:pt x="2358" y="533"/>
                    <a:pt x="2342" y="533"/>
                  </a:cubicBezTo>
                  <a:lnTo>
                    <a:pt x="2342" y="533"/>
                  </a:lnTo>
                  <a:lnTo>
                    <a:pt x="2342" y="533"/>
                  </a:lnTo>
                  <a:cubicBezTo>
                    <a:pt x="2338" y="533"/>
                    <a:pt x="2332" y="533"/>
                    <a:pt x="2328" y="533"/>
                  </a:cubicBezTo>
                  <a:lnTo>
                    <a:pt x="2328" y="533"/>
                  </a:lnTo>
                  <a:lnTo>
                    <a:pt x="2328" y="533"/>
                  </a:lnTo>
                  <a:cubicBezTo>
                    <a:pt x="2298" y="530"/>
                    <a:pt x="2268" y="536"/>
                    <a:pt x="2237" y="543"/>
                  </a:cubicBezTo>
                  <a:cubicBezTo>
                    <a:pt x="2194" y="536"/>
                    <a:pt x="2154" y="547"/>
                    <a:pt x="2110" y="543"/>
                  </a:cubicBezTo>
                  <a:lnTo>
                    <a:pt x="2110" y="543"/>
                  </a:lnTo>
                  <a:lnTo>
                    <a:pt x="2110" y="543"/>
                  </a:lnTo>
                  <a:cubicBezTo>
                    <a:pt x="2086" y="550"/>
                    <a:pt x="2063" y="536"/>
                    <a:pt x="2036" y="553"/>
                  </a:cubicBezTo>
                  <a:cubicBezTo>
                    <a:pt x="2063" y="567"/>
                    <a:pt x="2086" y="557"/>
                    <a:pt x="2110" y="560"/>
                  </a:cubicBezTo>
                  <a:cubicBezTo>
                    <a:pt x="2174" y="560"/>
                    <a:pt x="2237" y="560"/>
                    <a:pt x="2301" y="560"/>
                  </a:cubicBezTo>
                  <a:cubicBezTo>
                    <a:pt x="2308" y="560"/>
                    <a:pt x="2318" y="553"/>
                    <a:pt x="2328" y="553"/>
                  </a:cubicBezTo>
                  <a:lnTo>
                    <a:pt x="2328" y="553"/>
                  </a:lnTo>
                  <a:cubicBezTo>
                    <a:pt x="2332" y="553"/>
                    <a:pt x="2335" y="553"/>
                    <a:pt x="2338" y="553"/>
                  </a:cubicBezTo>
                  <a:lnTo>
                    <a:pt x="2338" y="553"/>
                  </a:lnTo>
                  <a:cubicBezTo>
                    <a:pt x="2368" y="560"/>
                    <a:pt x="2402" y="563"/>
                    <a:pt x="2432" y="550"/>
                  </a:cubicBezTo>
                  <a:lnTo>
                    <a:pt x="2432" y="550"/>
                  </a:lnTo>
                  <a:lnTo>
                    <a:pt x="2432" y="550"/>
                  </a:lnTo>
                  <a:lnTo>
                    <a:pt x="2432" y="550"/>
                  </a:lnTo>
                  <a:lnTo>
                    <a:pt x="2432" y="550"/>
                  </a:lnTo>
                  <a:lnTo>
                    <a:pt x="2432" y="550"/>
                  </a:lnTo>
                  <a:cubicBezTo>
                    <a:pt x="2442" y="550"/>
                    <a:pt x="2449" y="550"/>
                    <a:pt x="2459" y="550"/>
                  </a:cubicBezTo>
                  <a:lnTo>
                    <a:pt x="2459" y="550"/>
                  </a:lnTo>
                  <a:cubicBezTo>
                    <a:pt x="2536" y="557"/>
                    <a:pt x="2614" y="550"/>
                    <a:pt x="2691" y="550"/>
                  </a:cubicBezTo>
                  <a:cubicBezTo>
                    <a:pt x="2694" y="550"/>
                    <a:pt x="2697" y="550"/>
                    <a:pt x="2704" y="550"/>
                  </a:cubicBezTo>
                  <a:cubicBezTo>
                    <a:pt x="2754" y="550"/>
                    <a:pt x="2754" y="550"/>
                    <a:pt x="2738" y="587"/>
                  </a:cubicBezTo>
                  <a:lnTo>
                    <a:pt x="2738" y="587"/>
                  </a:lnTo>
                  <a:cubicBezTo>
                    <a:pt x="2691" y="600"/>
                    <a:pt x="2637" y="594"/>
                    <a:pt x="2586" y="597"/>
                  </a:cubicBezTo>
                  <a:lnTo>
                    <a:pt x="2586" y="597"/>
                  </a:lnTo>
                  <a:cubicBezTo>
                    <a:pt x="2553" y="600"/>
                    <a:pt x="2516" y="587"/>
                    <a:pt x="2483" y="604"/>
                  </a:cubicBezTo>
                  <a:lnTo>
                    <a:pt x="2483" y="604"/>
                  </a:lnTo>
                  <a:cubicBezTo>
                    <a:pt x="2456" y="597"/>
                    <a:pt x="2429" y="594"/>
                    <a:pt x="2405" y="604"/>
                  </a:cubicBezTo>
                  <a:lnTo>
                    <a:pt x="2405" y="604"/>
                  </a:lnTo>
                  <a:lnTo>
                    <a:pt x="2405" y="604"/>
                  </a:lnTo>
                  <a:cubicBezTo>
                    <a:pt x="2389" y="604"/>
                    <a:pt x="2372" y="600"/>
                    <a:pt x="2355" y="604"/>
                  </a:cubicBezTo>
                  <a:cubicBezTo>
                    <a:pt x="2298" y="607"/>
                    <a:pt x="2244" y="607"/>
                    <a:pt x="2187" y="607"/>
                  </a:cubicBezTo>
                  <a:cubicBezTo>
                    <a:pt x="2174" y="607"/>
                    <a:pt x="2160" y="607"/>
                    <a:pt x="2147" y="607"/>
                  </a:cubicBezTo>
                  <a:cubicBezTo>
                    <a:pt x="2133" y="604"/>
                    <a:pt x="2123" y="604"/>
                    <a:pt x="2110" y="607"/>
                  </a:cubicBezTo>
                  <a:cubicBezTo>
                    <a:pt x="2050" y="604"/>
                    <a:pt x="1989" y="610"/>
                    <a:pt x="1929" y="617"/>
                  </a:cubicBezTo>
                  <a:cubicBezTo>
                    <a:pt x="1922" y="620"/>
                    <a:pt x="1922" y="627"/>
                    <a:pt x="1929" y="634"/>
                  </a:cubicBezTo>
                  <a:cubicBezTo>
                    <a:pt x="1996" y="634"/>
                    <a:pt x="2066" y="634"/>
                    <a:pt x="2133" y="630"/>
                  </a:cubicBezTo>
                  <a:cubicBezTo>
                    <a:pt x="2154" y="630"/>
                    <a:pt x="2174" y="634"/>
                    <a:pt x="2190" y="627"/>
                  </a:cubicBezTo>
                  <a:lnTo>
                    <a:pt x="2190" y="627"/>
                  </a:lnTo>
                  <a:lnTo>
                    <a:pt x="2190" y="627"/>
                  </a:lnTo>
                  <a:cubicBezTo>
                    <a:pt x="2227" y="627"/>
                    <a:pt x="2264" y="630"/>
                    <a:pt x="2301" y="634"/>
                  </a:cubicBezTo>
                  <a:cubicBezTo>
                    <a:pt x="2338" y="617"/>
                    <a:pt x="2379" y="647"/>
                    <a:pt x="2415" y="627"/>
                  </a:cubicBezTo>
                  <a:cubicBezTo>
                    <a:pt x="2415" y="624"/>
                    <a:pt x="2412" y="620"/>
                    <a:pt x="2409" y="617"/>
                  </a:cubicBezTo>
                  <a:cubicBezTo>
                    <a:pt x="2412" y="620"/>
                    <a:pt x="2415" y="620"/>
                    <a:pt x="2419" y="624"/>
                  </a:cubicBezTo>
                  <a:cubicBezTo>
                    <a:pt x="2422" y="624"/>
                    <a:pt x="2425" y="624"/>
                    <a:pt x="2432" y="624"/>
                  </a:cubicBezTo>
                  <a:cubicBezTo>
                    <a:pt x="2483" y="624"/>
                    <a:pt x="2536" y="624"/>
                    <a:pt x="2586" y="624"/>
                  </a:cubicBezTo>
                  <a:cubicBezTo>
                    <a:pt x="2597" y="624"/>
                    <a:pt x="2607" y="624"/>
                    <a:pt x="2617" y="617"/>
                  </a:cubicBezTo>
                  <a:lnTo>
                    <a:pt x="2617" y="617"/>
                  </a:lnTo>
                  <a:cubicBezTo>
                    <a:pt x="2627" y="617"/>
                    <a:pt x="2640" y="614"/>
                    <a:pt x="2650" y="614"/>
                  </a:cubicBezTo>
                  <a:cubicBezTo>
                    <a:pt x="2664" y="617"/>
                    <a:pt x="2677" y="617"/>
                    <a:pt x="2687" y="614"/>
                  </a:cubicBezTo>
                  <a:cubicBezTo>
                    <a:pt x="2701" y="617"/>
                    <a:pt x="2714" y="607"/>
                    <a:pt x="2731" y="614"/>
                  </a:cubicBezTo>
                  <a:cubicBezTo>
                    <a:pt x="2758" y="627"/>
                    <a:pt x="2765" y="614"/>
                    <a:pt x="2768" y="597"/>
                  </a:cubicBezTo>
                  <a:lnTo>
                    <a:pt x="2768" y="597"/>
                  </a:lnTo>
                  <a:cubicBezTo>
                    <a:pt x="2781" y="580"/>
                    <a:pt x="2795" y="567"/>
                    <a:pt x="2808" y="550"/>
                  </a:cubicBezTo>
                  <a:cubicBezTo>
                    <a:pt x="2818" y="540"/>
                    <a:pt x="2805" y="523"/>
                    <a:pt x="2818" y="513"/>
                  </a:cubicBezTo>
                  <a:cubicBezTo>
                    <a:pt x="2822" y="516"/>
                    <a:pt x="2822" y="516"/>
                    <a:pt x="2822" y="516"/>
                  </a:cubicBezTo>
                  <a:cubicBezTo>
                    <a:pt x="2832" y="503"/>
                    <a:pt x="2835" y="493"/>
                    <a:pt x="2825" y="483"/>
                  </a:cubicBezTo>
                  <a:cubicBezTo>
                    <a:pt x="2825" y="479"/>
                    <a:pt x="2825" y="476"/>
                    <a:pt x="2825" y="476"/>
                  </a:cubicBezTo>
                  <a:lnTo>
                    <a:pt x="2825" y="473"/>
                  </a:lnTo>
                  <a:cubicBezTo>
                    <a:pt x="2828" y="469"/>
                    <a:pt x="2832" y="466"/>
                    <a:pt x="2832" y="459"/>
                  </a:cubicBezTo>
                  <a:lnTo>
                    <a:pt x="2832" y="459"/>
                  </a:lnTo>
                  <a:lnTo>
                    <a:pt x="2832" y="459"/>
                  </a:lnTo>
                  <a:cubicBezTo>
                    <a:pt x="2835" y="459"/>
                    <a:pt x="2835" y="456"/>
                    <a:pt x="2835" y="456"/>
                  </a:cubicBezTo>
                  <a:lnTo>
                    <a:pt x="2835" y="456"/>
                  </a:lnTo>
                  <a:cubicBezTo>
                    <a:pt x="2838" y="486"/>
                    <a:pt x="2838" y="513"/>
                    <a:pt x="2832" y="543"/>
                  </a:cubicBezTo>
                  <a:cubicBezTo>
                    <a:pt x="2828" y="573"/>
                    <a:pt x="2808" y="604"/>
                    <a:pt x="2791" y="634"/>
                  </a:cubicBezTo>
                  <a:lnTo>
                    <a:pt x="2791" y="634"/>
                  </a:lnTo>
                  <a:cubicBezTo>
                    <a:pt x="2781" y="640"/>
                    <a:pt x="2768" y="647"/>
                    <a:pt x="2754" y="654"/>
                  </a:cubicBezTo>
                  <a:cubicBezTo>
                    <a:pt x="2761" y="661"/>
                    <a:pt x="2771" y="661"/>
                    <a:pt x="2781" y="661"/>
                  </a:cubicBezTo>
                  <a:cubicBezTo>
                    <a:pt x="2791" y="657"/>
                    <a:pt x="2801" y="651"/>
                    <a:pt x="2808" y="644"/>
                  </a:cubicBezTo>
                  <a:lnTo>
                    <a:pt x="2808" y="644"/>
                  </a:lnTo>
                  <a:cubicBezTo>
                    <a:pt x="2855" y="594"/>
                    <a:pt x="2882" y="540"/>
                    <a:pt x="2885" y="479"/>
                  </a:cubicBezTo>
                  <a:lnTo>
                    <a:pt x="2885" y="479"/>
                  </a:lnTo>
                  <a:cubicBezTo>
                    <a:pt x="2899" y="433"/>
                    <a:pt x="2905" y="385"/>
                    <a:pt x="2885" y="338"/>
                  </a:cubicBezTo>
                  <a:lnTo>
                    <a:pt x="2885" y="338"/>
                  </a:lnTo>
                  <a:lnTo>
                    <a:pt x="2885" y="338"/>
                  </a:lnTo>
                  <a:cubicBezTo>
                    <a:pt x="2885" y="325"/>
                    <a:pt x="2885" y="311"/>
                    <a:pt x="2872" y="301"/>
                  </a:cubicBezTo>
                  <a:cubicBezTo>
                    <a:pt x="2868" y="265"/>
                    <a:pt x="2875" y="231"/>
                    <a:pt x="2845" y="201"/>
                  </a:cubicBezTo>
                  <a:lnTo>
                    <a:pt x="2845" y="201"/>
                  </a:lnTo>
                  <a:cubicBezTo>
                    <a:pt x="2845" y="197"/>
                    <a:pt x="2845" y="194"/>
                    <a:pt x="2845" y="191"/>
                  </a:cubicBezTo>
                  <a:lnTo>
                    <a:pt x="2845" y="191"/>
                  </a:lnTo>
                  <a:cubicBezTo>
                    <a:pt x="2848" y="167"/>
                    <a:pt x="2845" y="144"/>
                    <a:pt x="2822" y="127"/>
                  </a:cubicBezTo>
                  <a:cubicBezTo>
                    <a:pt x="2822" y="124"/>
                    <a:pt x="2818" y="120"/>
                    <a:pt x="2818" y="120"/>
                  </a:cubicBezTo>
                  <a:lnTo>
                    <a:pt x="2818" y="120"/>
                  </a:lnTo>
                  <a:lnTo>
                    <a:pt x="2818" y="120"/>
                  </a:lnTo>
                  <a:cubicBezTo>
                    <a:pt x="2822" y="110"/>
                    <a:pt x="2815" y="104"/>
                    <a:pt x="2805" y="100"/>
                  </a:cubicBezTo>
                  <a:cubicBezTo>
                    <a:pt x="2801" y="97"/>
                    <a:pt x="2798" y="93"/>
                    <a:pt x="2795" y="90"/>
                  </a:cubicBezTo>
                  <a:lnTo>
                    <a:pt x="2795" y="90"/>
                  </a:lnTo>
                  <a:lnTo>
                    <a:pt x="2795" y="90"/>
                  </a:lnTo>
                  <a:cubicBezTo>
                    <a:pt x="2795" y="87"/>
                    <a:pt x="2795" y="83"/>
                    <a:pt x="2791" y="83"/>
                  </a:cubicBezTo>
                  <a:lnTo>
                    <a:pt x="2791" y="83"/>
                  </a:lnTo>
                  <a:lnTo>
                    <a:pt x="2791" y="83"/>
                  </a:lnTo>
                  <a:cubicBezTo>
                    <a:pt x="2785" y="76"/>
                    <a:pt x="2781" y="70"/>
                    <a:pt x="2778" y="63"/>
                  </a:cubicBezTo>
                  <a:lnTo>
                    <a:pt x="2778" y="63"/>
                  </a:lnTo>
                  <a:cubicBezTo>
                    <a:pt x="2768" y="53"/>
                    <a:pt x="2758" y="40"/>
                    <a:pt x="2751" y="26"/>
                  </a:cubicBezTo>
                  <a:cubicBezTo>
                    <a:pt x="2741" y="23"/>
                    <a:pt x="2734" y="16"/>
                    <a:pt x="2728" y="13"/>
                  </a:cubicBezTo>
                  <a:cubicBezTo>
                    <a:pt x="2691" y="-7"/>
                    <a:pt x="2681" y="-4"/>
                    <a:pt x="2650" y="26"/>
                  </a:cubicBezTo>
                  <a:cubicBezTo>
                    <a:pt x="2630" y="43"/>
                    <a:pt x="2600" y="50"/>
                    <a:pt x="2576" y="63"/>
                  </a:cubicBezTo>
                  <a:lnTo>
                    <a:pt x="2576" y="63"/>
                  </a:lnTo>
                  <a:lnTo>
                    <a:pt x="2576" y="63"/>
                  </a:lnTo>
                  <a:cubicBezTo>
                    <a:pt x="2570" y="60"/>
                    <a:pt x="2566" y="56"/>
                    <a:pt x="2560" y="56"/>
                  </a:cubicBezTo>
                  <a:cubicBezTo>
                    <a:pt x="2543" y="46"/>
                    <a:pt x="2526" y="43"/>
                    <a:pt x="2506" y="43"/>
                  </a:cubicBezTo>
                  <a:cubicBezTo>
                    <a:pt x="2422" y="50"/>
                    <a:pt x="2338" y="56"/>
                    <a:pt x="2254" y="56"/>
                  </a:cubicBezTo>
                  <a:cubicBezTo>
                    <a:pt x="2244" y="56"/>
                    <a:pt x="2234" y="60"/>
                    <a:pt x="2224" y="63"/>
                  </a:cubicBezTo>
                  <a:lnTo>
                    <a:pt x="2224" y="63"/>
                  </a:lnTo>
                  <a:lnTo>
                    <a:pt x="2224" y="63"/>
                  </a:lnTo>
                  <a:cubicBezTo>
                    <a:pt x="2217" y="63"/>
                    <a:pt x="2207" y="63"/>
                    <a:pt x="2201" y="63"/>
                  </a:cubicBezTo>
                  <a:cubicBezTo>
                    <a:pt x="2147" y="63"/>
                    <a:pt x="2097" y="60"/>
                    <a:pt x="2046" y="63"/>
                  </a:cubicBezTo>
                  <a:cubicBezTo>
                    <a:pt x="2043" y="63"/>
                    <a:pt x="2043" y="63"/>
                    <a:pt x="2043" y="66"/>
                  </a:cubicBezTo>
                  <a:cubicBezTo>
                    <a:pt x="2043" y="63"/>
                    <a:pt x="2043" y="63"/>
                    <a:pt x="2046" y="63"/>
                  </a:cubicBezTo>
                  <a:cubicBezTo>
                    <a:pt x="2023" y="60"/>
                    <a:pt x="2003" y="60"/>
                    <a:pt x="1979" y="63"/>
                  </a:cubicBezTo>
                  <a:cubicBezTo>
                    <a:pt x="1922" y="63"/>
                    <a:pt x="1865" y="60"/>
                    <a:pt x="1811" y="70"/>
                  </a:cubicBezTo>
                  <a:lnTo>
                    <a:pt x="1811" y="70"/>
                  </a:lnTo>
                  <a:lnTo>
                    <a:pt x="1811" y="70"/>
                  </a:lnTo>
                  <a:cubicBezTo>
                    <a:pt x="1804" y="70"/>
                    <a:pt x="1801" y="70"/>
                    <a:pt x="1798" y="73"/>
                  </a:cubicBezTo>
                  <a:cubicBezTo>
                    <a:pt x="1697" y="70"/>
                    <a:pt x="1593" y="66"/>
                    <a:pt x="1490" y="83"/>
                  </a:cubicBezTo>
                  <a:cubicBezTo>
                    <a:pt x="1487" y="83"/>
                    <a:pt x="1483" y="83"/>
                    <a:pt x="1477" y="83"/>
                  </a:cubicBezTo>
                  <a:cubicBezTo>
                    <a:pt x="1443" y="83"/>
                    <a:pt x="1406" y="80"/>
                    <a:pt x="1373" y="90"/>
                  </a:cubicBezTo>
                  <a:cubicBezTo>
                    <a:pt x="1272" y="87"/>
                    <a:pt x="1174" y="93"/>
                    <a:pt x="1077" y="100"/>
                  </a:cubicBezTo>
                  <a:cubicBezTo>
                    <a:pt x="1007" y="100"/>
                    <a:pt x="936" y="97"/>
                    <a:pt x="869" y="107"/>
                  </a:cubicBezTo>
                  <a:lnTo>
                    <a:pt x="869" y="107"/>
                  </a:lnTo>
                  <a:lnTo>
                    <a:pt x="869" y="107"/>
                  </a:lnTo>
                  <a:cubicBezTo>
                    <a:pt x="842" y="104"/>
                    <a:pt x="819" y="107"/>
                    <a:pt x="795" y="110"/>
                  </a:cubicBezTo>
                  <a:cubicBezTo>
                    <a:pt x="755" y="110"/>
                    <a:pt x="718" y="110"/>
                    <a:pt x="684" y="117"/>
                  </a:cubicBezTo>
                  <a:cubicBezTo>
                    <a:pt x="668" y="114"/>
                    <a:pt x="654" y="117"/>
                    <a:pt x="641" y="120"/>
                  </a:cubicBezTo>
                  <a:lnTo>
                    <a:pt x="641" y="120"/>
                  </a:lnTo>
                  <a:lnTo>
                    <a:pt x="641" y="120"/>
                  </a:lnTo>
                  <a:cubicBezTo>
                    <a:pt x="611" y="117"/>
                    <a:pt x="580" y="120"/>
                    <a:pt x="550" y="120"/>
                  </a:cubicBezTo>
                  <a:lnTo>
                    <a:pt x="550" y="120"/>
                  </a:lnTo>
                  <a:cubicBezTo>
                    <a:pt x="473" y="120"/>
                    <a:pt x="399" y="120"/>
                    <a:pt x="325" y="120"/>
                  </a:cubicBezTo>
                  <a:cubicBezTo>
                    <a:pt x="312" y="120"/>
                    <a:pt x="298" y="120"/>
                    <a:pt x="288" y="127"/>
                  </a:cubicBezTo>
                  <a:lnTo>
                    <a:pt x="288" y="127"/>
                  </a:lnTo>
                  <a:lnTo>
                    <a:pt x="288" y="127"/>
                  </a:lnTo>
                  <a:lnTo>
                    <a:pt x="288" y="127"/>
                  </a:lnTo>
                  <a:lnTo>
                    <a:pt x="288" y="127"/>
                  </a:lnTo>
                  <a:lnTo>
                    <a:pt x="288" y="127"/>
                  </a:lnTo>
                  <a:cubicBezTo>
                    <a:pt x="285" y="124"/>
                    <a:pt x="282" y="124"/>
                    <a:pt x="282" y="127"/>
                  </a:cubicBezTo>
                  <a:moveTo>
                    <a:pt x="2472" y="211"/>
                  </a:moveTo>
                  <a:lnTo>
                    <a:pt x="2472" y="211"/>
                  </a:lnTo>
                  <a:moveTo>
                    <a:pt x="2664" y="311"/>
                  </a:moveTo>
                  <a:lnTo>
                    <a:pt x="2664" y="311"/>
                  </a:lnTo>
                  <a:moveTo>
                    <a:pt x="2758" y="171"/>
                  </a:moveTo>
                  <a:lnTo>
                    <a:pt x="2758" y="171"/>
                  </a:lnTo>
                  <a:cubicBezTo>
                    <a:pt x="2765" y="174"/>
                    <a:pt x="2758" y="177"/>
                    <a:pt x="2758" y="181"/>
                  </a:cubicBezTo>
                  <a:lnTo>
                    <a:pt x="2754" y="181"/>
                  </a:lnTo>
                  <a:lnTo>
                    <a:pt x="2754" y="177"/>
                  </a:lnTo>
                  <a:cubicBezTo>
                    <a:pt x="2758" y="174"/>
                    <a:pt x="2758" y="174"/>
                    <a:pt x="2758" y="171"/>
                  </a:cubicBezTo>
                  <a:moveTo>
                    <a:pt x="2691" y="100"/>
                  </a:moveTo>
                  <a:lnTo>
                    <a:pt x="2691" y="100"/>
                  </a:lnTo>
                  <a:lnTo>
                    <a:pt x="2694" y="100"/>
                  </a:lnTo>
                  <a:cubicBezTo>
                    <a:pt x="2701" y="100"/>
                    <a:pt x="2707" y="100"/>
                    <a:pt x="2714" y="100"/>
                  </a:cubicBezTo>
                  <a:lnTo>
                    <a:pt x="2714" y="100"/>
                  </a:lnTo>
                  <a:cubicBezTo>
                    <a:pt x="2718" y="104"/>
                    <a:pt x="2718" y="104"/>
                    <a:pt x="2721" y="104"/>
                  </a:cubicBezTo>
                  <a:cubicBezTo>
                    <a:pt x="2711" y="107"/>
                    <a:pt x="2701" y="104"/>
                    <a:pt x="2691" y="100"/>
                  </a:cubicBezTo>
                  <a:moveTo>
                    <a:pt x="2654" y="120"/>
                  </a:moveTo>
                  <a:lnTo>
                    <a:pt x="2654" y="120"/>
                  </a:lnTo>
                  <a:moveTo>
                    <a:pt x="2630" y="244"/>
                  </a:moveTo>
                  <a:lnTo>
                    <a:pt x="2630" y="244"/>
                  </a:lnTo>
                  <a:cubicBezTo>
                    <a:pt x="2630" y="241"/>
                    <a:pt x="2630" y="234"/>
                    <a:pt x="2630" y="231"/>
                  </a:cubicBezTo>
                  <a:cubicBezTo>
                    <a:pt x="2657" y="238"/>
                    <a:pt x="2684" y="244"/>
                    <a:pt x="2711" y="231"/>
                  </a:cubicBezTo>
                  <a:lnTo>
                    <a:pt x="2714" y="231"/>
                  </a:lnTo>
                  <a:cubicBezTo>
                    <a:pt x="2714" y="231"/>
                    <a:pt x="2718" y="231"/>
                    <a:pt x="2721" y="231"/>
                  </a:cubicBezTo>
                  <a:cubicBezTo>
                    <a:pt x="2718" y="234"/>
                    <a:pt x="2718" y="234"/>
                    <a:pt x="2714" y="238"/>
                  </a:cubicBezTo>
                  <a:cubicBezTo>
                    <a:pt x="2707" y="244"/>
                    <a:pt x="2694" y="244"/>
                    <a:pt x="2681" y="241"/>
                  </a:cubicBezTo>
                  <a:cubicBezTo>
                    <a:pt x="2674" y="241"/>
                    <a:pt x="2671" y="241"/>
                    <a:pt x="2664" y="244"/>
                  </a:cubicBezTo>
                  <a:lnTo>
                    <a:pt x="2661" y="244"/>
                  </a:lnTo>
                  <a:cubicBezTo>
                    <a:pt x="2650" y="241"/>
                    <a:pt x="2640" y="241"/>
                    <a:pt x="2630" y="244"/>
                  </a:cubicBezTo>
                  <a:moveTo>
                    <a:pt x="2506" y="516"/>
                  </a:moveTo>
                  <a:lnTo>
                    <a:pt x="2506" y="516"/>
                  </a:lnTo>
                  <a:cubicBezTo>
                    <a:pt x="2513" y="520"/>
                    <a:pt x="2516" y="520"/>
                    <a:pt x="2523" y="520"/>
                  </a:cubicBezTo>
                  <a:cubicBezTo>
                    <a:pt x="2513" y="520"/>
                    <a:pt x="2503" y="520"/>
                    <a:pt x="2489" y="520"/>
                  </a:cubicBezTo>
                  <a:cubicBezTo>
                    <a:pt x="2496" y="520"/>
                    <a:pt x="2503" y="520"/>
                    <a:pt x="2506" y="516"/>
                  </a:cubicBezTo>
                  <a:moveTo>
                    <a:pt x="2694" y="516"/>
                  </a:moveTo>
                  <a:lnTo>
                    <a:pt x="2694" y="516"/>
                  </a:lnTo>
                  <a:lnTo>
                    <a:pt x="2694" y="516"/>
                  </a:lnTo>
                  <a:lnTo>
                    <a:pt x="2697" y="516"/>
                  </a:lnTo>
                  <a:lnTo>
                    <a:pt x="2694" y="516"/>
                  </a:lnTo>
                  <a:moveTo>
                    <a:pt x="2741" y="516"/>
                  </a:moveTo>
                  <a:lnTo>
                    <a:pt x="2741" y="516"/>
                  </a:lnTo>
                  <a:cubicBezTo>
                    <a:pt x="2744" y="513"/>
                    <a:pt x="2744" y="513"/>
                    <a:pt x="2748" y="510"/>
                  </a:cubicBezTo>
                  <a:cubicBezTo>
                    <a:pt x="2751" y="513"/>
                    <a:pt x="2751" y="516"/>
                    <a:pt x="2754" y="520"/>
                  </a:cubicBezTo>
                  <a:cubicBezTo>
                    <a:pt x="2748" y="520"/>
                    <a:pt x="2744" y="516"/>
                    <a:pt x="2741" y="516"/>
                  </a:cubicBezTo>
                  <a:moveTo>
                    <a:pt x="2852" y="395"/>
                  </a:moveTo>
                  <a:lnTo>
                    <a:pt x="2852" y="395"/>
                  </a:lnTo>
                  <a:cubicBezTo>
                    <a:pt x="2852" y="402"/>
                    <a:pt x="2852" y="409"/>
                    <a:pt x="2848" y="415"/>
                  </a:cubicBezTo>
                  <a:cubicBezTo>
                    <a:pt x="2842" y="419"/>
                    <a:pt x="2838" y="426"/>
                    <a:pt x="2832" y="429"/>
                  </a:cubicBezTo>
                  <a:cubicBezTo>
                    <a:pt x="2832" y="422"/>
                    <a:pt x="2832" y="419"/>
                    <a:pt x="2828" y="412"/>
                  </a:cubicBezTo>
                  <a:cubicBezTo>
                    <a:pt x="2832" y="409"/>
                    <a:pt x="2832" y="405"/>
                    <a:pt x="2832" y="402"/>
                  </a:cubicBezTo>
                  <a:lnTo>
                    <a:pt x="2828" y="402"/>
                  </a:lnTo>
                  <a:cubicBezTo>
                    <a:pt x="2832" y="402"/>
                    <a:pt x="2835" y="399"/>
                    <a:pt x="2842" y="399"/>
                  </a:cubicBezTo>
                  <a:cubicBezTo>
                    <a:pt x="2848" y="385"/>
                    <a:pt x="2848" y="369"/>
                    <a:pt x="2848" y="352"/>
                  </a:cubicBezTo>
                  <a:lnTo>
                    <a:pt x="2848" y="348"/>
                  </a:lnTo>
                  <a:cubicBezTo>
                    <a:pt x="2848" y="348"/>
                    <a:pt x="2852" y="348"/>
                    <a:pt x="2855" y="348"/>
                  </a:cubicBezTo>
                  <a:lnTo>
                    <a:pt x="2855" y="348"/>
                  </a:lnTo>
                  <a:cubicBezTo>
                    <a:pt x="2855" y="352"/>
                    <a:pt x="2855" y="355"/>
                    <a:pt x="2858" y="358"/>
                  </a:cubicBezTo>
                  <a:cubicBezTo>
                    <a:pt x="2858" y="358"/>
                    <a:pt x="2855" y="358"/>
                    <a:pt x="2855" y="362"/>
                  </a:cubicBezTo>
                  <a:cubicBezTo>
                    <a:pt x="2855" y="369"/>
                    <a:pt x="2852" y="375"/>
                    <a:pt x="2852" y="385"/>
                  </a:cubicBezTo>
                  <a:cubicBezTo>
                    <a:pt x="2852" y="389"/>
                    <a:pt x="2852" y="392"/>
                    <a:pt x="2852" y="395"/>
                  </a:cubicBezTo>
                  <a:moveTo>
                    <a:pt x="2667" y="50"/>
                  </a:moveTo>
                  <a:lnTo>
                    <a:pt x="2667" y="50"/>
                  </a:lnTo>
                  <a:cubicBezTo>
                    <a:pt x="2671" y="46"/>
                    <a:pt x="2671" y="40"/>
                    <a:pt x="2671" y="36"/>
                  </a:cubicBezTo>
                  <a:lnTo>
                    <a:pt x="2667" y="36"/>
                  </a:lnTo>
                  <a:cubicBezTo>
                    <a:pt x="2701" y="40"/>
                    <a:pt x="2711" y="63"/>
                    <a:pt x="2731" y="76"/>
                  </a:cubicBezTo>
                  <a:cubicBezTo>
                    <a:pt x="2728" y="76"/>
                    <a:pt x="2728" y="80"/>
                    <a:pt x="2728" y="80"/>
                  </a:cubicBezTo>
                  <a:cubicBezTo>
                    <a:pt x="2724" y="80"/>
                    <a:pt x="2724" y="80"/>
                    <a:pt x="2721" y="80"/>
                  </a:cubicBezTo>
                  <a:cubicBezTo>
                    <a:pt x="2721" y="80"/>
                    <a:pt x="2718" y="80"/>
                    <a:pt x="2714" y="80"/>
                  </a:cubicBezTo>
                  <a:lnTo>
                    <a:pt x="2714" y="80"/>
                  </a:lnTo>
                  <a:cubicBezTo>
                    <a:pt x="2711" y="76"/>
                    <a:pt x="2707" y="76"/>
                    <a:pt x="2704" y="73"/>
                  </a:cubicBezTo>
                  <a:cubicBezTo>
                    <a:pt x="2681" y="70"/>
                    <a:pt x="2657" y="56"/>
                    <a:pt x="2640" y="76"/>
                  </a:cubicBezTo>
                  <a:cubicBezTo>
                    <a:pt x="2637" y="63"/>
                    <a:pt x="2661" y="60"/>
                    <a:pt x="2667" y="50"/>
                  </a:cubicBezTo>
                  <a:moveTo>
                    <a:pt x="2221" y="70"/>
                  </a:moveTo>
                  <a:lnTo>
                    <a:pt x="2221" y="70"/>
                  </a:lnTo>
                  <a:cubicBezTo>
                    <a:pt x="2224" y="70"/>
                    <a:pt x="2224" y="73"/>
                    <a:pt x="2224" y="73"/>
                  </a:cubicBezTo>
                  <a:lnTo>
                    <a:pt x="2221" y="73"/>
                  </a:lnTo>
                  <a:lnTo>
                    <a:pt x="2221" y="73"/>
                  </a:lnTo>
                  <a:cubicBezTo>
                    <a:pt x="2221" y="70"/>
                    <a:pt x="2221" y="70"/>
                    <a:pt x="2221" y="70"/>
                  </a:cubicBezTo>
                  <a:moveTo>
                    <a:pt x="943" y="120"/>
                  </a:moveTo>
                  <a:lnTo>
                    <a:pt x="943" y="120"/>
                  </a:lnTo>
                  <a:cubicBezTo>
                    <a:pt x="940" y="120"/>
                    <a:pt x="940" y="120"/>
                    <a:pt x="936" y="120"/>
                  </a:cubicBezTo>
                  <a:lnTo>
                    <a:pt x="940" y="120"/>
                  </a:lnTo>
                  <a:lnTo>
                    <a:pt x="943" y="120"/>
                  </a:lnTo>
                  <a:moveTo>
                    <a:pt x="879" y="110"/>
                  </a:moveTo>
                  <a:lnTo>
                    <a:pt x="879" y="110"/>
                  </a:lnTo>
                  <a:moveTo>
                    <a:pt x="433" y="133"/>
                  </a:moveTo>
                  <a:lnTo>
                    <a:pt x="433" y="1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188"/>
            <p:cNvSpPr/>
            <p:nvPr/>
          </p:nvSpPr>
          <p:spPr>
            <a:xfrm>
              <a:off x="4805280" y="439992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188"/>
            <p:cNvSpPr/>
            <p:nvPr/>
          </p:nvSpPr>
          <p:spPr>
            <a:xfrm>
              <a:off x="4805280" y="439992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188"/>
            <p:cNvSpPr/>
            <p:nvPr/>
          </p:nvSpPr>
          <p:spPr>
            <a:xfrm>
              <a:off x="4476600" y="4426920"/>
              <a:ext cx="78480" cy="10440"/>
            </a:xfrm>
            <a:custGeom>
              <a:rect b="b" l="l" r="r" t="t"/>
              <a:pathLst>
                <a:path extrusionOk="0" h="29" w="218">
                  <a:moveTo>
                    <a:pt x="0" y="2"/>
                  </a:moveTo>
                  <a:lnTo>
                    <a:pt x="0" y="2"/>
                  </a:lnTo>
                  <a:cubicBezTo>
                    <a:pt x="0" y="12"/>
                    <a:pt x="0" y="19"/>
                    <a:pt x="0" y="29"/>
                  </a:cubicBezTo>
                  <a:cubicBezTo>
                    <a:pt x="37" y="29"/>
                    <a:pt x="77" y="29"/>
                    <a:pt x="114" y="26"/>
                  </a:cubicBezTo>
                  <a:lnTo>
                    <a:pt x="114" y="26"/>
                  </a:lnTo>
                  <a:cubicBezTo>
                    <a:pt x="121" y="26"/>
                    <a:pt x="124" y="26"/>
                    <a:pt x="128" y="26"/>
                  </a:cubicBezTo>
                  <a:cubicBezTo>
                    <a:pt x="134" y="26"/>
                    <a:pt x="138" y="22"/>
                    <a:pt x="145" y="19"/>
                  </a:cubicBezTo>
                  <a:cubicBezTo>
                    <a:pt x="151" y="19"/>
                    <a:pt x="151" y="19"/>
                    <a:pt x="151" y="19"/>
                  </a:cubicBezTo>
                  <a:lnTo>
                    <a:pt x="151" y="19"/>
                  </a:lnTo>
                  <a:cubicBezTo>
                    <a:pt x="161" y="26"/>
                    <a:pt x="171" y="29"/>
                    <a:pt x="181" y="19"/>
                  </a:cubicBezTo>
                  <a:cubicBezTo>
                    <a:pt x="185" y="19"/>
                    <a:pt x="188" y="19"/>
                    <a:pt x="192" y="19"/>
                  </a:cubicBezTo>
                  <a:cubicBezTo>
                    <a:pt x="195" y="19"/>
                    <a:pt x="198" y="19"/>
                    <a:pt x="205" y="19"/>
                  </a:cubicBezTo>
                  <a:cubicBezTo>
                    <a:pt x="208" y="19"/>
                    <a:pt x="218" y="19"/>
                    <a:pt x="218" y="15"/>
                  </a:cubicBezTo>
                  <a:cubicBezTo>
                    <a:pt x="218" y="9"/>
                    <a:pt x="208" y="9"/>
                    <a:pt x="202" y="9"/>
                  </a:cubicBezTo>
                  <a:cubicBezTo>
                    <a:pt x="161" y="12"/>
                    <a:pt x="121" y="-5"/>
                    <a:pt x="77" y="9"/>
                  </a:cubicBezTo>
                  <a:cubicBezTo>
                    <a:pt x="54" y="-5"/>
                    <a:pt x="2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188"/>
            <p:cNvSpPr/>
            <p:nvPr/>
          </p:nvSpPr>
          <p:spPr>
            <a:xfrm>
              <a:off x="4703760" y="4471200"/>
              <a:ext cx="71280" cy="13680"/>
            </a:xfrm>
            <a:custGeom>
              <a:rect b="b" l="l" r="r" t="t"/>
              <a:pathLst>
                <a:path extrusionOk="0" h="38" w="198">
                  <a:moveTo>
                    <a:pt x="50" y="13"/>
                  </a:moveTo>
                  <a:lnTo>
                    <a:pt x="50" y="13"/>
                  </a:lnTo>
                  <a:lnTo>
                    <a:pt x="50" y="13"/>
                  </a:lnTo>
                  <a:lnTo>
                    <a:pt x="50" y="13"/>
                  </a:lnTo>
                  <a:lnTo>
                    <a:pt x="50" y="13"/>
                  </a:lnTo>
                  <a:cubicBezTo>
                    <a:pt x="34" y="17"/>
                    <a:pt x="20" y="3"/>
                    <a:pt x="0" y="6"/>
                  </a:cubicBezTo>
                  <a:cubicBezTo>
                    <a:pt x="0" y="13"/>
                    <a:pt x="0" y="20"/>
                    <a:pt x="0" y="27"/>
                  </a:cubicBezTo>
                  <a:cubicBezTo>
                    <a:pt x="17" y="47"/>
                    <a:pt x="34" y="33"/>
                    <a:pt x="50" y="27"/>
                  </a:cubicBezTo>
                  <a:lnTo>
                    <a:pt x="54" y="27"/>
                  </a:lnTo>
                  <a:cubicBezTo>
                    <a:pt x="87" y="40"/>
                    <a:pt x="121" y="37"/>
                    <a:pt x="154" y="33"/>
                  </a:cubicBezTo>
                  <a:cubicBezTo>
                    <a:pt x="165" y="33"/>
                    <a:pt x="175" y="30"/>
                    <a:pt x="185" y="27"/>
                  </a:cubicBezTo>
                  <a:cubicBezTo>
                    <a:pt x="188" y="23"/>
                    <a:pt x="195" y="20"/>
                    <a:pt x="198" y="17"/>
                  </a:cubicBezTo>
                  <a:cubicBezTo>
                    <a:pt x="198" y="6"/>
                    <a:pt x="191" y="3"/>
                    <a:pt x="178" y="3"/>
                  </a:cubicBezTo>
                  <a:cubicBezTo>
                    <a:pt x="168" y="6"/>
                    <a:pt x="154" y="3"/>
                    <a:pt x="144" y="0"/>
                  </a:cubicBezTo>
                  <a:cubicBezTo>
                    <a:pt x="134" y="6"/>
                    <a:pt x="121" y="6"/>
                    <a:pt x="104" y="6"/>
                  </a:cubicBezTo>
                  <a:cubicBezTo>
                    <a:pt x="101" y="10"/>
                    <a:pt x="97" y="10"/>
                    <a:pt x="94" y="10"/>
                  </a:cubicBezTo>
                  <a:cubicBezTo>
                    <a:pt x="94" y="6"/>
                    <a:pt x="91" y="6"/>
                    <a:pt x="91" y="6"/>
                  </a:cubicBezTo>
                  <a:cubicBezTo>
                    <a:pt x="84" y="6"/>
                    <a:pt x="74" y="6"/>
                    <a:pt x="64" y="6"/>
                  </a:cubicBezTo>
                  <a:cubicBezTo>
                    <a:pt x="61" y="10"/>
                    <a:pt x="57" y="13"/>
                    <a:pt x="50" y="17"/>
                  </a:cubicBezTo>
                  <a:cubicBezTo>
                    <a:pt x="50" y="13"/>
                    <a:pt x="50" y="13"/>
                    <a:pt x="5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188"/>
            <p:cNvSpPr/>
            <p:nvPr/>
          </p:nvSpPr>
          <p:spPr>
            <a:xfrm>
              <a:off x="4435560" y="4409280"/>
              <a:ext cx="48240" cy="7560"/>
            </a:xfrm>
            <a:custGeom>
              <a:rect b="b" l="l" r="r" t="t"/>
              <a:pathLst>
                <a:path extrusionOk="0" h="21" w="134">
                  <a:moveTo>
                    <a:pt x="114" y="0"/>
                  </a:moveTo>
                  <a:lnTo>
                    <a:pt x="114" y="0"/>
                  </a:lnTo>
                  <a:cubicBezTo>
                    <a:pt x="107" y="0"/>
                    <a:pt x="104" y="4"/>
                    <a:pt x="101" y="4"/>
                  </a:cubicBezTo>
                  <a:cubicBezTo>
                    <a:pt x="70" y="-3"/>
                    <a:pt x="40" y="7"/>
                    <a:pt x="10" y="7"/>
                  </a:cubicBezTo>
                  <a:cubicBezTo>
                    <a:pt x="7" y="11"/>
                    <a:pt x="3" y="18"/>
                    <a:pt x="0" y="21"/>
                  </a:cubicBezTo>
                  <a:cubicBezTo>
                    <a:pt x="24" y="21"/>
                    <a:pt x="50" y="21"/>
                    <a:pt x="74" y="21"/>
                  </a:cubicBezTo>
                  <a:cubicBezTo>
                    <a:pt x="81" y="14"/>
                    <a:pt x="91" y="14"/>
                    <a:pt x="101" y="14"/>
                  </a:cubicBezTo>
                  <a:cubicBezTo>
                    <a:pt x="104" y="14"/>
                    <a:pt x="107" y="14"/>
                    <a:pt x="114" y="14"/>
                  </a:cubicBezTo>
                  <a:cubicBezTo>
                    <a:pt x="121" y="14"/>
                    <a:pt x="134" y="18"/>
                    <a:pt x="134" y="11"/>
                  </a:cubicBezTo>
                  <a:cubicBezTo>
                    <a:pt x="134" y="-3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188"/>
            <p:cNvSpPr/>
            <p:nvPr/>
          </p:nvSpPr>
          <p:spPr>
            <a:xfrm>
              <a:off x="4721760" y="4473360"/>
              <a:ext cx="5040" cy="3960"/>
            </a:xfrm>
            <a:custGeom>
              <a:rect b="b" l="l" r="r" t="t"/>
              <a:pathLst>
                <a:path extrusionOk="0" h="11" w="14">
                  <a:moveTo>
                    <a:pt x="0" y="11"/>
                  </a:moveTo>
                  <a:lnTo>
                    <a:pt x="0" y="11"/>
                  </a:lnTo>
                  <a:cubicBezTo>
                    <a:pt x="7" y="7"/>
                    <a:pt x="11" y="4"/>
                    <a:pt x="14" y="0"/>
                  </a:cubicBezTo>
                  <a:cubicBezTo>
                    <a:pt x="7" y="0"/>
                    <a:pt x="4" y="4"/>
                    <a:pt x="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188"/>
            <p:cNvSpPr/>
            <p:nvPr/>
          </p:nvSpPr>
          <p:spPr>
            <a:xfrm>
              <a:off x="4559400" y="4604040"/>
              <a:ext cx="235080" cy="15480"/>
            </a:xfrm>
            <a:custGeom>
              <a:rect b="b" l="l" r="r" t="t"/>
              <a:pathLst>
                <a:path extrusionOk="0" h="43" w="653">
                  <a:moveTo>
                    <a:pt x="156" y="13"/>
                  </a:moveTo>
                  <a:lnTo>
                    <a:pt x="156" y="13"/>
                  </a:lnTo>
                  <a:cubicBezTo>
                    <a:pt x="109" y="17"/>
                    <a:pt x="62" y="20"/>
                    <a:pt x="15" y="23"/>
                  </a:cubicBezTo>
                  <a:cubicBezTo>
                    <a:pt x="8" y="30"/>
                    <a:pt x="-5" y="30"/>
                    <a:pt x="2" y="40"/>
                  </a:cubicBezTo>
                  <a:cubicBezTo>
                    <a:pt x="42" y="40"/>
                    <a:pt x="82" y="47"/>
                    <a:pt x="119" y="37"/>
                  </a:cubicBezTo>
                  <a:cubicBezTo>
                    <a:pt x="123" y="37"/>
                    <a:pt x="129" y="34"/>
                    <a:pt x="133" y="34"/>
                  </a:cubicBezTo>
                  <a:cubicBezTo>
                    <a:pt x="193" y="37"/>
                    <a:pt x="250" y="34"/>
                    <a:pt x="311" y="30"/>
                  </a:cubicBezTo>
                  <a:cubicBezTo>
                    <a:pt x="388" y="34"/>
                    <a:pt x="465" y="23"/>
                    <a:pt x="542" y="23"/>
                  </a:cubicBezTo>
                  <a:cubicBezTo>
                    <a:pt x="566" y="23"/>
                    <a:pt x="586" y="23"/>
                    <a:pt x="609" y="23"/>
                  </a:cubicBezTo>
                  <a:cubicBezTo>
                    <a:pt x="609" y="23"/>
                    <a:pt x="612" y="23"/>
                    <a:pt x="616" y="23"/>
                  </a:cubicBezTo>
                  <a:cubicBezTo>
                    <a:pt x="619" y="20"/>
                    <a:pt x="623" y="17"/>
                    <a:pt x="629" y="17"/>
                  </a:cubicBezTo>
                  <a:cubicBezTo>
                    <a:pt x="636" y="13"/>
                    <a:pt x="643" y="13"/>
                    <a:pt x="650" y="13"/>
                  </a:cubicBezTo>
                  <a:cubicBezTo>
                    <a:pt x="650" y="10"/>
                    <a:pt x="653" y="10"/>
                    <a:pt x="653" y="7"/>
                  </a:cubicBezTo>
                  <a:cubicBezTo>
                    <a:pt x="650" y="7"/>
                    <a:pt x="646" y="3"/>
                    <a:pt x="646" y="0"/>
                  </a:cubicBezTo>
                  <a:cubicBezTo>
                    <a:pt x="633" y="0"/>
                    <a:pt x="619" y="0"/>
                    <a:pt x="609" y="7"/>
                  </a:cubicBezTo>
                  <a:lnTo>
                    <a:pt x="609" y="7"/>
                  </a:lnTo>
                  <a:lnTo>
                    <a:pt x="609" y="7"/>
                  </a:lnTo>
                  <a:cubicBezTo>
                    <a:pt x="582" y="7"/>
                    <a:pt x="555" y="3"/>
                    <a:pt x="532" y="3"/>
                  </a:cubicBezTo>
                  <a:lnTo>
                    <a:pt x="532" y="3"/>
                  </a:lnTo>
                  <a:cubicBezTo>
                    <a:pt x="445" y="0"/>
                    <a:pt x="358" y="7"/>
                    <a:pt x="273" y="7"/>
                  </a:cubicBezTo>
                  <a:lnTo>
                    <a:pt x="273" y="7"/>
                  </a:lnTo>
                  <a:cubicBezTo>
                    <a:pt x="253" y="13"/>
                    <a:pt x="226" y="3"/>
                    <a:pt x="210" y="13"/>
                  </a:cubicBezTo>
                  <a:cubicBezTo>
                    <a:pt x="193" y="3"/>
                    <a:pt x="173" y="3"/>
                    <a:pt x="15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188"/>
            <p:cNvSpPr/>
            <p:nvPr/>
          </p:nvSpPr>
          <p:spPr>
            <a:xfrm>
              <a:off x="4717080" y="4528080"/>
              <a:ext cx="66600" cy="10800"/>
            </a:xfrm>
            <a:custGeom>
              <a:rect b="b" l="l" r="r" t="t"/>
              <a:pathLst>
                <a:path extrusionOk="0" h="30" w="185">
                  <a:moveTo>
                    <a:pt x="185" y="10"/>
                  </a:moveTo>
                  <a:lnTo>
                    <a:pt x="185" y="10"/>
                  </a:lnTo>
                  <a:cubicBezTo>
                    <a:pt x="181" y="10"/>
                    <a:pt x="181" y="10"/>
                    <a:pt x="178" y="10"/>
                  </a:cubicBezTo>
                  <a:cubicBezTo>
                    <a:pt x="171" y="10"/>
                    <a:pt x="164" y="6"/>
                    <a:pt x="158" y="0"/>
                  </a:cubicBezTo>
                  <a:cubicBezTo>
                    <a:pt x="148" y="3"/>
                    <a:pt x="134" y="3"/>
                    <a:pt x="121" y="3"/>
                  </a:cubicBezTo>
                  <a:cubicBezTo>
                    <a:pt x="81" y="3"/>
                    <a:pt x="40" y="6"/>
                    <a:pt x="0" y="13"/>
                  </a:cubicBezTo>
                  <a:cubicBezTo>
                    <a:pt x="10" y="40"/>
                    <a:pt x="34" y="27"/>
                    <a:pt x="54" y="23"/>
                  </a:cubicBezTo>
                  <a:cubicBezTo>
                    <a:pt x="64" y="23"/>
                    <a:pt x="74" y="23"/>
                    <a:pt x="84" y="23"/>
                  </a:cubicBezTo>
                  <a:cubicBezTo>
                    <a:pt x="87" y="23"/>
                    <a:pt x="91" y="23"/>
                    <a:pt x="94" y="20"/>
                  </a:cubicBezTo>
                  <a:cubicBezTo>
                    <a:pt x="124" y="16"/>
                    <a:pt x="154" y="13"/>
                    <a:pt x="185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188"/>
            <p:cNvSpPr/>
            <p:nvPr/>
          </p:nvSpPr>
          <p:spPr>
            <a:xfrm>
              <a:off x="4671360" y="4581000"/>
              <a:ext cx="108360" cy="9000"/>
            </a:xfrm>
            <a:custGeom>
              <a:rect b="b" l="l" r="r" t="t"/>
              <a:pathLst>
                <a:path extrusionOk="0" h="25" w="301">
                  <a:moveTo>
                    <a:pt x="218" y="4"/>
                  </a:moveTo>
                  <a:lnTo>
                    <a:pt x="218" y="4"/>
                  </a:lnTo>
                  <a:lnTo>
                    <a:pt x="218" y="4"/>
                  </a:lnTo>
                  <a:cubicBezTo>
                    <a:pt x="197" y="4"/>
                    <a:pt x="177" y="7"/>
                    <a:pt x="154" y="7"/>
                  </a:cubicBezTo>
                  <a:lnTo>
                    <a:pt x="154" y="7"/>
                  </a:lnTo>
                  <a:cubicBezTo>
                    <a:pt x="140" y="4"/>
                    <a:pt x="130" y="4"/>
                    <a:pt x="117" y="7"/>
                  </a:cubicBezTo>
                  <a:lnTo>
                    <a:pt x="117" y="7"/>
                  </a:lnTo>
                  <a:cubicBezTo>
                    <a:pt x="77" y="0"/>
                    <a:pt x="40" y="4"/>
                    <a:pt x="0" y="14"/>
                  </a:cubicBezTo>
                  <a:cubicBezTo>
                    <a:pt x="10" y="24"/>
                    <a:pt x="26" y="24"/>
                    <a:pt x="40" y="24"/>
                  </a:cubicBezTo>
                  <a:cubicBezTo>
                    <a:pt x="57" y="24"/>
                    <a:pt x="73" y="24"/>
                    <a:pt x="90" y="24"/>
                  </a:cubicBezTo>
                  <a:cubicBezTo>
                    <a:pt x="114" y="24"/>
                    <a:pt x="134" y="24"/>
                    <a:pt x="154" y="24"/>
                  </a:cubicBezTo>
                  <a:cubicBezTo>
                    <a:pt x="181" y="24"/>
                    <a:pt x="211" y="27"/>
                    <a:pt x="234" y="17"/>
                  </a:cubicBezTo>
                  <a:cubicBezTo>
                    <a:pt x="255" y="20"/>
                    <a:pt x="275" y="20"/>
                    <a:pt x="295" y="20"/>
                  </a:cubicBezTo>
                  <a:cubicBezTo>
                    <a:pt x="295" y="14"/>
                    <a:pt x="298" y="7"/>
                    <a:pt x="301" y="0"/>
                  </a:cubicBezTo>
                  <a:cubicBezTo>
                    <a:pt x="298" y="0"/>
                    <a:pt x="291" y="0"/>
                    <a:pt x="285" y="0"/>
                  </a:cubicBezTo>
                  <a:cubicBezTo>
                    <a:pt x="281" y="0"/>
                    <a:pt x="281" y="0"/>
                    <a:pt x="278" y="0"/>
                  </a:cubicBezTo>
                  <a:cubicBezTo>
                    <a:pt x="258" y="0"/>
                    <a:pt x="238" y="4"/>
                    <a:pt x="2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188"/>
            <p:cNvSpPr/>
            <p:nvPr/>
          </p:nvSpPr>
          <p:spPr>
            <a:xfrm>
              <a:off x="4537080" y="4480920"/>
              <a:ext cx="373680" cy="34920"/>
            </a:xfrm>
            <a:custGeom>
              <a:rect b="b" l="l" r="r" t="t"/>
              <a:pathLst>
                <a:path extrusionOk="0" h="97" w="1038">
                  <a:moveTo>
                    <a:pt x="13" y="73"/>
                  </a:moveTo>
                  <a:lnTo>
                    <a:pt x="13" y="73"/>
                  </a:lnTo>
                  <a:cubicBezTo>
                    <a:pt x="10" y="77"/>
                    <a:pt x="6" y="80"/>
                    <a:pt x="0" y="80"/>
                  </a:cubicBezTo>
                  <a:cubicBezTo>
                    <a:pt x="0" y="87"/>
                    <a:pt x="0" y="94"/>
                    <a:pt x="0" y="97"/>
                  </a:cubicBezTo>
                  <a:cubicBezTo>
                    <a:pt x="34" y="94"/>
                    <a:pt x="64" y="90"/>
                    <a:pt x="94" y="87"/>
                  </a:cubicBezTo>
                  <a:cubicBezTo>
                    <a:pt x="101" y="87"/>
                    <a:pt x="104" y="87"/>
                    <a:pt x="107" y="87"/>
                  </a:cubicBezTo>
                  <a:cubicBezTo>
                    <a:pt x="117" y="83"/>
                    <a:pt x="124" y="83"/>
                    <a:pt x="134" y="83"/>
                  </a:cubicBezTo>
                  <a:cubicBezTo>
                    <a:pt x="205" y="94"/>
                    <a:pt x="278" y="94"/>
                    <a:pt x="352" y="87"/>
                  </a:cubicBezTo>
                  <a:cubicBezTo>
                    <a:pt x="366" y="87"/>
                    <a:pt x="379" y="90"/>
                    <a:pt x="389" y="83"/>
                  </a:cubicBezTo>
                  <a:cubicBezTo>
                    <a:pt x="406" y="80"/>
                    <a:pt x="423" y="80"/>
                    <a:pt x="443" y="80"/>
                  </a:cubicBezTo>
                  <a:lnTo>
                    <a:pt x="443" y="80"/>
                  </a:lnTo>
                  <a:cubicBezTo>
                    <a:pt x="487" y="77"/>
                    <a:pt x="530" y="73"/>
                    <a:pt x="570" y="73"/>
                  </a:cubicBezTo>
                  <a:cubicBezTo>
                    <a:pt x="587" y="73"/>
                    <a:pt x="601" y="73"/>
                    <a:pt x="614" y="70"/>
                  </a:cubicBezTo>
                  <a:cubicBezTo>
                    <a:pt x="641" y="70"/>
                    <a:pt x="664" y="70"/>
                    <a:pt x="688" y="70"/>
                  </a:cubicBezTo>
                  <a:lnTo>
                    <a:pt x="688" y="70"/>
                  </a:lnTo>
                  <a:cubicBezTo>
                    <a:pt x="695" y="70"/>
                    <a:pt x="702" y="70"/>
                    <a:pt x="705" y="70"/>
                  </a:cubicBezTo>
                  <a:lnTo>
                    <a:pt x="705" y="70"/>
                  </a:lnTo>
                  <a:lnTo>
                    <a:pt x="708" y="70"/>
                  </a:lnTo>
                  <a:cubicBezTo>
                    <a:pt x="708" y="70"/>
                    <a:pt x="712" y="70"/>
                    <a:pt x="715" y="70"/>
                  </a:cubicBezTo>
                  <a:lnTo>
                    <a:pt x="715" y="70"/>
                  </a:lnTo>
                  <a:lnTo>
                    <a:pt x="715" y="70"/>
                  </a:lnTo>
                  <a:lnTo>
                    <a:pt x="715" y="70"/>
                  </a:lnTo>
                  <a:lnTo>
                    <a:pt x="715" y="70"/>
                  </a:lnTo>
                  <a:cubicBezTo>
                    <a:pt x="738" y="70"/>
                    <a:pt x="762" y="70"/>
                    <a:pt x="782" y="67"/>
                  </a:cubicBezTo>
                  <a:lnTo>
                    <a:pt x="782" y="67"/>
                  </a:lnTo>
                  <a:cubicBezTo>
                    <a:pt x="785" y="67"/>
                    <a:pt x="789" y="67"/>
                    <a:pt x="792" y="67"/>
                  </a:cubicBezTo>
                  <a:cubicBezTo>
                    <a:pt x="795" y="67"/>
                    <a:pt x="795" y="67"/>
                    <a:pt x="799" y="67"/>
                  </a:cubicBezTo>
                  <a:cubicBezTo>
                    <a:pt x="799" y="63"/>
                    <a:pt x="802" y="63"/>
                    <a:pt x="802" y="63"/>
                  </a:cubicBezTo>
                  <a:cubicBezTo>
                    <a:pt x="806" y="63"/>
                    <a:pt x="809" y="67"/>
                    <a:pt x="816" y="67"/>
                  </a:cubicBezTo>
                  <a:cubicBezTo>
                    <a:pt x="832" y="67"/>
                    <a:pt x="852" y="67"/>
                    <a:pt x="869" y="67"/>
                  </a:cubicBezTo>
                  <a:cubicBezTo>
                    <a:pt x="899" y="63"/>
                    <a:pt x="933" y="60"/>
                    <a:pt x="963" y="57"/>
                  </a:cubicBezTo>
                  <a:cubicBezTo>
                    <a:pt x="963" y="57"/>
                    <a:pt x="967" y="53"/>
                    <a:pt x="970" y="53"/>
                  </a:cubicBezTo>
                  <a:lnTo>
                    <a:pt x="970" y="53"/>
                  </a:lnTo>
                  <a:lnTo>
                    <a:pt x="970" y="53"/>
                  </a:lnTo>
                  <a:lnTo>
                    <a:pt x="970" y="57"/>
                  </a:lnTo>
                  <a:cubicBezTo>
                    <a:pt x="987" y="53"/>
                    <a:pt x="1003" y="50"/>
                    <a:pt x="1020" y="50"/>
                  </a:cubicBezTo>
                  <a:cubicBezTo>
                    <a:pt x="1047" y="33"/>
                    <a:pt x="1044" y="30"/>
                    <a:pt x="1017" y="0"/>
                  </a:cubicBezTo>
                  <a:cubicBezTo>
                    <a:pt x="1003" y="6"/>
                    <a:pt x="990" y="10"/>
                    <a:pt x="977" y="13"/>
                  </a:cubicBezTo>
                  <a:lnTo>
                    <a:pt x="977" y="13"/>
                  </a:lnTo>
                  <a:lnTo>
                    <a:pt x="977" y="13"/>
                  </a:lnTo>
                  <a:cubicBezTo>
                    <a:pt x="916" y="16"/>
                    <a:pt x="852" y="16"/>
                    <a:pt x="792" y="16"/>
                  </a:cubicBezTo>
                  <a:cubicBezTo>
                    <a:pt x="779" y="16"/>
                    <a:pt x="765" y="16"/>
                    <a:pt x="755" y="23"/>
                  </a:cubicBezTo>
                  <a:cubicBezTo>
                    <a:pt x="745" y="23"/>
                    <a:pt x="735" y="26"/>
                    <a:pt x="721" y="26"/>
                  </a:cubicBezTo>
                  <a:cubicBezTo>
                    <a:pt x="721" y="23"/>
                    <a:pt x="718" y="20"/>
                    <a:pt x="712" y="16"/>
                  </a:cubicBezTo>
                  <a:cubicBezTo>
                    <a:pt x="611" y="6"/>
                    <a:pt x="510" y="23"/>
                    <a:pt x="409" y="26"/>
                  </a:cubicBezTo>
                  <a:cubicBezTo>
                    <a:pt x="363" y="26"/>
                    <a:pt x="309" y="23"/>
                    <a:pt x="265" y="40"/>
                  </a:cubicBezTo>
                  <a:cubicBezTo>
                    <a:pt x="258" y="43"/>
                    <a:pt x="255" y="47"/>
                    <a:pt x="252" y="53"/>
                  </a:cubicBezTo>
                  <a:cubicBezTo>
                    <a:pt x="252" y="50"/>
                    <a:pt x="248" y="50"/>
                    <a:pt x="245" y="53"/>
                  </a:cubicBezTo>
                  <a:cubicBezTo>
                    <a:pt x="242" y="50"/>
                    <a:pt x="238" y="47"/>
                    <a:pt x="231" y="43"/>
                  </a:cubicBezTo>
                  <a:cubicBezTo>
                    <a:pt x="198" y="40"/>
                    <a:pt x="168" y="37"/>
                    <a:pt x="141" y="53"/>
                  </a:cubicBezTo>
                  <a:cubicBezTo>
                    <a:pt x="117" y="60"/>
                    <a:pt x="91" y="67"/>
                    <a:pt x="64" y="73"/>
                  </a:cubicBezTo>
                  <a:lnTo>
                    <a:pt x="64" y="73"/>
                  </a:lnTo>
                  <a:lnTo>
                    <a:pt x="64" y="73"/>
                  </a:lnTo>
                  <a:cubicBezTo>
                    <a:pt x="47" y="73"/>
                    <a:pt x="30" y="73"/>
                    <a:pt x="13" y="73"/>
                  </a:cubicBezTo>
                  <a:moveTo>
                    <a:pt x="799" y="53"/>
                  </a:moveTo>
                  <a:lnTo>
                    <a:pt x="799" y="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188"/>
            <p:cNvSpPr/>
            <p:nvPr/>
          </p:nvSpPr>
          <p:spPr>
            <a:xfrm>
              <a:off x="4620240" y="4544640"/>
              <a:ext cx="130680" cy="8640"/>
            </a:xfrm>
            <a:custGeom>
              <a:rect b="b" l="l" r="r" t="t"/>
              <a:pathLst>
                <a:path extrusionOk="0" h="24" w="363">
                  <a:moveTo>
                    <a:pt x="232" y="7"/>
                  </a:moveTo>
                  <a:lnTo>
                    <a:pt x="232" y="7"/>
                  </a:lnTo>
                  <a:cubicBezTo>
                    <a:pt x="199" y="-3"/>
                    <a:pt x="165" y="-3"/>
                    <a:pt x="132" y="7"/>
                  </a:cubicBezTo>
                  <a:cubicBezTo>
                    <a:pt x="88" y="1"/>
                    <a:pt x="44" y="14"/>
                    <a:pt x="0" y="14"/>
                  </a:cubicBezTo>
                  <a:cubicBezTo>
                    <a:pt x="17" y="27"/>
                    <a:pt x="37" y="21"/>
                    <a:pt x="54" y="24"/>
                  </a:cubicBezTo>
                  <a:cubicBezTo>
                    <a:pt x="88" y="24"/>
                    <a:pt x="121" y="24"/>
                    <a:pt x="155" y="21"/>
                  </a:cubicBezTo>
                  <a:lnTo>
                    <a:pt x="155" y="21"/>
                  </a:lnTo>
                  <a:cubicBezTo>
                    <a:pt x="165" y="21"/>
                    <a:pt x="172" y="21"/>
                    <a:pt x="182" y="21"/>
                  </a:cubicBezTo>
                  <a:lnTo>
                    <a:pt x="182" y="21"/>
                  </a:lnTo>
                  <a:cubicBezTo>
                    <a:pt x="242" y="21"/>
                    <a:pt x="303" y="21"/>
                    <a:pt x="363" y="21"/>
                  </a:cubicBezTo>
                  <a:cubicBezTo>
                    <a:pt x="353" y="21"/>
                    <a:pt x="350" y="11"/>
                    <a:pt x="346" y="1"/>
                  </a:cubicBezTo>
                  <a:cubicBezTo>
                    <a:pt x="329" y="1"/>
                    <a:pt x="313" y="-3"/>
                    <a:pt x="296" y="4"/>
                  </a:cubicBezTo>
                  <a:lnTo>
                    <a:pt x="296" y="4"/>
                  </a:lnTo>
                  <a:cubicBezTo>
                    <a:pt x="276" y="4"/>
                    <a:pt x="252" y="-3"/>
                    <a:pt x="232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188"/>
            <p:cNvSpPr/>
            <p:nvPr/>
          </p:nvSpPr>
          <p:spPr>
            <a:xfrm>
              <a:off x="4653000" y="4586040"/>
              <a:ext cx="13320" cy="3600"/>
            </a:xfrm>
            <a:custGeom>
              <a:rect b="b" l="l" r="r" t="t"/>
              <a:pathLst>
                <a:path extrusionOk="0" h="10" w="37">
                  <a:moveTo>
                    <a:pt x="37" y="0"/>
                  </a:moveTo>
                  <a:lnTo>
                    <a:pt x="37" y="0"/>
                  </a:lnTo>
                  <a:cubicBezTo>
                    <a:pt x="34" y="0"/>
                    <a:pt x="30" y="0"/>
                    <a:pt x="27" y="0"/>
                  </a:cubicBezTo>
                  <a:cubicBezTo>
                    <a:pt x="17" y="0"/>
                    <a:pt x="10" y="0"/>
                    <a:pt x="0" y="0"/>
                  </a:cubicBezTo>
                  <a:cubicBezTo>
                    <a:pt x="7" y="10"/>
                    <a:pt x="17" y="10"/>
                    <a:pt x="24" y="10"/>
                  </a:cubicBezTo>
                  <a:lnTo>
                    <a:pt x="24" y="10"/>
                  </a:lnTo>
                  <a:lnTo>
                    <a:pt x="24" y="10"/>
                  </a:lnTo>
                  <a:cubicBezTo>
                    <a:pt x="30" y="6"/>
                    <a:pt x="34" y="3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188"/>
            <p:cNvSpPr/>
            <p:nvPr/>
          </p:nvSpPr>
          <p:spPr>
            <a:xfrm>
              <a:off x="5024880" y="4179960"/>
              <a:ext cx="78480" cy="9720"/>
            </a:xfrm>
            <a:custGeom>
              <a:rect b="b" l="l" r="r" t="t"/>
              <a:pathLst>
                <a:path extrusionOk="0" h="27" w="218">
                  <a:moveTo>
                    <a:pt x="50" y="13"/>
                  </a:moveTo>
                  <a:lnTo>
                    <a:pt x="50" y="13"/>
                  </a:lnTo>
                  <a:cubicBezTo>
                    <a:pt x="41" y="7"/>
                    <a:pt x="28" y="7"/>
                    <a:pt x="11" y="7"/>
                  </a:cubicBezTo>
                  <a:cubicBezTo>
                    <a:pt x="8" y="13"/>
                    <a:pt x="-2" y="17"/>
                    <a:pt x="1" y="20"/>
                  </a:cubicBezTo>
                  <a:cubicBezTo>
                    <a:pt x="1" y="27"/>
                    <a:pt x="14" y="23"/>
                    <a:pt x="21" y="23"/>
                  </a:cubicBezTo>
                  <a:cubicBezTo>
                    <a:pt x="28" y="27"/>
                    <a:pt x="34" y="27"/>
                    <a:pt x="41" y="27"/>
                  </a:cubicBezTo>
                  <a:cubicBezTo>
                    <a:pt x="44" y="27"/>
                    <a:pt x="48" y="27"/>
                    <a:pt x="50" y="23"/>
                  </a:cubicBezTo>
                  <a:cubicBezTo>
                    <a:pt x="104" y="27"/>
                    <a:pt x="161" y="17"/>
                    <a:pt x="218" y="23"/>
                  </a:cubicBezTo>
                  <a:cubicBezTo>
                    <a:pt x="218" y="17"/>
                    <a:pt x="218" y="10"/>
                    <a:pt x="218" y="7"/>
                  </a:cubicBezTo>
                  <a:cubicBezTo>
                    <a:pt x="161" y="-7"/>
                    <a:pt x="104" y="0"/>
                    <a:pt x="5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188"/>
            <p:cNvSpPr/>
            <p:nvPr/>
          </p:nvSpPr>
          <p:spPr>
            <a:xfrm>
              <a:off x="4754520" y="4194720"/>
              <a:ext cx="14400" cy="10440"/>
            </a:xfrm>
            <a:custGeom>
              <a:rect b="b" l="l" r="r" t="t"/>
              <a:pathLst>
                <a:path extrusionOk="0" h="29" w="40">
                  <a:moveTo>
                    <a:pt x="0" y="19"/>
                  </a:moveTo>
                  <a:lnTo>
                    <a:pt x="0" y="19"/>
                  </a:lnTo>
                  <a:cubicBezTo>
                    <a:pt x="0" y="23"/>
                    <a:pt x="0" y="26"/>
                    <a:pt x="3" y="29"/>
                  </a:cubicBezTo>
                  <a:cubicBezTo>
                    <a:pt x="7" y="29"/>
                    <a:pt x="10" y="29"/>
                    <a:pt x="13" y="29"/>
                  </a:cubicBezTo>
                  <a:cubicBezTo>
                    <a:pt x="24" y="19"/>
                    <a:pt x="44" y="16"/>
                    <a:pt x="40" y="3"/>
                  </a:cubicBezTo>
                  <a:cubicBezTo>
                    <a:pt x="13" y="-8"/>
                    <a:pt x="13" y="13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188"/>
            <p:cNvSpPr/>
            <p:nvPr/>
          </p:nvSpPr>
          <p:spPr>
            <a:xfrm>
              <a:off x="4811400" y="4188240"/>
              <a:ext cx="70920" cy="13320"/>
            </a:xfrm>
            <a:custGeom>
              <a:rect b="b" l="l" r="r" t="t"/>
              <a:pathLst>
                <a:path extrusionOk="0" h="37" w="197">
                  <a:moveTo>
                    <a:pt x="0" y="37"/>
                  </a:moveTo>
                  <a:lnTo>
                    <a:pt x="0" y="37"/>
                  </a:lnTo>
                  <a:cubicBezTo>
                    <a:pt x="10" y="37"/>
                    <a:pt x="23" y="37"/>
                    <a:pt x="37" y="37"/>
                  </a:cubicBezTo>
                  <a:lnTo>
                    <a:pt x="37" y="37"/>
                  </a:lnTo>
                  <a:cubicBezTo>
                    <a:pt x="87" y="37"/>
                    <a:pt x="134" y="34"/>
                    <a:pt x="181" y="21"/>
                  </a:cubicBezTo>
                  <a:lnTo>
                    <a:pt x="181" y="21"/>
                  </a:lnTo>
                  <a:cubicBezTo>
                    <a:pt x="184" y="21"/>
                    <a:pt x="188" y="21"/>
                    <a:pt x="188" y="21"/>
                  </a:cubicBezTo>
                  <a:cubicBezTo>
                    <a:pt x="205" y="17"/>
                    <a:pt x="194" y="10"/>
                    <a:pt x="191" y="0"/>
                  </a:cubicBezTo>
                  <a:cubicBezTo>
                    <a:pt x="171" y="0"/>
                    <a:pt x="154" y="0"/>
                    <a:pt x="151" y="21"/>
                  </a:cubicBezTo>
                  <a:lnTo>
                    <a:pt x="151" y="21"/>
                  </a:lnTo>
                  <a:cubicBezTo>
                    <a:pt x="111" y="0"/>
                    <a:pt x="60" y="0"/>
                    <a:pt x="20" y="17"/>
                  </a:cubicBezTo>
                  <a:lnTo>
                    <a:pt x="20" y="17"/>
                  </a:lnTo>
                  <a:cubicBezTo>
                    <a:pt x="20" y="17"/>
                    <a:pt x="17" y="17"/>
                    <a:pt x="13" y="17"/>
                  </a:cubicBezTo>
                  <a:cubicBezTo>
                    <a:pt x="3" y="24"/>
                    <a:pt x="0" y="31"/>
                    <a:pt x="0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188"/>
            <p:cNvSpPr/>
            <p:nvPr/>
          </p:nvSpPr>
          <p:spPr>
            <a:xfrm>
              <a:off x="5085360" y="4155840"/>
              <a:ext cx="10800" cy="6120"/>
            </a:xfrm>
            <a:custGeom>
              <a:rect b="b" l="l" r="r" t="t"/>
              <a:pathLst>
                <a:path extrusionOk="0" h="17" w="30">
                  <a:moveTo>
                    <a:pt x="20" y="0"/>
                  </a:moveTo>
                  <a:lnTo>
                    <a:pt x="20" y="0"/>
                  </a:lnTo>
                  <a:cubicBezTo>
                    <a:pt x="3" y="0"/>
                    <a:pt x="0" y="7"/>
                    <a:pt x="0" y="17"/>
                  </a:cubicBezTo>
                  <a:cubicBezTo>
                    <a:pt x="7" y="17"/>
                    <a:pt x="13" y="17"/>
                    <a:pt x="23" y="17"/>
                  </a:cubicBezTo>
                  <a:cubicBezTo>
                    <a:pt x="27" y="10"/>
                    <a:pt x="37" y="3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188"/>
            <p:cNvSpPr/>
            <p:nvPr/>
          </p:nvSpPr>
          <p:spPr>
            <a:xfrm>
              <a:off x="5134320" y="4178880"/>
              <a:ext cx="12960" cy="7200"/>
            </a:xfrm>
            <a:custGeom>
              <a:rect b="b" l="l" r="r" t="t"/>
              <a:pathLst>
                <a:path extrusionOk="0" h="20" w="36">
                  <a:moveTo>
                    <a:pt x="28" y="20"/>
                  </a:moveTo>
                  <a:lnTo>
                    <a:pt x="28" y="20"/>
                  </a:lnTo>
                  <a:cubicBezTo>
                    <a:pt x="42" y="13"/>
                    <a:pt x="32" y="6"/>
                    <a:pt x="28" y="0"/>
                  </a:cubicBezTo>
                  <a:cubicBezTo>
                    <a:pt x="25" y="0"/>
                    <a:pt x="21" y="0"/>
                    <a:pt x="18" y="3"/>
                  </a:cubicBezTo>
                  <a:cubicBezTo>
                    <a:pt x="15" y="6"/>
                    <a:pt x="-22" y="16"/>
                    <a:pt x="18" y="20"/>
                  </a:cubicBezTo>
                  <a:cubicBezTo>
                    <a:pt x="21" y="20"/>
                    <a:pt x="25" y="20"/>
                    <a:pt x="28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188"/>
            <p:cNvSpPr/>
            <p:nvPr/>
          </p:nvSpPr>
          <p:spPr>
            <a:xfrm>
              <a:off x="4574520" y="4207680"/>
              <a:ext cx="8640" cy="7200"/>
            </a:xfrm>
            <a:custGeom>
              <a:rect b="b" l="l" r="r" t="t"/>
              <a:pathLst>
                <a:path extrusionOk="0" h="20" w="24">
                  <a:moveTo>
                    <a:pt x="23" y="7"/>
                  </a:moveTo>
                  <a:lnTo>
                    <a:pt x="23" y="7"/>
                  </a:lnTo>
                  <a:cubicBezTo>
                    <a:pt x="23" y="7"/>
                    <a:pt x="20" y="3"/>
                    <a:pt x="17" y="0"/>
                  </a:cubicBezTo>
                  <a:cubicBezTo>
                    <a:pt x="10" y="7"/>
                    <a:pt x="7" y="10"/>
                    <a:pt x="0" y="14"/>
                  </a:cubicBezTo>
                  <a:cubicBezTo>
                    <a:pt x="0" y="17"/>
                    <a:pt x="0" y="17"/>
                    <a:pt x="0" y="20"/>
                  </a:cubicBezTo>
                  <a:lnTo>
                    <a:pt x="3" y="20"/>
                  </a:lnTo>
                  <a:cubicBezTo>
                    <a:pt x="17" y="20"/>
                    <a:pt x="27" y="17"/>
                    <a:pt x="23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188"/>
            <p:cNvSpPr/>
            <p:nvPr/>
          </p:nvSpPr>
          <p:spPr>
            <a:xfrm>
              <a:off x="4675680" y="4199400"/>
              <a:ext cx="5040" cy="7200"/>
            </a:xfrm>
            <a:custGeom>
              <a:rect b="b" l="l" r="r" t="t"/>
              <a:pathLst>
                <a:path extrusionOk="0" h="20" w="14">
                  <a:moveTo>
                    <a:pt x="14" y="6"/>
                  </a:moveTo>
                  <a:lnTo>
                    <a:pt x="14" y="6"/>
                  </a:lnTo>
                  <a:cubicBezTo>
                    <a:pt x="14" y="3"/>
                    <a:pt x="11" y="0"/>
                    <a:pt x="4" y="0"/>
                  </a:cubicBezTo>
                  <a:cubicBezTo>
                    <a:pt x="4" y="6"/>
                    <a:pt x="-6" y="13"/>
                    <a:pt x="7" y="20"/>
                  </a:cubicBezTo>
                  <a:cubicBezTo>
                    <a:pt x="11" y="13"/>
                    <a:pt x="14" y="10"/>
                    <a:pt x="1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188"/>
            <p:cNvSpPr/>
            <p:nvPr/>
          </p:nvSpPr>
          <p:spPr>
            <a:xfrm>
              <a:off x="4764240" y="4171320"/>
              <a:ext cx="9720" cy="6120"/>
            </a:xfrm>
            <a:custGeom>
              <a:rect b="b" l="l" r="r" t="t"/>
              <a:pathLst>
                <a:path extrusionOk="0" h="17" w="27">
                  <a:moveTo>
                    <a:pt x="27" y="14"/>
                  </a:moveTo>
                  <a:lnTo>
                    <a:pt x="27" y="14"/>
                  </a:lnTo>
                  <a:cubicBezTo>
                    <a:pt x="27" y="11"/>
                    <a:pt x="27" y="7"/>
                    <a:pt x="27" y="4"/>
                  </a:cubicBezTo>
                  <a:cubicBezTo>
                    <a:pt x="23" y="0"/>
                    <a:pt x="23" y="0"/>
                    <a:pt x="2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4"/>
                    <a:pt x="7" y="7"/>
                    <a:pt x="0" y="11"/>
                  </a:cubicBezTo>
                  <a:cubicBezTo>
                    <a:pt x="10" y="14"/>
                    <a:pt x="17" y="21"/>
                    <a:pt x="2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188"/>
            <p:cNvSpPr/>
            <p:nvPr/>
          </p:nvSpPr>
          <p:spPr>
            <a:xfrm>
              <a:off x="4743360" y="4199400"/>
              <a:ext cx="7560" cy="5040"/>
            </a:xfrm>
            <a:custGeom>
              <a:rect b="b" l="l" r="r" t="t"/>
              <a:pathLst>
                <a:path extrusionOk="0" h="14" w="21">
                  <a:moveTo>
                    <a:pt x="21" y="6"/>
                  </a:moveTo>
                  <a:lnTo>
                    <a:pt x="21" y="6"/>
                  </a:lnTo>
                  <a:cubicBezTo>
                    <a:pt x="18" y="3"/>
                    <a:pt x="14" y="0"/>
                    <a:pt x="8" y="0"/>
                  </a:cubicBezTo>
                  <a:cubicBezTo>
                    <a:pt x="8" y="3"/>
                    <a:pt x="-6" y="10"/>
                    <a:pt x="4" y="13"/>
                  </a:cubicBezTo>
                  <a:cubicBezTo>
                    <a:pt x="11" y="16"/>
                    <a:pt x="18" y="10"/>
                    <a:pt x="2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188"/>
            <p:cNvSpPr/>
            <p:nvPr/>
          </p:nvSpPr>
          <p:spPr>
            <a:xfrm>
              <a:off x="4537080" y="4617000"/>
              <a:ext cx="4680" cy="2880"/>
            </a:xfrm>
            <a:custGeom>
              <a:rect b="b" l="l" r="r" t="t"/>
              <a:pathLst>
                <a:path extrusionOk="0" h="8" w="13">
                  <a:moveTo>
                    <a:pt x="13" y="4"/>
                  </a:moveTo>
                  <a:lnTo>
                    <a:pt x="13" y="4"/>
                  </a:lnTo>
                  <a:cubicBezTo>
                    <a:pt x="6" y="-2"/>
                    <a:pt x="3" y="-2"/>
                    <a:pt x="0" y="8"/>
                  </a:cubicBezTo>
                  <a:cubicBezTo>
                    <a:pt x="3" y="8"/>
                    <a:pt x="6" y="8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188"/>
            <p:cNvSpPr/>
            <p:nvPr/>
          </p:nvSpPr>
          <p:spPr>
            <a:xfrm>
              <a:off x="4638600" y="3774960"/>
              <a:ext cx="23040" cy="10800"/>
            </a:xfrm>
            <a:custGeom>
              <a:rect b="b" l="l" r="r" t="t"/>
              <a:pathLst>
                <a:path extrusionOk="0" h="30" w="64">
                  <a:moveTo>
                    <a:pt x="3" y="0"/>
                  </a:moveTo>
                  <a:lnTo>
                    <a:pt x="3" y="0"/>
                  </a:lnTo>
                  <a:cubicBezTo>
                    <a:pt x="3" y="10"/>
                    <a:pt x="0" y="20"/>
                    <a:pt x="0" y="27"/>
                  </a:cubicBezTo>
                  <a:lnTo>
                    <a:pt x="0" y="27"/>
                  </a:lnTo>
                  <a:cubicBezTo>
                    <a:pt x="6" y="30"/>
                    <a:pt x="10" y="30"/>
                    <a:pt x="13" y="27"/>
                  </a:cubicBezTo>
                  <a:lnTo>
                    <a:pt x="13" y="27"/>
                  </a:lnTo>
                  <a:cubicBezTo>
                    <a:pt x="23" y="20"/>
                    <a:pt x="40" y="24"/>
                    <a:pt x="53" y="20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7" y="14"/>
                    <a:pt x="60" y="7"/>
                    <a:pt x="64" y="0"/>
                  </a:cubicBezTo>
                  <a:cubicBezTo>
                    <a:pt x="43" y="0"/>
                    <a:pt x="23" y="0"/>
                    <a:pt x="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188"/>
            <p:cNvSpPr/>
            <p:nvPr/>
          </p:nvSpPr>
          <p:spPr>
            <a:xfrm>
              <a:off x="4506840" y="5247000"/>
              <a:ext cx="14040" cy="9360"/>
            </a:xfrm>
            <a:custGeom>
              <a:rect b="b" l="l" r="r" t="t"/>
              <a:pathLst>
                <a:path extrusionOk="0" h="26" w="39">
                  <a:moveTo>
                    <a:pt x="0" y="13"/>
                  </a:moveTo>
                  <a:lnTo>
                    <a:pt x="0" y="13"/>
                  </a:lnTo>
                  <a:cubicBezTo>
                    <a:pt x="0" y="17"/>
                    <a:pt x="0" y="20"/>
                    <a:pt x="3" y="23"/>
                  </a:cubicBezTo>
                  <a:cubicBezTo>
                    <a:pt x="10" y="27"/>
                    <a:pt x="13" y="27"/>
                    <a:pt x="20" y="23"/>
                  </a:cubicBezTo>
                  <a:cubicBezTo>
                    <a:pt x="40" y="23"/>
                    <a:pt x="47" y="17"/>
                    <a:pt x="30" y="7"/>
                  </a:cubicBezTo>
                  <a:cubicBezTo>
                    <a:pt x="27" y="0"/>
                    <a:pt x="23" y="-3"/>
                    <a:pt x="20" y="3"/>
                  </a:cubicBezTo>
                  <a:cubicBezTo>
                    <a:pt x="13" y="3"/>
                    <a:pt x="10" y="3"/>
                    <a:pt x="7" y="3"/>
                  </a:cubicBezTo>
                  <a:lnTo>
                    <a:pt x="7" y="7"/>
                  </a:lnTo>
                  <a:cubicBezTo>
                    <a:pt x="3" y="7"/>
                    <a:pt x="0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188"/>
            <p:cNvSpPr/>
            <p:nvPr/>
          </p:nvSpPr>
          <p:spPr>
            <a:xfrm>
              <a:off x="4777920" y="4032720"/>
              <a:ext cx="39960" cy="12960"/>
            </a:xfrm>
            <a:custGeom>
              <a:rect b="b" l="l" r="r" t="t"/>
              <a:pathLst>
                <a:path extrusionOk="0" h="36" w="111">
                  <a:moveTo>
                    <a:pt x="39" y="10"/>
                  </a:moveTo>
                  <a:lnTo>
                    <a:pt x="39" y="10"/>
                  </a:lnTo>
                  <a:cubicBezTo>
                    <a:pt x="12" y="10"/>
                    <a:pt x="-5" y="16"/>
                    <a:pt x="2" y="36"/>
                  </a:cubicBezTo>
                  <a:cubicBezTo>
                    <a:pt x="36" y="23"/>
                    <a:pt x="69" y="36"/>
                    <a:pt x="103" y="29"/>
                  </a:cubicBezTo>
                  <a:cubicBezTo>
                    <a:pt x="113" y="23"/>
                    <a:pt x="113" y="16"/>
                    <a:pt x="106" y="10"/>
                  </a:cubicBezTo>
                  <a:cubicBezTo>
                    <a:pt x="106" y="10"/>
                    <a:pt x="103" y="6"/>
                    <a:pt x="103" y="3"/>
                  </a:cubicBezTo>
                  <a:cubicBezTo>
                    <a:pt x="79" y="-4"/>
                    <a:pt x="59" y="3"/>
                    <a:pt x="3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188"/>
            <p:cNvSpPr/>
            <p:nvPr/>
          </p:nvSpPr>
          <p:spPr>
            <a:xfrm>
              <a:off x="4873680" y="4033800"/>
              <a:ext cx="34560" cy="9360"/>
            </a:xfrm>
            <a:custGeom>
              <a:rect b="b" l="l" r="r" t="t"/>
              <a:pathLst>
                <a:path extrusionOk="0" h="26" w="96">
                  <a:moveTo>
                    <a:pt x="21" y="0"/>
                  </a:moveTo>
                  <a:lnTo>
                    <a:pt x="21" y="0"/>
                  </a:lnTo>
                  <a:cubicBezTo>
                    <a:pt x="-2" y="0"/>
                    <a:pt x="-5" y="13"/>
                    <a:pt x="8" y="26"/>
                  </a:cubicBezTo>
                  <a:cubicBezTo>
                    <a:pt x="35" y="13"/>
                    <a:pt x="65" y="26"/>
                    <a:pt x="96" y="26"/>
                  </a:cubicBezTo>
                  <a:cubicBezTo>
                    <a:pt x="96" y="17"/>
                    <a:pt x="99" y="10"/>
                    <a:pt x="85" y="7"/>
                  </a:cubicBezTo>
                  <a:cubicBezTo>
                    <a:pt x="65" y="3"/>
                    <a:pt x="42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188"/>
            <p:cNvSpPr/>
            <p:nvPr/>
          </p:nvSpPr>
          <p:spPr>
            <a:xfrm>
              <a:off x="4718160" y="4038840"/>
              <a:ext cx="36360" cy="7920"/>
            </a:xfrm>
            <a:custGeom>
              <a:rect b="b" l="l" r="r" t="t"/>
              <a:pathLst>
                <a:path extrusionOk="0" h="22" w="101">
                  <a:moveTo>
                    <a:pt x="0" y="19"/>
                  </a:moveTo>
                  <a:lnTo>
                    <a:pt x="0" y="19"/>
                  </a:lnTo>
                  <a:cubicBezTo>
                    <a:pt x="4" y="19"/>
                    <a:pt x="7" y="19"/>
                    <a:pt x="10" y="19"/>
                  </a:cubicBezTo>
                  <a:cubicBezTo>
                    <a:pt x="21" y="16"/>
                    <a:pt x="31" y="16"/>
                    <a:pt x="37" y="22"/>
                  </a:cubicBezTo>
                  <a:lnTo>
                    <a:pt x="37" y="22"/>
                  </a:lnTo>
                  <a:cubicBezTo>
                    <a:pt x="44" y="22"/>
                    <a:pt x="47" y="22"/>
                    <a:pt x="51" y="22"/>
                  </a:cubicBezTo>
                  <a:lnTo>
                    <a:pt x="51" y="22"/>
                  </a:lnTo>
                  <a:cubicBezTo>
                    <a:pt x="54" y="19"/>
                    <a:pt x="57" y="19"/>
                    <a:pt x="61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7" y="19"/>
                    <a:pt x="71" y="19"/>
                    <a:pt x="74" y="19"/>
                  </a:cubicBezTo>
                  <a:cubicBezTo>
                    <a:pt x="78" y="19"/>
                    <a:pt x="81" y="16"/>
                    <a:pt x="88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4" y="19"/>
                    <a:pt x="98" y="19"/>
                    <a:pt x="101" y="19"/>
                  </a:cubicBezTo>
                  <a:cubicBezTo>
                    <a:pt x="71" y="-7"/>
                    <a:pt x="34" y="-7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188"/>
            <p:cNvSpPr/>
            <p:nvPr/>
          </p:nvSpPr>
          <p:spPr>
            <a:xfrm>
              <a:off x="4915080" y="4036680"/>
              <a:ext cx="15840" cy="6480"/>
            </a:xfrm>
            <a:custGeom>
              <a:rect b="b" l="l" r="r" t="t"/>
              <a:pathLst>
                <a:path extrusionOk="0" h="18" w="44">
                  <a:moveTo>
                    <a:pt x="0" y="12"/>
                  </a:moveTo>
                  <a:lnTo>
                    <a:pt x="0" y="12"/>
                  </a:lnTo>
                  <a:cubicBezTo>
                    <a:pt x="14" y="18"/>
                    <a:pt x="31" y="18"/>
                    <a:pt x="44" y="18"/>
                  </a:cubicBezTo>
                  <a:cubicBezTo>
                    <a:pt x="24" y="-5"/>
                    <a:pt x="14" y="-5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188"/>
            <p:cNvSpPr/>
            <p:nvPr/>
          </p:nvSpPr>
          <p:spPr>
            <a:xfrm>
              <a:off x="4946760" y="4033800"/>
              <a:ext cx="13320" cy="6120"/>
            </a:xfrm>
            <a:custGeom>
              <a:rect b="b" l="l" r="r" t="t"/>
              <a:pathLst>
                <a:path extrusionOk="0" h="17" w="37">
                  <a:moveTo>
                    <a:pt x="0" y="17"/>
                  </a:moveTo>
                  <a:lnTo>
                    <a:pt x="0" y="17"/>
                  </a:lnTo>
                  <a:cubicBezTo>
                    <a:pt x="10" y="17"/>
                    <a:pt x="23" y="17"/>
                    <a:pt x="37" y="17"/>
                  </a:cubicBezTo>
                  <a:cubicBezTo>
                    <a:pt x="37" y="10"/>
                    <a:pt x="33" y="3"/>
                    <a:pt x="33" y="0"/>
                  </a:cubicBezTo>
                  <a:cubicBezTo>
                    <a:pt x="20" y="0"/>
                    <a:pt x="0" y="-4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188"/>
            <p:cNvSpPr/>
            <p:nvPr/>
          </p:nvSpPr>
          <p:spPr>
            <a:xfrm>
              <a:off x="4764240" y="4039920"/>
              <a:ext cx="5040" cy="5760"/>
            </a:xfrm>
            <a:custGeom>
              <a:rect b="b" l="l" r="r" t="t"/>
              <a:pathLst>
                <a:path extrusionOk="0" h="16" w="14">
                  <a:moveTo>
                    <a:pt x="3" y="16"/>
                  </a:moveTo>
                  <a:lnTo>
                    <a:pt x="3" y="16"/>
                  </a:lnTo>
                  <a:cubicBezTo>
                    <a:pt x="7" y="16"/>
                    <a:pt x="7" y="16"/>
                    <a:pt x="10" y="16"/>
                  </a:cubicBezTo>
                  <a:cubicBezTo>
                    <a:pt x="13" y="9"/>
                    <a:pt x="20" y="0"/>
                    <a:pt x="7" y="0"/>
                  </a:cubicBezTo>
                  <a:cubicBezTo>
                    <a:pt x="-3" y="-4"/>
                    <a:pt x="0" y="9"/>
                    <a:pt x="3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188"/>
            <p:cNvSpPr/>
            <p:nvPr/>
          </p:nvSpPr>
          <p:spPr>
            <a:xfrm>
              <a:off x="4908240" y="4069800"/>
              <a:ext cx="1080" cy="0"/>
            </a:xfrm>
            <a:custGeom>
              <a:rect b="b" l="l" r="r" t="t"/>
              <a:pathLst>
                <a:path extrusionOk="0" h="120000"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188"/>
            <p:cNvSpPr/>
            <p:nvPr/>
          </p:nvSpPr>
          <p:spPr>
            <a:xfrm>
              <a:off x="4596120" y="4729680"/>
              <a:ext cx="197280" cy="29160"/>
            </a:xfrm>
            <a:custGeom>
              <a:rect b="b" l="l" r="r" t="t"/>
              <a:pathLst>
                <a:path extrusionOk="0" h="81" w="548">
                  <a:moveTo>
                    <a:pt x="0" y="60"/>
                  </a:moveTo>
                  <a:lnTo>
                    <a:pt x="0" y="60"/>
                  </a:lnTo>
                  <a:cubicBezTo>
                    <a:pt x="0" y="84"/>
                    <a:pt x="24" y="77"/>
                    <a:pt x="41" y="81"/>
                  </a:cubicBezTo>
                  <a:cubicBezTo>
                    <a:pt x="88" y="64"/>
                    <a:pt x="138" y="77"/>
                    <a:pt x="185" y="60"/>
                  </a:cubicBezTo>
                  <a:lnTo>
                    <a:pt x="185" y="60"/>
                  </a:lnTo>
                  <a:cubicBezTo>
                    <a:pt x="212" y="64"/>
                    <a:pt x="239" y="64"/>
                    <a:pt x="262" y="54"/>
                  </a:cubicBezTo>
                  <a:lnTo>
                    <a:pt x="262" y="54"/>
                  </a:lnTo>
                  <a:cubicBezTo>
                    <a:pt x="272" y="54"/>
                    <a:pt x="279" y="50"/>
                    <a:pt x="286" y="50"/>
                  </a:cubicBezTo>
                  <a:cubicBezTo>
                    <a:pt x="296" y="50"/>
                    <a:pt x="303" y="50"/>
                    <a:pt x="313" y="50"/>
                  </a:cubicBezTo>
                  <a:cubicBezTo>
                    <a:pt x="366" y="50"/>
                    <a:pt x="417" y="44"/>
                    <a:pt x="467" y="34"/>
                  </a:cubicBezTo>
                  <a:lnTo>
                    <a:pt x="467" y="34"/>
                  </a:lnTo>
                  <a:cubicBezTo>
                    <a:pt x="487" y="34"/>
                    <a:pt x="507" y="31"/>
                    <a:pt x="527" y="27"/>
                  </a:cubicBezTo>
                  <a:cubicBezTo>
                    <a:pt x="531" y="27"/>
                    <a:pt x="534" y="27"/>
                    <a:pt x="534" y="27"/>
                  </a:cubicBezTo>
                  <a:cubicBezTo>
                    <a:pt x="541" y="17"/>
                    <a:pt x="544" y="10"/>
                    <a:pt x="548" y="0"/>
                  </a:cubicBezTo>
                  <a:cubicBezTo>
                    <a:pt x="507" y="3"/>
                    <a:pt x="467" y="7"/>
                    <a:pt x="430" y="17"/>
                  </a:cubicBezTo>
                  <a:lnTo>
                    <a:pt x="430" y="17"/>
                  </a:lnTo>
                  <a:cubicBezTo>
                    <a:pt x="396" y="27"/>
                    <a:pt x="360" y="20"/>
                    <a:pt x="326" y="24"/>
                  </a:cubicBezTo>
                  <a:lnTo>
                    <a:pt x="326" y="24"/>
                  </a:lnTo>
                  <a:lnTo>
                    <a:pt x="326" y="24"/>
                  </a:lnTo>
                  <a:cubicBezTo>
                    <a:pt x="289" y="24"/>
                    <a:pt x="252" y="20"/>
                    <a:pt x="219" y="40"/>
                  </a:cubicBezTo>
                  <a:lnTo>
                    <a:pt x="219" y="40"/>
                  </a:lnTo>
                  <a:cubicBezTo>
                    <a:pt x="182" y="40"/>
                    <a:pt x="145" y="40"/>
                    <a:pt x="104" y="40"/>
                  </a:cubicBezTo>
                  <a:cubicBezTo>
                    <a:pt x="104" y="44"/>
                    <a:pt x="101" y="44"/>
                    <a:pt x="98" y="44"/>
                  </a:cubicBezTo>
                  <a:cubicBezTo>
                    <a:pt x="67" y="54"/>
                    <a:pt x="31" y="40"/>
                    <a:pt x="4" y="60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188"/>
            <p:cNvSpPr/>
            <p:nvPr/>
          </p:nvSpPr>
          <p:spPr>
            <a:xfrm>
              <a:off x="4541400" y="4036320"/>
              <a:ext cx="10080" cy="6840"/>
            </a:xfrm>
            <a:custGeom>
              <a:rect b="b" l="l" r="r" t="t"/>
              <a:pathLst>
                <a:path extrusionOk="0" h="19" w="28">
                  <a:moveTo>
                    <a:pt x="15" y="19"/>
                  </a:moveTo>
                  <a:lnTo>
                    <a:pt x="15" y="19"/>
                  </a:lnTo>
                  <a:cubicBezTo>
                    <a:pt x="18" y="16"/>
                    <a:pt x="25" y="13"/>
                    <a:pt x="28" y="10"/>
                  </a:cubicBezTo>
                  <a:cubicBezTo>
                    <a:pt x="22" y="6"/>
                    <a:pt x="18" y="3"/>
                    <a:pt x="12" y="0"/>
                  </a:cubicBezTo>
                  <a:cubicBezTo>
                    <a:pt x="8" y="0"/>
                    <a:pt x="5" y="0"/>
                    <a:pt x="1" y="0"/>
                  </a:cubicBezTo>
                  <a:cubicBezTo>
                    <a:pt x="-2" y="10"/>
                    <a:pt x="1" y="16"/>
                    <a:pt x="15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188"/>
            <p:cNvSpPr/>
            <p:nvPr/>
          </p:nvSpPr>
          <p:spPr>
            <a:xfrm>
              <a:off x="4498200" y="4023720"/>
              <a:ext cx="8640" cy="6480"/>
            </a:xfrm>
            <a:custGeom>
              <a:rect b="b" l="l" r="r" t="t"/>
              <a:pathLst>
                <a:path extrusionOk="0" h="18" w="24">
                  <a:moveTo>
                    <a:pt x="21" y="1"/>
                  </a:moveTo>
                  <a:lnTo>
                    <a:pt x="21" y="1"/>
                  </a:lnTo>
                  <a:cubicBezTo>
                    <a:pt x="10" y="-3"/>
                    <a:pt x="0" y="4"/>
                    <a:pt x="0" y="11"/>
                  </a:cubicBezTo>
                  <a:cubicBezTo>
                    <a:pt x="4" y="14"/>
                    <a:pt x="10" y="14"/>
                    <a:pt x="17" y="18"/>
                  </a:cubicBezTo>
                  <a:cubicBezTo>
                    <a:pt x="17" y="11"/>
                    <a:pt x="31" y="4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88"/>
            <p:cNvSpPr/>
            <p:nvPr/>
          </p:nvSpPr>
          <p:spPr>
            <a:xfrm>
              <a:off x="4551480" y="4319640"/>
              <a:ext cx="3600" cy="1800"/>
            </a:xfrm>
            <a:custGeom>
              <a:rect b="b" l="l" r="r" t="t"/>
              <a:pathLst>
                <a:path extrusionOk="0" h="5" w="10">
                  <a:moveTo>
                    <a:pt x="0" y="5"/>
                  </a:moveTo>
                  <a:lnTo>
                    <a:pt x="0" y="5"/>
                  </a:lnTo>
                  <a:cubicBezTo>
                    <a:pt x="4" y="5"/>
                    <a:pt x="7" y="5"/>
                    <a:pt x="10" y="5"/>
                  </a:cubicBezTo>
                  <a:cubicBezTo>
                    <a:pt x="7" y="-2"/>
                    <a:pt x="4" y="-2"/>
                    <a:pt x="0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188"/>
            <p:cNvSpPr/>
            <p:nvPr/>
          </p:nvSpPr>
          <p:spPr>
            <a:xfrm>
              <a:off x="4611960" y="4026240"/>
              <a:ext cx="82080" cy="11880"/>
            </a:xfrm>
            <a:custGeom>
              <a:rect b="b" l="l" r="r" t="t"/>
              <a:pathLst>
                <a:path extrusionOk="0" h="33" w="228">
                  <a:moveTo>
                    <a:pt x="37" y="11"/>
                  </a:moveTo>
                  <a:lnTo>
                    <a:pt x="37" y="11"/>
                  </a:lnTo>
                  <a:cubicBezTo>
                    <a:pt x="30" y="24"/>
                    <a:pt x="7" y="17"/>
                    <a:pt x="0" y="28"/>
                  </a:cubicBezTo>
                  <a:cubicBezTo>
                    <a:pt x="23" y="28"/>
                    <a:pt x="50" y="28"/>
                    <a:pt x="74" y="28"/>
                  </a:cubicBezTo>
                  <a:cubicBezTo>
                    <a:pt x="80" y="21"/>
                    <a:pt x="91" y="21"/>
                    <a:pt x="101" y="24"/>
                  </a:cubicBezTo>
                  <a:cubicBezTo>
                    <a:pt x="114" y="31"/>
                    <a:pt x="127" y="31"/>
                    <a:pt x="141" y="21"/>
                  </a:cubicBezTo>
                  <a:lnTo>
                    <a:pt x="141" y="21"/>
                  </a:lnTo>
                  <a:cubicBezTo>
                    <a:pt x="151" y="21"/>
                    <a:pt x="158" y="21"/>
                    <a:pt x="165" y="28"/>
                  </a:cubicBezTo>
                  <a:cubicBezTo>
                    <a:pt x="175" y="34"/>
                    <a:pt x="181" y="34"/>
                    <a:pt x="188" y="28"/>
                  </a:cubicBezTo>
                  <a:cubicBezTo>
                    <a:pt x="198" y="17"/>
                    <a:pt x="215" y="21"/>
                    <a:pt x="228" y="17"/>
                  </a:cubicBezTo>
                  <a:cubicBezTo>
                    <a:pt x="228" y="11"/>
                    <a:pt x="225" y="4"/>
                    <a:pt x="215" y="0"/>
                  </a:cubicBezTo>
                  <a:cubicBezTo>
                    <a:pt x="201" y="7"/>
                    <a:pt x="191" y="11"/>
                    <a:pt x="175" y="4"/>
                  </a:cubicBezTo>
                  <a:cubicBezTo>
                    <a:pt x="161" y="0"/>
                    <a:pt x="148" y="0"/>
                    <a:pt x="141" y="11"/>
                  </a:cubicBezTo>
                  <a:lnTo>
                    <a:pt x="141" y="11"/>
                  </a:lnTo>
                  <a:lnTo>
                    <a:pt x="141" y="11"/>
                  </a:lnTo>
                  <a:cubicBezTo>
                    <a:pt x="104" y="11"/>
                    <a:pt x="70" y="4"/>
                    <a:pt x="37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188"/>
            <p:cNvSpPr/>
            <p:nvPr/>
          </p:nvSpPr>
          <p:spPr>
            <a:xfrm>
              <a:off x="4582800" y="4750560"/>
              <a:ext cx="9360" cy="8280"/>
            </a:xfrm>
            <a:custGeom>
              <a:rect b="b" l="l" r="r" t="t"/>
              <a:pathLst>
                <a:path extrusionOk="0" h="23" w="26">
                  <a:moveTo>
                    <a:pt x="17" y="23"/>
                  </a:moveTo>
                  <a:lnTo>
                    <a:pt x="17" y="23"/>
                  </a:lnTo>
                  <a:cubicBezTo>
                    <a:pt x="27" y="19"/>
                    <a:pt x="27" y="13"/>
                    <a:pt x="24" y="2"/>
                  </a:cubicBezTo>
                  <a:cubicBezTo>
                    <a:pt x="21" y="2"/>
                    <a:pt x="17" y="2"/>
                    <a:pt x="14" y="2"/>
                  </a:cubicBezTo>
                  <a:cubicBezTo>
                    <a:pt x="11" y="-1"/>
                    <a:pt x="7" y="-1"/>
                    <a:pt x="7" y="2"/>
                  </a:cubicBezTo>
                  <a:cubicBezTo>
                    <a:pt x="4" y="2"/>
                    <a:pt x="4" y="2"/>
                    <a:pt x="4" y="6"/>
                  </a:cubicBezTo>
                  <a:lnTo>
                    <a:pt x="4" y="6"/>
                  </a:lnTo>
                  <a:cubicBezTo>
                    <a:pt x="4" y="6"/>
                    <a:pt x="4" y="9"/>
                    <a:pt x="0" y="13"/>
                  </a:cubicBezTo>
                  <a:cubicBezTo>
                    <a:pt x="7" y="16"/>
                    <a:pt x="11" y="19"/>
                    <a:pt x="1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188"/>
            <p:cNvSpPr/>
            <p:nvPr/>
          </p:nvSpPr>
          <p:spPr>
            <a:xfrm>
              <a:off x="4555080" y="3600000"/>
              <a:ext cx="19440" cy="7200"/>
            </a:xfrm>
            <a:custGeom>
              <a:rect b="b" l="l" r="r" t="t"/>
              <a:pathLst>
                <a:path extrusionOk="0" h="20" w="54">
                  <a:moveTo>
                    <a:pt x="24" y="20"/>
                  </a:moveTo>
                  <a:lnTo>
                    <a:pt x="24" y="20"/>
                  </a:lnTo>
                  <a:cubicBezTo>
                    <a:pt x="34" y="16"/>
                    <a:pt x="44" y="16"/>
                    <a:pt x="54" y="13"/>
                  </a:cubicBezTo>
                  <a:cubicBezTo>
                    <a:pt x="51" y="10"/>
                    <a:pt x="44" y="6"/>
                    <a:pt x="41" y="0"/>
                  </a:cubicBezTo>
                  <a:cubicBezTo>
                    <a:pt x="31" y="0"/>
                    <a:pt x="24" y="0"/>
                    <a:pt x="14" y="0"/>
                  </a:cubicBezTo>
                  <a:cubicBezTo>
                    <a:pt x="10" y="6"/>
                    <a:pt x="7" y="10"/>
                    <a:pt x="0" y="16"/>
                  </a:cubicBezTo>
                  <a:cubicBezTo>
                    <a:pt x="7" y="16"/>
                    <a:pt x="10" y="16"/>
                    <a:pt x="14" y="20"/>
                  </a:cubicBezTo>
                  <a:cubicBezTo>
                    <a:pt x="17" y="16"/>
                    <a:pt x="20" y="16"/>
                    <a:pt x="24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188"/>
            <p:cNvSpPr/>
            <p:nvPr/>
          </p:nvSpPr>
          <p:spPr>
            <a:xfrm>
              <a:off x="5655600" y="3784680"/>
              <a:ext cx="57240" cy="13320"/>
            </a:xfrm>
            <a:custGeom>
              <a:rect b="b" l="l" r="r" t="t"/>
              <a:pathLst>
                <a:path extrusionOk="0" h="37" w="159">
                  <a:moveTo>
                    <a:pt x="108" y="27"/>
                  </a:moveTo>
                  <a:lnTo>
                    <a:pt x="108" y="27"/>
                  </a:lnTo>
                  <a:cubicBezTo>
                    <a:pt x="124" y="17"/>
                    <a:pt x="165" y="34"/>
                    <a:pt x="158" y="14"/>
                  </a:cubicBezTo>
                  <a:cubicBezTo>
                    <a:pt x="155" y="-13"/>
                    <a:pt x="121" y="7"/>
                    <a:pt x="101" y="7"/>
                  </a:cubicBezTo>
                  <a:cubicBezTo>
                    <a:pt x="77" y="3"/>
                    <a:pt x="50" y="0"/>
                    <a:pt x="27" y="10"/>
                  </a:cubicBezTo>
                  <a:lnTo>
                    <a:pt x="27" y="10"/>
                  </a:lnTo>
                  <a:cubicBezTo>
                    <a:pt x="10" y="0"/>
                    <a:pt x="7" y="10"/>
                    <a:pt x="0" y="21"/>
                  </a:cubicBezTo>
                  <a:cubicBezTo>
                    <a:pt x="7" y="21"/>
                    <a:pt x="10" y="21"/>
                    <a:pt x="17" y="21"/>
                  </a:cubicBezTo>
                  <a:cubicBezTo>
                    <a:pt x="20" y="21"/>
                    <a:pt x="23" y="21"/>
                    <a:pt x="27" y="21"/>
                  </a:cubicBezTo>
                  <a:cubicBezTo>
                    <a:pt x="50" y="44"/>
                    <a:pt x="87" y="37"/>
                    <a:pt x="108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88"/>
            <p:cNvSpPr/>
            <p:nvPr/>
          </p:nvSpPr>
          <p:spPr>
            <a:xfrm>
              <a:off x="5614560" y="3804120"/>
              <a:ext cx="38520" cy="10800"/>
            </a:xfrm>
            <a:custGeom>
              <a:rect b="b" l="l" r="r" t="t"/>
              <a:pathLst>
                <a:path extrusionOk="0" h="30" w="107">
                  <a:moveTo>
                    <a:pt x="37" y="20"/>
                  </a:moveTo>
                  <a:lnTo>
                    <a:pt x="37" y="20"/>
                  </a:lnTo>
                  <a:cubicBezTo>
                    <a:pt x="54" y="34"/>
                    <a:pt x="77" y="30"/>
                    <a:pt x="97" y="27"/>
                  </a:cubicBezTo>
                  <a:cubicBezTo>
                    <a:pt x="104" y="24"/>
                    <a:pt x="107" y="17"/>
                    <a:pt x="107" y="10"/>
                  </a:cubicBezTo>
                  <a:cubicBezTo>
                    <a:pt x="107" y="3"/>
                    <a:pt x="101" y="0"/>
                    <a:pt x="91" y="0"/>
                  </a:cubicBezTo>
                  <a:cubicBezTo>
                    <a:pt x="74" y="0"/>
                    <a:pt x="54" y="3"/>
                    <a:pt x="37" y="10"/>
                  </a:cubicBezTo>
                  <a:cubicBezTo>
                    <a:pt x="23" y="0"/>
                    <a:pt x="13" y="7"/>
                    <a:pt x="0" y="13"/>
                  </a:cubicBezTo>
                  <a:cubicBezTo>
                    <a:pt x="0" y="24"/>
                    <a:pt x="7" y="30"/>
                    <a:pt x="23" y="30"/>
                  </a:cubicBezTo>
                  <a:cubicBezTo>
                    <a:pt x="27" y="27"/>
                    <a:pt x="33" y="24"/>
                    <a:pt x="37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88"/>
            <p:cNvSpPr/>
            <p:nvPr/>
          </p:nvSpPr>
          <p:spPr>
            <a:xfrm>
              <a:off x="5577120" y="3808080"/>
              <a:ext cx="6480" cy="6120"/>
            </a:xfrm>
            <a:custGeom>
              <a:rect b="b" l="l" r="r" t="t"/>
              <a:pathLst>
                <a:path extrusionOk="0" h="17" w="18">
                  <a:moveTo>
                    <a:pt x="13" y="16"/>
                  </a:moveTo>
                  <a:lnTo>
                    <a:pt x="13" y="16"/>
                  </a:lnTo>
                  <a:cubicBezTo>
                    <a:pt x="23" y="13"/>
                    <a:pt x="13" y="6"/>
                    <a:pt x="13" y="2"/>
                  </a:cubicBezTo>
                  <a:cubicBezTo>
                    <a:pt x="7" y="-1"/>
                    <a:pt x="3" y="-1"/>
                    <a:pt x="0" y="2"/>
                  </a:cubicBezTo>
                  <a:cubicBezTo>
                    <a:pt x="0" y="9"/>
                    <a:pt x="0" y="19"/>
                    <a:pt x="13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88"/>
            <p:cNvSpPr/>
            <p:nvPr/>
          </p:nvSpPr>
          <p:spPr>
            <a:xfrm>
              <a:off x="5586120" y="3785760"/>
              <a:ext cx="4320" cy="7200"/>
            </a:xfrm>
            <a:custGeom>
              <a:rect b="b" l="l" r="r" t="t"/>
              <a:pathLst>
                <a:path extrusionOk="0" h="20" w="12">
                  <a:moveTo>
                    <a:pt x="12" y="18"/>
                  </a:moveTo>
                  <a:lnTo>
                    <a:pt x="12" y="18"/>
                  </a:lnTo>
                  <a:cubicBezTo>
                    <a:pt x="12" y="11"/>
                    <a:pt x="12" y="4"/>
                    <a:pt x="12" y="0"/>
                  </a:cubicBezTo>
                  <a:cubicBezTo>
                    <a:pt x="-2" y="0"/>
                    <a:pt x="-2" y="7"/>
                    <a:pt x="2" y="14"/>
                  </a:cubicBezTo>
                  <a:cubicBezTo>
                    <a:pt x="2" y="21"/>
                    <a:pt x="9" y="21"/>
                    <a:pt x="1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88"/>
            <p:cNvSpPr/>
            <p:nvPr/>
          </p:nvSpPr>
          <p:spPr>
            <a:xfrm>
              <a:off x="5604840" y="3813840"/>
              <a:ext cx="3960" cy="3600"/>
            </a:xfrm>
            <a:custGeom>
              <a:rect b="b" l="l" r="r" t="t"/>
              <a:pathLst>
                <a:path extrusionOk="0" h="10" w="11">
                  <a:moveTo>
                    <a:pt x="10" y="10"/>
                  </a:moveTo>
                  <a:lnTo>
                    <a:pt x="10" y="10"/>
                  </a:lnTo>
                  <a:cubicBezTo>
                    <a:pt x="10" y="7"/>
                    <a:pt x="14" y="0"/>
                    <a:pt x="7" y="0"/>
                  </a:cubicBezTo>
                  <a:cubicBezTo>
                    <a:pt x="0" y="0"/>
                    <a:pt x="0" y="7"/>
                    <a:pt x="0" y="10"/>
                  </a:cubicBezTo>
                  <a:cubicBezTo>
                    <a:pt x="3" y="10"/>
                    <a:pt x="7" y="10"/>
                    <a:pt x="1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188"/>
            <p:cNvSpPr/>
            <p:nvPr/>
          </p:nvSpPr>
          <p:spPr>
            <a:xfrm>
              <a:off x="5523840" y="3738960"/>
              <a:ext cx="160560" cy="16200"/>
            </a:xfrm>
            <a:custGeom>
              <a:rect b="b" l="l" r="r" t="t"/>
              <a:pathLst>
                <a:path extrusionOk="0" h="45" w="446">
                  <a:moveTo>
                    <a:pt x="416" y="43"/>
                  </a:moveTo>
                  <a:lnTo>
                    <a:pt x="416" y="43"/>
                  </a:lnTo>
                  <a:lnTo>
                    <a:pt x="416" y="43"/>
                  </a:lnTo>
                  <a:cubicBezTo>
                    <a:pt x="430" y="47"/>
                    <a:pt x="436" y="43"/>
                    <a:pt x="446" y="37"/>
                  </a:cubicBezTo>
                  <a:cubicBezTo>
                    <a:pt x="436" y="27"/>
                    <a:pt x="426" y="27"/>
                    <a:pt x="413" y="30"/>
                  </a:cubicBezTo>
                  <a:cubicBezTo>
                    <a:pt x="410" y="27"/>
                    <a:pt x="406" y="27"/>
                    <a:pt x="406" y="27"/>
                  </a:cubicBezTo>
                  <a:cubicBezTo>
                    <a:pt x="396" y="27"/>
                    <a:pt x="396" y="23"/>
                    <a:pt x="393" y="16"/>
                  </a:cubicBezTo>
                  <a:cubicBezTo>
                    <a:pt x="383" y="13"/>
                    <a:pt x="376" y="13"/>
                    <a:pt x="366" y="16"/>
                  </a:cubicBezTo>
                  <a:cubicBezTo>
                    <a:pt x="363" y="13"/>
                    <a:pt x="356" y="10"/>
                    <a:pt x="349" y="10"/>
                  </a:cubicBezTo>
                  <a:cubicBezTo>
                    <a:pt x="349" y="10"/>
                    <a:pt x="346" y="10"/>
                    <a:pt x="343" y="10"/>
                  </a:cubicBezTo>
                  <a:cubicBezTo>
                    <a:pt x="339" y="10"/>
                    <a:pt x="339" y="13"/>
                    <a:pt x="339" y="13"/>
                  </a:cubicBezTo>
                  <a:cubicBezTo>
                    <a:pt x="336" y="13"/>
                    <a:pt x="329" y="10"/>
                    <a:pt x="326" y="10"/>
                  </a:cubicBezTo>
                  <a:cubicBezTo>
                    <a:pt x="309" y="23"/>
                    <a:pt x="285" y="27"/>
                    <a:pt x="265" y="16"/>
                  </a:cubicBezTo>
                  <a:cubicBezTo>
                    <a:pt x="239" y="3"/>
                    <a:pt x="212" y="6"/>
                    <a:pt x="185" y="10"/>
                  </a:cubicBezTo>
                  <a:lnTo>
                    <a:pt x="185" y="10"/>
                  </a:lnTo>
                  <a:cubicBezTo>
                    <a:pt x="178" y="6"/>
                    <a:pt x="168" y="3"/>
                    <a:pt x="161" y="0"/>
                  </a:cubicBezTo>
                  <a:cubicBezTo>
                    <a:pt x="141" y="10"/>
                    <a:pt x="114" y="10"/>
                    <a:pt x="91" y="16"/>
                  </a:cubicBezTo>
                  <a:cubicBezTo>
                    <a:pt x="87" y="13"/>
                    <a:pt x="87" y="10"/>
                    <a:pt x="84" y="6"/>
                  </a:cubicBezTo>
                  <a:lnTo>
                    <a:pt x="84" y="6"/>
                  </a:lnTo>
                  <a:cubicBezTo>
                    <a:pt x="74" y="3"/>
                    <a:pt x="67" y="10"/>
                    <a:pt x="57" y="6"/>
                  </a:cubicBezTo>
                  <a:cubicBezTo>
                    <a:pt x="47" y="6"/>
                    <a:pt x="40" y="6"/>
                    <a:pt x="30" y="6"/>
                  </a:cubicBezTo>
                  <a:cubicBezTo>
                    <a:pt x="7" y="3"/>
                    <a:pt x="-7" y="6"/>
                    <a:pt x="3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4" y="33"/>
                    <a:pt x="24" y="30"/>
                    <a:pt x="34" y="33"/>
                  </a:cubicBezTo>
                  <a:cubicBezTo>
                    <a:pt x="50" y="37"/>
                    <a:pt x="67" y="33"/>
                    <a:pt x="84" y="27"/>
                  </a:cubicBezTo>
                  <a:cubicBezTo>
                    <a:pt x="91" y="33"/>
                    <a:pt x="101" y="37"/>
                    <a:pt x="111" y="37"/>
                  </a:cubicBezTo>
                  <a:cubicBezTo>
                    <a:pt x="135" y="30"/>
                    <a:pt x="161" y="30"/>
                    <a:pt x="188" y="30"/>
                  </a:cubicBezTo>
                  <a:cubicBezTo>
                    <a:pt x="235" y="33"/>
                    <a:pt x="279" y="53"/>
                    <a:pt x="329" y="37"/>
                  </a:cubicBezTo>
                  <a:cubicBezTo>
                    <a:pt x="339" y="47"/>
                    <a:pt x="353" y="43"/>
                    <a:pt x="366" y="43"/>
                  </a:cubicBezTo>
                  <a:lnTo>
                    <a:pt x="366" y="43"/>
                  </a:lnTo>
                  <a:lnTo>
                    <a:pt x="366" y="43"/>
                  </a:lnTo>
                  <a:cubicBezTo>
                    <a:pt x="383" y="43"/>
                    <a:pt x="400" y="43"/>
                    <a:pt x="416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188"/>
            <p:cNvSpPr/>
            <p:nvPr/>
          </p:nvSpPr>
          <p:spPr>
            <a:xfrm>
              <a:off x="5693040" y="3748680"/>
              <a:ext cx="9720" cy="7200"/>
            </a:xfrm>
            <a:custGeom>
              <a:rect b="b" l="l" r="r" t="t"/>
              <a:pathLst>
                <a:path extrusionOk="0" h="20" w="27">
                  <a:moveTo>
                    <a:pt x="10" y="0"/>
                  </a:moveTo>
                  <a:lnTo>
                    <a:pt x="10" y="0"/>
                  </a:lnTo>
                  <a:cubicBezTo>
                    <a:pt x="4" y="3"/>
                    <a:pt x="0" y="10"/>
                    <a:pt x="0" y="16"/>
                  </a:cubicBezTo>
                  <a:cubicBezTo>
                    <a:pt x="10" y="16"/>
                    <a:pt x="17" y="16"/>
                    <a:pt x="27" y="20"/>
                  </a:cubicBezTo>
                  <a:cubicBezTo>
                    <a:pt x="20" y="13"/>
                    <a:pt x="17" y="6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88"/>
            <p:cNvSpPr/>
            <p:nvPr/>
          </p:nvSpPr>
          <p:spPr>
            <a:xfrm>
              <a:off x="5509440" y="3761640"/>
              <a:ext cx="4680" cy="2520"/>
            </a:xfrm>
            <a:custGeom>
              <a:rect b="b" l="l" r="r" t="t"/>
              <a:pathLst>
                <a:path extrusionOk="0" h="7" w="13">
                  <a:moveTo>
                    <a:pt x="0" y="4"/>
                  </a:moveTo>
                  <a:lnTo>
                    <a:pt x="0" y="4"/>
                  </a:lnTo>
                  <a:cubicBezTo>
                    <a:pt x="3" y="7"/>
                    <a:pt x="7" y="7"/>
                    <a:pt x="10" y="7"/>
                  </a:cubicBezTo>
                  <a:lnTo>
                    <a:pt x="13" y="4"/>
                  </a:lnTo>
                  <a:cubicBezTo>
                    <a:pt x="10" y="4"/>
                    <a:pt x="7" y="4"/>
                    <a:pt x="3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88"/>
            <p:cNvSpPr/>
            <p:nvPr/>
          </p:nvSpPr>
          <p:spPr>
            <a:xfrm>
              <a:off x="5461200" y="3679560"/>
              <a:ext cx="8280" cy="2880"/>
            </a:xfrm>
            <a:custGeom>
              <a:rect b="b" l="l" r="r" t="t"/>
              <a:pathLst>
                <a:path extrusionOk="0" h="8" w="23">
                  <a:moveTo>
                    <a:pt x="23" y="0"/>
                  </a:moveTo>
                  <a:lnTo>
                    <a:pt x="23" y="0"/>
                  </a:lnTo>
                  <a:cubicBezTo>
                    <a:pt x="13" y="0"/>
                    <a:pt x="6" y="0"/>
                    <a:pt x="0" y="7"/>
                  </a:cubicBezTo>
                  <a:cubicBezTo>
                    <a:pt x="10" y="7"/>
                    <a:pt x="20" y="1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88"/>
            <p:cNvSpPr/>
            <p:nvPr/>
          </p:nvSpPr>
          <p:spPr>
            <a:xfrm>
              <a:off x="5707440" y="3746160"/>
              <a:ext cx="8640" cy="4680"/>
            </a:xfrm>
            <a:custGeom>
              <a:rect b="b" l="l" r="r" t="t"/>
              <a:pathLst>
                <a:path extrusionOk="0" h="13" w="24">
                  <a:moveTo>
                    <a:pt x="24" y="0"/>
                  </a:moveTo>
                  <a:lnTo>
                    <a:pt x="24" y="0"/>
                  </a:lnTo>
                  <a:cubicBezTo>
                    <a:pt x="17" y="0"/>
                    <a:pt x="7" y="0"/>
                    <a:pt x="0" y="0"/>
                  </a:cubicBezTo>
                  <a:cubicBezTo>
                    <a:pt x="0" y="7"/>
                    <a:pt x="0" y="13"/>
                    <a:pt x="14" y="13"/>
                  </a:cubicBezTo>
                  <a:cubicBezTo>
                    <a:pt x="24" y="13"/>
                    <a:pt x="24" y="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88"/>
            <p:cNvSpPr/>
            <p:nvPr/>
          </p:nvSpPr>
          <p:spPr>
            <a:xfrm>
              <a:off x="5070960" y="3553200"/>
              <a:ext cx="12960" cy="3600"/>
            </a:xfrm>
            <a:custGeom>
              <a:rect b="b" l="l" r="r" t="t"/>
              <a:pathLst>
                <a:path extrusionOk="0" h="10" w="36">
                  <a:moveTo>
                    <a:pt x="36" y="9"/>
                  </a:moveTo>
                  <a:lnTo>
                    <a:pt x="36" y="9"/>
                  </a:lnTo>
                  <a:cubicBezTo>
                    <a:pt x="26" y="-4"/>
                    <a:pt x="13" y="-1"/>
                    <a:pt x="0" y="2"/>
                  </a:cubicBezTo>
                  <a:cubicBezTo>
                    <a:pt x="10" y="12"/>
                    <a:pt x="23" y="9"/>
                    <a:pt x="3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188"/>
            <p:cNvSpPr/>
            <p:nvPr/>
          </p:nvSpPr>
          <p:spPr>
            <a:xfrm>
              <a:off x="5116680" y="3552840"/>
              <a:ext cx="9720" cy="3600"/>
            </a:xfrm>
            <a:custGeom>
              <a:rect b="b" l="l" r="r" t="t"/>
              <a:pathLst>
                <a:path extrusionOk="0" h="10" w="27">
                  <a:moveTo>
                    <a:pt x="13" y="0"/>
                  </a:moveTo>
                  <a:lnTo>
                    <a:pt x="13" y="0"/>
                  </a:lnTo>
                  <a:cubicBezTo>
                    <a:pt x="10" y="0"/>
                    <a:pt x="7" y="0"/>
                    <a:pt x="0" y="0"/>
                  </a:cubicBezTo>
                  <a:cubicBezTo>
                    <a:pt x="0" y="3"/>
                    <a:pt x="0" y="6"/>
                    <a:pt x="3" y="10"/>
                  </a:cubicBezTo>
                  <a:cubicBezTo>
                    <a:pt x="10" y="10"/>
                    <a:pt x="17" y="10"/>
                    <a:pt x="27" y="10"/>
                  </a:cubicBezTo>
                  <a:cubicBezTo>
                    <a:pt x="24" y="6"/>
                    <a:pt x="17" y="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188"/>
            <p:cNvSpPr/>
            <p:nvPr/>
          </p:nvSpPr>
          <p:spPr>
            <a:xfrm>
              <a:off x="4912920" y="3811320"/>
              <a:ext cx="5760" cy="3600"/>
            </a:xfrm>
            <a:custGeom>
              <a:rect b="b" l="l" r="r" t="t"/>
              <a:pathLst>
                <a:path extrusionOk="0" h="10" w="16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7"/>
                    <a:pt x="0" y="10"/>
                  </a:cubicBezTo>
                  <a:cubicBezTo>
                    <a:pt x="6" y="10"/>
                    <a:pt x="16" y="10"/>
                    <a:pt x="16" y="4"/>
                  </a:cubicBezTo>
                  <a:cubicBezTo>
                    <a:pt x="16" y="0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88"/>
            <p:cNvSpPr/>
            <p:nvPr/>
          </p:nvSpPr>
          <p:spPr>
            <a:xfrm>
              <a:off x="5083920" y="3765240"/>
              <a:ext cx="11160" cy="3960"/>
            </a:xfrm>
            <a:custGeom>
              <a:rect b="b" l="l" r="r" t="t"/>
              <a:pathLst>
                <a:path extrusionOk="0" h="11" w="31">
                  <a:moveTo>
                    <a:pt x="7" y="4"/>
                  </a:moveTo>
                  <a:lnTo>
                    <a:pt x="7" y="4"/>
                  </a:lnTo>
                  <a:cubicBezTo>
                    <a:pt x="4" y="4"/>
                    <a:pt x="4" y="7"/>
                    <a:pt x="0" y="11"/>
                  </a:cubicBezTo>
                  <a:lnTo>
                    <a:pt x="0" y="11"/>
                  </a:lnTo>
                  <a:cubicBezTo>
                    <a:pt x="4" y="11"/>
                    <a:pt x="11" y="11"/>
                    <a:pt x="14" y="11"/>
                  </a:cubicBezTo>
                  <a:cubicBezTo>
                    <a:pt x="17" y="7"/>
                    <a:pt x="24" y="7"/>
                    <a:pt x="31" y="4"/>
                  </a:cubicBezTo>
                  <a:cubicBezTo>
                    <a:pt x="24" y="-3"/>
                    <a:pt x="14" y="0"/>
                    <a:pt x="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88"/>
            <p:cNvSpPr/>
            <p:nvPr/>
          </p:nvSpPr>
          <p:spPr>
            <a:xfrm>
              <a:off x="5122800" y="3765240"/>
              <a:ext cx="3600" cy="2520"/>
            </a:xfrm>
            <a:custGeom>
              <a:rect b="b" l="l" r="r" t="t"/>
              <a:pathLst>
                <a:path extrusionOk="0" h="7" w="10">
                  <a:moveTo>
                    <a:pt x="10" y="0"/>
                  </a:moveTo>
                  <a:lnTo>
                    <a:pt x="10" y="0"/>
                  </a:lnTo>
                  <a:cubicBezTo>
                    <a:pt x="3" y="0"/>
                    <a:pt x="0" y="4"/>
                    <a:pt x="0" y="7"/>
                  </a:cubicBezTo>
                  <a:cubicBezTo>
                    <a:pt x="3" y="7"/>
                    <a:pt x="7" y="4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88"/>
            <p:cNvSpPr/>
            <p:nvPr/>
          </p:nvSpPr>
          <p:spPr>
            <a:xfrm>
              <a:off x="4750920" y="3566160"/>
              <a:ext cx="50760" cy="7920"/>
            </a:xfrm>
            <a:custGeom>
              <a:rect b="b" l="l" r="r" t="t"/>
              <a:pathLst>
                <a:path extrusionOk="0" h="22" w="141">
                  <a:moveTo>
                    <a:pt x="141" y="10"/>
                  </a:moveTo>
                  <a:lnTo>
                    <a:pt x="141" y="10"/>
                  </a:lnTo>
                  <a:cubicBezTo>
                    <a:pt x="111" y="-4"/>
                    <a:pt x="70" y="10"/>
                    <a:pt x="37" y="0"/>
                  </a:cubicBezTo>
                  <a:cubicBezTo>
                    <a:pt x="20" y="3"/>
                    <a:pt x="7" y="6"/>
                    <a:pt x="0" y="20"/>
                  </a:cubicBezTo>
                  <a:cubicBezTo>
                    <a:pt x="47" y="17"/>
                    <a:pt x="97" y="30"/>
                    <a:pt x="14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88"/>
            <p:cNvSpPr/>
            <p:nvPr/>
          </p:nvSpPr>
          <p:spPr>
            <a:xfrm>
              <a:off x="4822920" y="3567240"/>
              <a:ext cx="9000" cy="6120"/>
            </a:xfrm>
            <a:custGeom>
              <a:rect b="b" l="l" r="r" t="t"/>
              <a:pathLst>
                <a:path extrusionOk="0" h="17" w="25">
                  <a:moveTo>
                    <a:pt x="25" y="7"/>
                  </a:moveTo>
                  <a:lnTo>
                    <a:pt x="25" y="7"/>
                  </a:lnTo>
                  <a:cubicBezTo>
                    <a:pt x="25" y="0"/>
                    <a:pt x="18" y="0"/>
                    <a:pt x="12" y="0"/>
                  </a:cubicBezTo>
                  <a:cubicBezTo>
                    <a:pt x="-5" y="3"/>
                    <a:pt x="1" y="10"/>
                    <a:pt x="5" y="17"/>
                  </a:cubicBezTo>
                  <a:lnTo>
                    <a:pt x="5" y="17"/>
                  </a:lnTo>
                  <a:cubicBezTo>
                    <a:pt x="15" y="17"/>
                    <a:pt x="28" y="17"/>
                    <a:pt x="2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188"/>
            <p:cNvSpPr/>
            <p:nvPr/>
          </p:nvSpPr>
          <p:spPr>
            <a:xfrm>
              <a:off x="4842720" y="3568320"/>
              <a:ext cx="8640" cy="5040"/>
            </a:xfrm>
            <a:custGeom>
              <a:rect b="b" l="l" r="r" t="t"/>
              <a:pathLst>
                <a:path extrusionOk="0" h="14" w="24">
                  <a:moveTo>
                    <a:pt x="24" y="4"/>
                  </a:moveTo>
                  <a:lnTo>
                    <a:pt x="24" y="4"/>
                  </a:lnTo>
                  <a:cubicBezTo>
                    <a:pt x="24" y="4"/>
                    <a:pt x="20" y="0"/>
                    <a:pt x="17" y="0"/>
                  </a:cubicBezTo>
                  <a:cubicBezTo>
                    <a:pt x="10" y="4"/>
                    <a:pt x="3" y="4"/>
                    <a:pt x="0" y="11"/>
                  </a:cubicBezTo>
                  <a:cubicBezTo>
                    <a:pt x="0" y="11"/>
                    <a:pt x="3" y="11"/>
                    <a:pt x="7" y="14"/>
                  </a:cubicBezTo>
                  <a:cubicBezTo>
                    <a:pt x="17" y="14"/>
                    <a:pt x="24" y="14"/>
                    <a:pt x="2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188"/>
            <p:cNvSpPr/>
            <p:nvPr/>
          </p:nvSpPr>
          <p:spPr>
            <a:xfrm>
              <a:off x="4887720" y="3739680"/>
              <a:ext cx="5400" cy="6480"/>
            </a:xfrm>
            <a:custGeom>
              <a:rect b="b" l="l" r="r" t="t"/>
              <a:pathLst>
                <a:path extrusionOk="0" h="18" w="15">
                  <a:moveTo>
                    <a:pt x="3" y="1"/>
                  </a:moveTo>
                  <a:lnTo>
                    <a:pt x="3" y="1"/>
                  </a:lnTo>
                  <a:cubicBezTo>
                    <a:pt x="-4" y="4"/>
                    <a:pt x="6" y="11"/>
                    <a:pt x="6" y="14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13" y="14"/>
                    <a:pt x="19" y="8"/>
                    <a:pt x="13" y="1"/>
                  </a:cubicBezTo>
                  <a:cubicBezTo>
                    <a:pt x="13" y="1"/>
                    <a:pt x="6" y="-2"/>
                    <a:pt x="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88"/>
            <p:cNvSpPr/>
            <p:nvPr/>
          </p:nvSpPr>
          <p:spPr>
            <a:xfrm>
              <a:off x="5404680" y="3632400"/>
              <a:ext cx="9360" cy="3600"/>
            </a:xfrm>
            <a:custGeom>
              <a:rect b="b" l="l" r="r" t="t"/>
              <a:pathLst>
                <a:path extrusionOk="0" h="10" w="26">
                  <a:moveTo>
                    <a:pt x="12" y="10"/>
                  </a:moveTo>
                  <a:lnTo>
                    <a:pt x="12" y="10"/>
                  </a:lnTo>
                  <a:cubicBezTo>
                    <a:pt x="19" y="7"/>
                    <a:pt x="22" y="4"/>
                    <a:pt x="26" y="0"/>
                  </a:cubicBezTo>
                  <a:cubicBezTo>
                    <a:pt x="16" y="0"/>
                    <a:pt x="9" y="0"/>
                    <a:pt x="2" y="0"/>
                  </a:cubicBezTo>
                  <a:cubicBezTo>
                    <a:pt x="-1" y="4"/>
                    <a:pt x="-1" y="7"/>
                    <a:pt x="2" y="10"/>
                  </a:cubicBezTo>
                  <a:cubicBezTo>
                    <a:pt x="6" y="10"/>
                    <a:pt x="9" y="1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88"/>
            <p:cNvSpPr/>
            <p:nvPr/>
          </p:nvSpPr>
          <p:spPr>
            <a:xfrm>
              <a:off x="4610880" y="3574440"/>
              <a:ext cx="2160" cy="2520"/>
            </a:xfrm>
            <a:custGeom>
              <a:rect b="b" l="l" r="r" t="t"/>
              <a:pathLst>
                <a:path extrusionOk="0" h="7" w="6">
                  <a:moveTo>
                    <a:pt x="3" y="4"/>
                  </a:moveTo>
                  <a:lnTo>
                    <a:pt x="3" y="4"/>
                  </a:lnTo>
                  <a:cubicBezTo>
                    <a:pt x="0" y="4"/>
                    <a:pt x="0" y="4"/>
                    <a:pt x="0" y="7"/>
                  </a:cubicBezTo>
                  <a:lnTo>
                    <a:pt x="0" y="7"/>
                  </a:lnTo>
                  <a:cubicBezTo>
                    <a:pt x="3" y="4"/>
                    <a:pt x="3" y="4"/>
                    <a:pt x="6" y="0"/>
                  </a:cubicBezTo>
                  <a:cubicBezTo>
                    <a:pt x="6" y="0"/>
                    <a:pt x="3" y="0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88"/>
            <p:cNvSpPr/>
            <p:nvPr/>
          </p:nvSpPr>
          <p:spPr>
            <a:xfrm>
              <a:off x="4951440" y="3739680"/>
              <a:ext cx="6120" cy="3960"/>
            </a:xfrm>
            <a:custGeom>
              <a:rect b="b" l="l" r="r" t="t"/>
              <a:pathLst>
                <a:path extrusionOk="0" h="11" w="17">
                  <a:moveTo>
                    <a:pt x="10" y="11"/>
                  </a:moveTo>
                  <a:lnTo>
                    <a:pt x="10" y="11"/>
                  </a:lnTo>
                  <a:cubicBezTo>
                    <a:pt x="14" y="11"/>
                    <a:pt x="17" y="8"/>
                    <a:pt x="17" y="8"/>
                  </a:cubicBezTo>
                  <a:cubicBezTo>
                    <a:pt x="17" y="1"/>
                    <a:pt x="10" y="-2"/>
                    <a:pt x="4" y="1"/>
                  </a:cubicBezTo>
                  <a:lnTo>
                    <a:pt x="0" y="8"/>
                  </a:lnTo>
                  <a:cubicBezTo>
                    <a:pt x="4" y="11"/>
                    <a:pt x="7" y="11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88"/>
            <p:cNvSpPr/>
            <p:nvPr/>
          </p:nvSpPr>
          <p:spPr>
            <a:xfrm>
              <a:off x="4642200" y="3556440"/>
              <a:ext cx="6120" cy="5760"/>
            </a:xfrm>
            <a:custGeom>
              <a:rect b="b" l="l" r="r" t="t"/>
              <a:pathLst>
                <a:path extrusionOk="0" h="16" w="17">
                  <a:moveTo>
                    <a:pt x="0" y="10"/>
                  </a:moveTo>
                  <a:lnTo>
                    <a:pt x="0" y="10"/>
                  </a:lnTo>
                  <a:cubicBezTo>
                    <a:pt x="0" y="13"/>
                    <a:pt x="7" y="16"/>
                    <a:pt x="7" y="16"/>
                  </a:cubicBezTo>
                  <a:cubicBezTo>
                    <a:pt x="17" y="13"/>
                    <a:pt x="17" y="6"/>
                    <a:pt x="17" y="0"/>
                  </a:cubicBezTo>
                  <a:lnTo>
                    <a:pt x="17" y="0"/>
                  </a:lnTo>
                  <a:cubicBezTo>
                    <a:pt x="10" y="3"/>
                    <a:pt x="0" y="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188"/>
            <p:cNvSpPr/>
            <p:nvPr/>
          </p:nvSpPr>
          <p:spPr>
            <a:xfrm>
              <a:off x="4638600" y="3567240"/>
              <a:ext cx="8280" cy="3600"/>
            </a:xfrm>
            <a:custGeom>
              <a:rect b="b" l="l" r="r" t="t"/>
              <a:pathLst>
                <a:path extrusionOk="0" h="10" w="23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cubicBezTo>
                    <a:pt x="6" y="7"/>
                    <a:pt x="13" y="14"/>
                    <a:pt x="23" y="7"/>
                  </a:cubicBezTo>
                  <a:cubicBezTo>
                    <a:pt x="23" y="7"/>
                    <a:pt x="20" y="3"/>
                    <a:pt x="20" y="0"/>
                  </a:cubicBezTo>
                  <a:cubicBezTo>
                    <a:pt x="10" y="-3"/>
                    <a:pt x="3" y="3"/>
                    <a:pt x="0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188"/>
            <p:cNvSpPr/>
            <p:nvPr/>
          </p:nvSpPr>
          <p:spPr>
            <a:xfrm>
              <a:off x="4912920" y="3553920"/>
              <a:ext cx="19440" cy="6480"/>
            </a:xfrm>
            <a:custGeom>
              <a:rect b="b" l="l" r="r" t="t"/>
              <a:pathLst>
                <a:path extrusionOk="0" h="18" w="54">
                  <a:moveTo>
                    <a:pt x="20" y="17"/>
                  </a:moveTo>
                  <a:lnTo>
                    <a:pt x="20" y="17"/>
                  </a:lnTo>
                  <a:cubicBezTo>
                    <a:pt x="30" y="17"/>
                    <a:pt x="40" y="17"/>
                    <a:pt x="50" y="17"/>
                  </a:cubicBezTo>
                  <a:cubicBezTo>
                    <a:pt x="54" y="13"/>
                    <a:pt x="54" y="10"/>
                    <a:pt x="54" y="7"/>
                  </a:cubicBezTo>
                  <a:lnTo>
                    <a:pt x="54" y="7"/>
                  </a:lnTo>
                  <a:cubicBezTo>
                    <a:pt x="44" y="3"/>
                    <a:pt x="33" y="3"/>
                    <a:pt x="27" y="0"/>
                  </a:cubicBezTo>
                  <a:cubicBezTo>
                    <a:pt x="23" y="0"/>
                    <a:pt x="16" y="0"/>
                    <a:pt x="13" y="0"/>
                  </a:cubicBezTo>
                  <a:cubicBezTo>
                    <a:pt x="10" y="3"/>
                    <a:pt x="0" y="7"/>
                    <a:pt x="0" y="13"/>
                  </a:cubicBezTo>
                  <a:cubicBezTo>
                    <a:pt x="3" y="20"/>
                    <a:pt x="13" y="17"/>
                    <a:pt x="2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88"/>
            <p:cNvSpPr/>
            <p:nvPr/>
          </p:nvSpPr>
          <p:spPr>
            <a:xfrm>
              <a:off x="5001120" y="356976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88"/>
            <p:cNvSpPr/>
            <p:nvPr/>
          </p:nvSpPr>
          <p:spPr>
            <a:xfrm>
              <a:off x="5001120" y="3569760"/>
              <a:ext cx="1440" cy="1080"/>
            </a:xfrm>
            <a:custGeom>
              <a:rect b="b" l="l" r="r" t="t"/>
              <a:pathLst>
                <a:path extrusionOk="0" h="3" w="4">
                  <a:moveTo>
                    <a:pt x="3" y="3"/>
                  </a:moveTo>
                  <a:lnTo>
                    <a:pt x="3" y="3"/>
                  </a:lnTo>
                  <a:cubicBezTo>
                    <a:pt x="6" y="3"/>
                    <a:pt x="6" y="3"/>
                    <a:pt x="0" y="0"/>
                  </a:cubicBezTo>
                  <a:cubicBezTo>
                    <a:pt x="3" y="0"/>
                    <a:pt x="3" y="3"/>
                    <a:pt x="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88"/>
            <p:cNvSpPr/>
            <p:nvPr/>
          </p:nvSpPr>
          <p:spPr>
            <a:xfrm>
              <a:off x="4885200" y="3552840"/>
              <a:ext cx="15480" cy="8280"/>
            </a:xfrm>
            <a:custGeom>
              <a:rect b="b" l="l" r="r" t="t"/>
              <a:pathLst>
                <a:path extrusionOk="0" h="23" w="43">
                  <a:moveTo>
                    <a:pt x="26" y="0"/>
                  </a:moveTo>
                  <a:lnTo>
                    <a:pt x="26" y="0"/>
                  </a:lnTo>
                  <a:cubicBezTo>
                    <a:pt x="16" y="0"/>
                    <a:pt x="10" y="3"/>
                    <a:pt x="3" y="3"/>
                  </a:cubicBezTo>
                  <a:cubicBezTo>
                    <a:pt x="3" y="10"/>
                    <a:pt x="0" y="13"/>
                    <a:pt x="0" y="20"/>
                  </a:cubicBezTo>
                  <a:cubicBezTo>
                    <a:pt x="3" y="23"/>
                    <a:pt x="6" y="23"/>
                    <a:pt x="10" y="23"/>
                  </a:cubicBezTo>
                  <a:lnTo>
                    <a:pt x="13" y="20"/>
                  </a:lnTo>
                  <a:cubicBezTo>
                    <a:pt x="23" y="20"/>
                    <a:pt x="40" y="20"/>
                    <a:pt x="43" y="16"/>
                  </a:cubicBezTo>
                  <a:cubicBezTo>
                    <a:pt x="46" y="6"/>
                    <a:pt x="36" y="3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88"/>
            <p:cNvSpPr/>
            <p:nvPr/>
          </p:nvSpPr>
          <p:spPr>
            <a:xfrm>
              <a:off x="5131800" y="3803040"/>
              <a:ext cx="7920" cy="4680"/>
            </a:xfrm>
            <a:custGeom>
              <a:rect b="b" l="l" r="r" t="t"/>
              <a:pathLst>
                <a:path extrusionOk="0" h="13" w="22">
                  <a:moveTo>
                    <a:pt x="12" y="13"/>
                  </a:moveTo>
                  <a:lnTo>
                    <a:pt x="12" y="13"/>
                  </a:lnTo>
                  <a:cubicBezTo>
                    <a:pt x="15" y="10"/>
                    <a:pt x="18" y="10"/>
                    <a:pt x="22" y="6"/>
                  </a:cubicBezTo>
                  <a:cubicBezTo>
                    <a:pt x="15" y="3"/>
                    <a:pt x="8" y="-4"/>
                    <a:pt x="2" y="3"/>
                  </a:cubicBezTo>
                  <a:cubicBezTo>
                    <a:pt x="-5" y="6"/>
                    <a:pt x="5" y="10"/>
                    <a:pt x="12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188"/>
            <p:cNvSpPr/>
            <p:nvPr/>
          </p:nvSpPr>
          <p:spPr>
            <a:xfrm>
              <a:off x="5474520" y="3747240"/>
              <a:ext cx="2160" cy="1440"/>
            </a:xfrm>
            <a:custGeom>
              <a:rect b="b" l="l" r="r" t="t"/>
              <a:pathLst>
                <a:path extrusionOk="0" h="4" w="6">
                  <a:moveTo>
                    <a:pt x="6" y="0"/>
                  </a:moveTo>
                  <a:lnTo>
                    <a:pt x="6" y="0"/>
                  </a:lnTo>
                  <a:lnTo>
                    <a:pt x="3" y="0"/>
                  </a:lnTo>
                  <a:cubicBezTo>
                    <a:pt x="3" y="0"/>
                    <a:pt x="3" y="4"/>
                    <a:pt x="0" y="4"/>
                  </a:cubicBezTo>
                  <a:cubicBezTo>
                    <a:pt x="3" y="0"/>
                    <a:pt x="6" y="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188"/>
            <p:cNvSpPr/>
            <p:nvPr/>
          </p:nvSpPr>
          <p:spPr>
            <a:xfrm>
              <a:off x="5474520" y="374868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188"/>
            <p:cNvSpPr/>
            <p:nvPr/>
          </p:nvSpPr>
          <p:spPr>
            <a:xfrm>
              <a:off x="5219280" y="3801600"/>
              <a:ext cx="38160" cy="8280"/>
            </a:xfrm>
            <a:custGeom>
              <a:rect b="b" l="l" r="r" t="t"/>
              <a:pathLst>
                <a:path extrusionOk="0" h="23" w="106">
                  <a:moveTo>
                    <a:pt x="24" y="17"/>
                  </a:moveTo>
                  <a:lnTo>
                    <a:pt x="24" y="17"/>
                  </a:lnTo>
                  <a:lnTo>
                    <a:pt x="27" y="20"/>
                  </a:lnTo>
                  <a:cubicBezTo>
                    <a:pt x="34" y="20"/>
                    <a:pt x="44" y="27"/>
                    <a:pt x="51" y="20"/>
                  </a:cubicBezTo>
                  <a:cubicBezTo>
                    <a:pt x="57" y="7"/>
                    <a:pt x="67" y="17"/>
                    <a:pt x="74" y="20"/>
                  </a:cubicBezTo>
                  <a:cubicBezTo>
                    <a:pt x="88" y="17"/>
                    <a:pt x="118" y="24"/>
                    <a:pt x="101" y="0"/>
                  </a:cubicBezTo>
                  <a:cubicBezTo>
                    <a:pt x="67" y="0"/>
                    <a:pt x="34" y="0"/>
                    <a:pt x="0" y="0"/>
                  </a:cubicBezTo>
                  <a:cubicBezTo>
                    <a:pt x="0" y="7"/>
                    <a:pt x="4" y="14"/>
                    <a:pt x="14" y="17"/>
                  </a:cubicBezTo>
                  <a:lnTo>
                    <a:pt x="14" y="17"/>
                  </a:lnTo>
                  <a:cubicBezTo>
                    <a:pt x="17" y="17"/>
                    <a:pt x="21" y="17"/>
                    <a:pt x="24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188"/>
            <p:cNvSpPr/>
            <p:nvPr/>
          </p:nvSpPr>
          <p:spPr>
            <a:xfrm>
              <a:off x="4825440" y="3795840"/>
              <a:ext cx="27000" cy="9000"/>
            </a:xfrm>
            <a:custGeom>
              <a:rect b="b" l="l" r="r" t="t"/>
              <a:pathLst>
                <a:path extrusionOk="0" h="25" w="75">
                  <a:moveTo>
                    <a:pt x="18" y="23"/>
                  </a:moveTo>
                  <a:lnTo>
                    <a:pt x="18" y="23"/>
                  </a:lnTo>
                  <a:cubicBezTo>
                    <a:pt x="38" y="26"/>
                    <a:pt x="55" y="23"/>
                    <a:pt x="75" y="23"/>
                  </a:cubicBezTo>
                  <a:cubicBezTo>
                    <a:pt x="72" y="19"/>
                    <a:pt x="65" y="13"/>
                    <a:pt x="62" y="6"/>
                  </a:cubicBezTo>
                  <a:cubicBezTo>
                    <a:pt x="48" y="6"/>
                    <a:pt x="31" y="9"/>
                    <a:pt x="21" y="0"/>
                  </a:cubicBezTo>
                  <a:cubicBezTo>
                    <a:pt x="11" y="0"/>
                    <a:pt x="1" y="0"/>
                    <a:pt x="1" y="9"/>
                  </a:cubicBezTo>
                  <a:cubicBezTo>
                    <a:pt x="-2" y="19"/>
                    <a:pt x="5" y="23"/>
                    <a:pt x="18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188"/>
            <p:cNvSpPr/>
            <p:nvPr/>
          </p:nvSpPr>
          <p:spPr>
            <a:xfrm>
              <a:off x="5511960" y="3744000"/>
              <a:ext cx="9360" cy="4680"/>
            </a:xfrm>
            <a:custGeom>
              <a:rect b="b" l="l" r="r" t="t"/>
              <a:pathLst>
                <a:path extrusionOk="0" h="13" w="26">
                  <a:moveTo>
                    <a:pt x="0" y="2"/>
                  </a:moveTo>
                  <a:lnTo>
                    <a:pt x="0" y="2"/>
                  </a:lnTo>
                  <a:cubicBezTo>
                    <a:pt x="0" y="6"/>
                    <a:pt x="0" y="9"/>
                    <a:pt x="0" y="13"/>
                  </a:cubicBezTo>
                  <a:cubicBezTo>
                    <a:pt x="10" y="13"/>
                    <a:pt x="16" y="13"/>
                    <a:pt x="26" y="13"/>
                  </a:cubicBezTo>
                  <a:cubicBezTo>
                    <a:pt x="26" y="-4"/>
                    <a:pt x="13" y="-1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88"/>
            <p:cNvSpPr/>
            <p:nvPr/>
          </p:nvSpPr>
          <p:spPr>
            <a:xfrm>
              <a:off x="4596120" y="4302000"/>
              <a:ext cx="102960" cy="16200"/>
            </a:xfrm>
            <a:custGeom>
              <a:rect b="b" l="l" r="r" t="t"/>
              <a:pathLst>
                <a:path extrusionOk="0" h="45" w="286">
                  <a:moveTo>
                    <a:pt x="215" y="20"/>
                  </a:moveTo>
                  <a:lnTo>
                    <a:pt x="215" y="20"/>
                  </a:lnTo>
                  <a:cubicBezTo>
                    <a:pt x="205" y="34"/>
                    <a:pt x="199" y="7"/>
                    <a:pt x="182" y="7"/>
                  </a:cubicBezTo>
                  <a:cubicBezTo>
                    <a:pt x="165" y="3"/>
                    <a:pt x="151" y="20"/>
                    <a:pt x="131" y="17"/>
                  </a:cubicBezTo>
                  <a:lnTo>
                    <a:pt x="131" y="17"/>
                  </a:lnTo>
                  <a:cubicBezTo>
                    <a:pt x="114" y="3"/>
                    <a:pt x="98" y="7"/>
                    <a:pt x="78" y="13"/>
                  </a:cubicBezTo>
                  <a:cubicBezTo>
                    <a:pt x="54" y="20"/>
                    <a:pt x="31" y="30"/>
                    <a:pt x="0" y="17"/>
                  </a:cubicBezTo>
                  <a:cubicBezTo>
                    <a:pt x="37" y="47"/>
                    <a:pt x="51" y="50"/>
                    <a:pt x="91" y="37"/>
                  </a:cubicBezTo>
                  <a:cubicBezTo>
                    <a:pt x="101" y="34"/>
                    <a:pt x="111" y="34"/>
                    <a:pt x="121" y="34"/>
                  </a:cubicBezTo>
                  <a:cubicBezTo>
                    <a:pt x="135" y="37"/>
                    <a:pt x="148" y="37"/>
                    <a:pt x="158" y="40"/>
                  </a:cubicBezTo>
                  <a:cubicBezTo>
                    <a:pt x="165" y="40"/>
                    <a:pt x="168" y="40"/>
                    <a:pt x="168" y="40"/>
                  </a:cubicBezTo>
                  <a:lnTo>
                    <a:pt x="171" y="37"/>
                  </a:lnTo>
                  <a:lnTo>
                    <a:pt x="171" y="37"/>
                  </a:lnTo>
                  <a:lnTo>
                    <a:pt x="171" y="37"/>
                  </a:lnTo>
                  <a:cubicBezTo>
                    <a:pt x="188" y="47"/>
                    <a:pt x="209" y="40"/>
                    <a:pt x="219" y="34"/>
                  </a:cubicBezTo>
                  <a:cubicBezTo>
                    <a:pt x="239" y="17"/>
                    <a:pt x="262" y="23"/>
                    <a:pt x="286" y="23"/>
                  </a:cubicBezTo>
                  <a:cubicBezTo>
                    <a:pt x="286" y="17"/>
                    <a:pt x="286" y="7"/>
                    <a:pt x="286" y="0"/>
                  </a:cubicBezTo>
                  <a:cubicBezTo>
                    <a:pt x="262" y="7"/>
                    <a:pt x="228" y="-10"/>
                    <a:pt x="215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188"/>
            <p:cNvSpPr/>
            <p:nvPr/>
          </p:nvSpPr>
          <p:spPr>
            <a:xfrm>
              <a:off x="4866840" y="4293000"/>
              <a:ext cx="23040" cy="11520"/>
            </a:xfrm>
            <a:custGeom>
              <a:rect b="b" l="l" r="r" t="t"/>
              <a:pathLst>
                <a:path extrusionOk="0" h="32" w="64">
                  <a:moveTo>
                    <a:pt x="14" y="5"/>
                  </a:moveTo>
                  <a:lnTo>
                    <a:pt x="14" y="5"/>
                  </a:lnTo>
                  <a:cubicBezTo>
                    <a:pt x="7" y="15"/>
                    <a:pt x="4" y="22"/>
                    <a:pt x="0" y="32"/>
                  </a:cubicBezTo>
                  <a:cubicBezTo>
                    <a:pt x="20" y="32"/>
                    <a:pt x="44" y="32"/>
                    <a:pt x="64" y="32"/>
                  </a:cubicBezTo>
                  <a:cubicBezTo>
                    <a:pt x="64" y="25"/>
                    <a:pt x="64" y="22"/>
                    <a:pt x="64" y="15"/>
                  </a:cubicBezTo>
                  <a:cubicBezTo>
                    <a:pt x="47" y="12"/>
                    <a:pt x="34" y="-9"/>
                    <a:pt x="1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188"/>
            <p:cNvSpPr/>
            <p:nvPr/>
          </p:nvSpPr>
          <p:spPr>
            <a:xfrm>
              <a:off x="4987800" y="4290840"/>
              <a:ext cx="18000" cy="6840"/>
            </a:xfrm>
            <a:custGeom>
              <a:rect b="b" l="l" r="r" t="t"/>
              <a:pathLst>
                <a:path extrusionOk="0" h="19" w="50">
                  <a:moveTo>
                    <a:pt x="0" y="18"/>
                  </a:moveTo>
                  <a:lnTo>
                    <a:pt x="0" y="18"/>
                  </a:lnTo>
                  <a:cubicBezTo>
                    <a:pt x="20" y="21"/>
                    <a:pt x="33" y="14"/>
                    <a:pt x="50" y="4"/>
                  </a:cubicBezTo>
                  <a:cubicBezTo>
                    <a:pt x="30" y="-3"/>
                    <a:pt x="13" y="1"/>
                    <a:pt x="0" y="4"/>
                  </a:cubicBezTo>
                  <a:cubicBezTo>
                    <a:pt x="0" y="7"/>
                    <a:pt x="0" y="14"/>
                    <a:pt x="0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88"/>
            <p:cNvSpPr/>
            <p:nvPr/>
          </p:nvSpPr>
          <p:spPr>
            <a:xfrm>
              <a:off x="4726800" y="430452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188"/>
            <p:cNvSpPr/>
            <p:nvPr/>
          </p:nvSpPr>
          <p:spPr>
            <a:xfrm>
              <a:off x="4713480" y="4300920"/>
              <a:ext cx="13320" cy="7200"/>
            </a:xfrm>
            <a:custGeom>
              <a:rect b="b" l="l" r="r" t="t"/>
              <a:pathLst>
                <a:path extrusionOk="0" h="20" w="37">
                  <a:moveTo>
                    <a:pt x="0" y="3"/>
                  </a:moveTo>
                  <a:lnTo>
                    <a:pt x="0" y="3"/>
                  </a:lnTo>
                  <a:cubicBezTo>
                    <a:pt x="3" y="20"/>
                    <a:pt x="17" y="26"/>
                    <a:pt x="37" y="10"/>
                  </a:cubicBezTo>
                  <a:cubicBezTo>
                    <a:pt x="30" y="6"/>
                    <a:pt x="20" y="3"/>
                    <a:pt x="13" y="0"/>
                  </a:cubicBezTo>
                  <a:cubicBezTo>
                    <a:pt x="7" y="0"/>
                    <a:pt x="3" y="0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188"/>
            <p:cNvSpPr/>
            <p:nvPr/>
          </p:nvSpPr>
          <p:spPr>
            <a:xfrm>
              <a:off x="4703760" y="4300920"/>
              <a:ext cx="5040" cy="8280"/>
            </a:xfrm>
            <a:custGeom>
              <a:rect b="b" l="l" r="r" t="t"/>
              <a:pathLst>
                <a:path extrusionOk="0" h="23" w="14">
                  <a:moveTo>
                    <a:pt x="0" y="3"/>
                  </a:moveTo>
                  <a:lnTo>
                    <a:pt x="0" y="3"/>
                  </a:lnTo>
                  <a:cubicBezTo>
                    <a:pt x="0" y="10"/>
                    <a:pt x="4" y="16"/>
                    <a:pt x="4" y="23"/>
                  </a:cubicBezTo>
                  <a:cubicBezTo>
                    <a:pt x="17" y="16"/>
                    <a:pt x="14" y="6"/>
                    <a:pt x="14" y="0"/>
                  </a:cubicBezTo>
                  <a:cubicBezTo>
                    <a:pt x="10" y="0"/>
                    <a:pt x="4" y="0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88"/>
            <p:cNvSpPr/>
            <p:nvPr/>
          </p:nvSpPr>
          <p:spPr>
            <a:xfrm>
              <a:off x="4834440" y="4268880"/>
              <a:ext cx="3600" cy="5400"/>
            </a:xfrm>
            <a:custGeom>
              <a:rect b="b" l="l" r="r" t="t"/>
              <a:pathLst>
                <a:path extrusionOk="0" h="15" w="10">
                  <a:moveTo>
                    <a:pt x="10" y="1"/>
                  </a:moveTo>
                  <a:lnTo>
                    <a:pt x="10" y="1"/>
                  </a:lnTo>
                  <a:cubicBezTo>
                    <a:pt x="10" y="1"/>
                    <a:pt x="6" y="-2"/>
                    <a:pt x="0" y="1"/>
                  </a:cubicBezTo>
                  <a:cubicBezTo>
                    <a:pt x="0" y="5"/>
                    <a:pt x="0" y="11"/>
                    <a:pt x="0" y="15"/>
                  </a:cubicBezTo>
                  <a:cubicBezTo>
                    <a:pt x="13" y="15"/>
                    <a:pt x="10" y="8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188"/>
            <p:cNvSpPr/>
            <p:nvPr/>
          </p:nvSpPr>
          <p:spPr>
            <a:xfrm>
              <a:off x="4815000" y="4275360"/>
              <a:ext cx="4680" cy="2520"/>
            </a:xfrm>
            <a:custGeom>
              <a:rect b="b" l="l" r="r" t="t"/>
              <a:pathLst>
                <a:path extrusionOk="0" h="7" w="13">
                  <a:moveTo>
                    <a:pt x="13" y="7"/>
                  </a:moveTo>
                  <a:lnTo>
                    <a:pt x="13" y="7"/>
                  </a:lnTo>
                  <a:cubicBezTo>
                    <a:pt x="10" y="4"/>
                    <a:pt x="7" y="4"/>
                    <a:pt x="0" y="0"/>
                  </a:cubicBezTo>
                  <a:cubicBezTo>
                    <a:pt x="0" y="0"/>
                    <a:pt x="3" y="4"/>
                    <a:pt x="3" y="7"/>
                  </a:cubicBezTo>
                  <a:cubicBezTo>
                    <a:pt x="7" y="7"/>
                    <a:pt x="10" y="7"/>
                    <a:pt x="13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188"/>
            <p:cNvSpPr/>
            <p:nvPr/>
          </p:nvSpPr>
          <p:spPr>
            <a:xfrm>
              <a:off x="5349960" y="4280040"/>
              <a:ext cx="39960" cy="8640"/>
            </a:xfrm>
            <a:custGeom>
              <a:rect b="b" l="l" r="r" t="t"/>
              <a:pathLst>
                <a:path extrusionOk="0" h="24" w="111">
                  <a:moveTo>
                    <a:pt x="37" y="4"/>
                  </a:moveTo>
                  <a:lnTo>
                    <a:pt x="37" y="4"/>
                  </a:lnTo>
                  <a:cubicBezTo>
                    <a:pt x="30" y="17"/>
                    <a:pt x="7" y="11"/>
                    <a:pt x="0" y="24"/>
                  </a:cubicBezTo>
                  <a:cubicBezTo>
                    <a:pt x="30" y="20"/>
                    <a:pt x="60" y="20"/>
                    <a:pt x="94" y="20"/>
                  </a:cubicBezTo>
                  <a:cubicBezTo>
                    <a:pt x="104" y="20"/>
                    <a:pt x="111" y="20"/>
                    <a:pt x="111" y="11"/>
                  </a:cubicBezTo>
                  <a:cubicBezTo>
                    <a:pt x="111" y="4"/>
                    <a:pt x="101" y="4"/>
                    <a:pt x="94" y="1"/>
                  </a:cubicBezTo>
                  <a:cubicBezTo>
                    <a:pt x="74" y="-3"/>
                    <a:pt x="57" y="7"/>
                    <a:pt x="3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188"/>
            <p:cNvSpPr/>
            <p:nvPr/>
          </p:nvSpPr>
          <p:spPr>
            <a:xfrm>
              <a:off x="5483880" y="4247640"/>
              <a:ext cx="235440" cy="14760"/>
            </a:xfrm>
            <a:custGeom>
              <a:rect b="b" l="l" r="r" t="t"/>
              <a:pathLst>
                <a:path extrusionOk="0" h="41" w="654">
                  <a:moveTo>
                    <a:pt x="480" y="20"/>
                  </a:moveTo>
                  <a:lnTo>
                    <a:pt x="480" y="20"/>
                  </a:lnTo>
                  <a:lnTo>
                    <a:pt x="480" y="20"/>
                  </a:lnTo>
                  <a:cubicBezTo>
                    <a:pt x="470" y="10"/>
                    <a:pt x="457" y="10"/>
                    <a:pt x="440" y="6"/>
                  </a:cubicBezTo>
                  <a:cubicBezTo>
                    <a:pt x="400" y="0"/>
                    <a:pt x="360" y="0"/>
                    <a:pt x="323" y="3"/>
                  </a:cubicBezTo>
                  <a:cubicBezTo>
                    <a:pt x="299" y="3"/>
                    <a:pt x="279" y="10"/>
                    <a:pt x="259" y="0"/>
                  </a:cubicBezTo>
                  <a:cubicBezTo>
                    <a:pt x="239" y="10"/>
                    <a:pt x="215" y="3"/>
                    <a:pt x="198" y="10"/>
                  </a:cubicBezTo>
                  <a:lnTo>
                    <a:pt x="198" y="10"/>
                  </a:lnTo>
                  <a:cubicBezTo>
                    <a:pt x="151" y="-4"/>
                    <a:pt x="108" y="13"/>
                    <a:pt x="64" y="10"/>
                  </a:cubicBezTo>
                  <a:cubicBezTo>
                    <a:pt x="51" y="23"/>
                    <a:pt x="27" y="20"/>
                    <a:pt x="7" y="20"/>
                  </a:cubicBezTo>
                  <a:cubicBezTo>
                    <a:pt x="0" y="20"/>
                    <a:pt x="-3" y="23"/>
                    <a:pt x="4" y="27"/>
                  </a:cubicBezTo>
                  <a:cubicBezTo>
                    <a:pt x="7" y="30"/>
                    <a:pt x="11" y="30"/>
                    <a:pt x="14" y="30"/>
                  </a:cubicBezTo>
                  <a:cubicBezTo>
                    <a:pt x="47" y="30"/>
                    <a:pt x="81" y="30"/>
                    <a:pt x="114" y="30"/>
                  </a:cubicBezTo>
                  <a:lnTo>
                    <a:pt x="114" y="30"/>
                  </a:lnTo>
                  <a:cubicBezTo>
                    <a:pt x="125" y="33"/>
                    <a:pt x="135" y="37"/>
                    <a:pt x="141" y="30"/>
                  </a:cubicBezTo>
                  <a:cubicBezTo>
                    <a:pt x="148" y="33"/>
                    <a:pt x="151" y="33"/>
                    <a:pt x="155" y="30"/>
                  </a:cubicBezTo>
                  <a:lnTo>
                    <a:pt x="155" y="30"/>
                  </a:lnTo>
                  <a:cubicBezTo>
                    <a:pt x="185" y="40"/>
                    <a:pt x="218" y="23"/>
                    <a:pt x="246" y="37"/>
                  </a:cubicBezTo>
                  <a:cubicBezTo>
                    <a:pt x="323" y="37"/>
                    <a:pt x="400" y="40"/>
                    <a:pt x="477" y="40"/>
                  </a:cubicBezTo>
                  <a:cubicBezTo>
                    <a:pt x="480" y="40"/>
                    <a:pt x="484" y="40"/>
                    <a:pt x="487" y="40"/>
                  </a:cubicBezTo>
                  <a:cubicBezTo>
                    <a:pt x="541" y="43"/>
                    <a:pt x="591" y="40"/>
                    <a:pt x="645" y="37"/>
                  </a:cubicBezTo>
                  <a:cubicBezTo>
                    <a:pt x="665" y="23"/>
                    <a:pt x="648" y="17"/>
                    <a:pt x="632" y="17"/>
                  </a:cubicBezTo>
                  <a:cubicBezTo>
                    <a:pt x="588" y="17"/>
                    <a:pt x="544" y="10"/>
                    <a:pt x="504" y="20"/>
                  </a:cubicBezTo>
                  <a:lnTo>
                    <a:pt x="504" y="20"/>
                  </a:lnTo>
                  <a:cubicBezTo>
                    <a:pt x="497" y="20"/>
                    <a:pt x="487" y="20"/>
                    <a:pt x="48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188"/>
            <p:cNvSpPr/>
            <p:nvPr/>
          </p:nvSpPr>
          <p:spPr>
            <a:xfrm>
              <a:off x="5010840" y="4186080"/>
              <a:ext cx="1440" cy="1080"/>
            </a:xfrm>
            <a:custGeom>
              <a:rect b="b" l="l" r="r" t="t"/>
              <a:pathLst>
                <a:path extrusionOk="0" h="3" w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3"/>
                  </a:lnTo>
                  <a:cubicBezTo>
                    <a:pt x="6" y="3"/>
                    <a:pt x="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188"/>
            <p:cNvSpPr/>
            <p:nvPr/>
          </p:nvSpPr>
          <p:spPr>
            <a:xfrm>
              <a:off x="4763160" y="4300920"/>
              <a:ext cx="5760" cy="3600"/>
            </a:xfrm>
            <a:custGeom>
              <a:rect b="b" l="l" r="r" t="t"/>
              <a:pathLst>
                <a:path extrusionOk="0" h="10" w="16">
                  <a:moveTo>
                    <a:pt x="0" y="3"/>
                  </a:moveTo>
                  <a:lnTo>
                    <a:pt x="0" y="3"/>
                  </a:lnTo>
                  <a:cubicBezTo>
                    <a:pt x="3" y="6"/>
                    <a:pt x="3" y="10"/>
                    <a:pt x="6" y="10"/>
                  </a:cubicBezTo>
                  <a:cubicBezTo>
                    <a:pt x="13" y="10"/>
                    <a:pt x="16" y="6"/>
                    <a:pt x="16" y="0"/>
                  </a:cubicBezTo>
                  <a:lnTo>
                    <a:pt x="16" y="0"/>
                  </a:lnTo>
                  <a:cubicBezTo>
                    <a:pt x="10" y="3"/>
                    <a:pt x="6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188"/>
            <p:cNvSpPr/>
            <p:nvPr/>
          </p:nvSpPr>
          <p:spPr>
            <a:xfrm>
              <a:off x="4726800" y="430452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188"/>
            <p:cNvSpPr/>
            <p:nvPr/>
          </p:nvSpPr>
          <p:spPr>
            <a:xfrm>
              <a:off x="4726800" y="4303440"/>
              <a:ext cx="2520" cy="1080"/>
            </a:xfrm>
            <a:custGeom>
              <a:rect b="b" l="l" r="r" t="t"/>
              <a:pathLst>
                <a:path extrusionOk="0" h="3" w="7">
                  <a:moveTo>
                    <a:pt x="0" y="3"/>
                  </a:moveTo>
                  <a:lnTo>
                    <a:pt x="0" y="3"/>
                  </a:lnTo>
                  <a:cubicBezTo>
                    <a:pt x="3" y="3"/>
                    <a:pt x="7" y="3"/>
                    <a:pt x="7" y="3"/>
                  </a:cubicBezTo>
                  <a:cubicBezTo>
                    <a:pt x="7" y="-1"/>
                    <a:pt x="3" y="-1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188"/>
            <p:cNvSpPr/>
            <p:nvPr/>
          </p:nvSpPr>
          <p:spPr>
            <a:xfrm>
              <a:off x="5449320" y="4252320"/>
              <a:ext cx="5760" cy="5040"/>
            </a:xfrm>
            <a:custGeom>
              <a:rect b="b" l="l" r="r" t="t"/>
              <a:pathLst>
                <a:path extrusionOk="0" h="14" w="16">
                  <a:moveTo>
                    <a:pt x="6" y="0"/>
                  </a:moveTo>
                  <a:lnTo>
                    <a:pt x="6" y="0"/>
                  </a:lnTo>
                  <a:cubicBezTo>
                    <a:pt x="6" y="4"/>
                    <a:pt x="-8" y="10"/>
                    <a:pt x="6" y="14"/>
                  </a:cubicBezTo>
                  <a:cubicBezTo>
                    <a:pt x="9" y="14"/>
                    <a:pt x="13" y="14"/>
                    <a:pt x="13" y="14"/>
                  </a:cubicBezTo>
                  <a:cubicBezTo>
                    <a:pt x="19" y="7"/>
                    <a:pt x="16" y="4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188"/>
            <p:cNvSpPr/>
            <p:nvPr/>
          </p:nvSpPr>
          <p:spPr>
            <a:xfrm>
              <a:off x="4589640" y="4204800"/>
              <a:ext cx="72000" cy="10080"/>
            </a:xfrm>
            <a:custGeom>
              <a:rect b="b" l="l" r="r" t="t"/>
              <a:pathLst>
                <a:path extrusionOk="0" h="28" w="200">
                  <a:moveTo>
                    <a:pt x="153" y="11"/>
                  </a:moveTo>
                  <a:lnTo>
                    <a:pt x="153" y="11"/>
                  </a:lnTo>
                  <a:lnTo>
                    <a:pt x="153" y="8"/>
                  </a:lnTo>
                  <a:cubicBezTo>
                    <a:pt x="149" y="8"/>
                    <a:pt x="146" y="5"/>
                    <a:pt x="139" y="1"/>
                  </a:cubicBezTo>
                  <a:cubicBezTo>
                    <a:pt x="129" y="1"/>
                    <a:pt x="119" y="-2"/>
                    <a:pt x="109" y="1"/>
                  </a:cubicBezTo>
                  <a:cubicBezTo>
                    <a:pt x="85" y="1"/>
                    <a:pt x="59" y="1"/>
                    <a:pt x="32" y="5"/>
                  </a:cubicBezTo>
                  <a:lnTo>
                    <a:pt x="32" y="5"/>
                  </a:lnTo>
                  <a:cubicBezTo>
                    <a:pt x="28" y="5"/>
                    <a:pt x="25" y="5"/>
                    <a:pt x="22" y="5"/>
                  </a:cubicBezTo>
                  <a:cubicBezTo>
                    <a:pt x="12" y="8"/>
                    <a:pt x="-5" y="11"/>
                    <a:pt x="2" y="22"/>
                  </a:cubicBezTo>
                  <a:cubicBezTo>
                    <a:pt x="12" y="32"/>
                    <a:pt x="25" y="28"/>
                    <a:pt x="35" y="22"/>
                  </a:cubicBezTo>
                  <a:cubicBezTo>
                    <a:pt x="65" y="22"/>
                    <a:pt x="96" y="15"/>
                    <a:pt x="126" y="28"/>
                  </a:cubicBezTo>
                  <a:cubicBezTo>
                    <a:pt x="129" y="28"/>
                    <a:pt x="132" y="28"/>
                    <a:pt x="136" y="28"/>
                  </a:cubicBezTo>
                  <a:cubicBezTo>
                    <a:pt x="142" y="25"/>
                    <a:pt x="146" y="22"/>
                    <a:pt x="149" y="18"/>
                  </a:cubicBezTo>
                  <a:lnTo>
                    <a:pt x="149" y="18"/>
                  </a:lnTo>
                  <a:cubicBezTo>
                    <a:pt x="166" y="22"/>
                    <a:pt x="183" y="22"/>
                    <a:pt x="200" y="18"/>
                  </a:cubicBezTo>
                  <a:cubicBezTo>
                    <a:pt x="186" y="8"/>
                    <a:pt x="169" y="11"/>
                    <a:pt x="153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188"/>
            <p:cNvSpPr/>
            <p:nvPr/>
          </p:nvSpPr>
          <p:spPr>
            <a:xfrm>
              <a:off x="5124600" y="4156920"/>
              <a:ext cx="2880" cy="1440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8" y="4"/>
                  </a:lnTo>
                  <a:lnTo>
                    <a:pt x="8" y="0"/>
                  </a:lnTo>
                  <a:lnTo>
                    <a:pt x="5" y="0"/>
                  </a:lnTo>
                  <a:cubicBezTo>
                    <a:pt x="-2" y="0"/>
                    <a:pt x="-2" y="4"/>
                    <a:pt x="2" y="4"/>
                  </a:cubicBezTo>
                  <a:cubicBezTo>
                    <a:pt x="5" y="4"/>
                    <a:pt x="8" y="4"/>
                    <a:pt x="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88"/>
            <p:cNvSpPr/>
            <p:nvPr/>
          </p:nvSpPr>
          <p:spPr>
            <a:xfrm>
              <a:off x="4791960" y="4146120"/>
              <a:ext cx="14400" cy="4680"/>
            </a:xfrm>
            <a:custGeom>
              <a:rect b="b" l="l" r="r" t="t"/>
              <a:pathLst>
                <a:path extrusionOk="0" h="13" w="40">
                  <a:moveTo>
                    <a:pt x="40" y="10"/>
                  </a:moveTo>
                  <a:lnTo>
                    <a:pt x="40" y="10"/>
                  </a:lnTo>
                  <a:lnTo>
                    <a:pt x="40" y="10"/>
                  </a:lnTo>
                  <a:cubicBezTo>
                    <a:pt x="27" y="-4"/>
                    <a:pt x="13" y="-4"/>
                    <a:pt x="0" y="10"/>
                  </a:cubicBezTo>
                  <a:lnTo>
                    <a:pt x="0" y="10"/>
                  </a:lnTo>
                  <a:cubicBezTo>
                    <a:pt x="13" y="13"/>
                    <a:pt x="27" y="13"/>
                    <a:pt x="4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88"/>
            <p:cNvSpPr/>
            <p:nvPr/>
          </p:nvSpPr>
          <p:spPr>
            <a:xfrm>
              <a:off x="4955040" y="4066200"/>
              <a:ext cx="1440" cy="0"/>
            </a:xfrm>
            <a:custGeom>
              <a:rect b="b" l="l" r="r" t="t"/>
              <a:pathLst>
                <a:path extrusionOk="0" h="120000"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188"/>
            <p:cNvSpPr/>
            <p:nvPr/>
          </p:nvSpPr>
          <p:spPr>
            <a:xfrm>
              <a:off x="5002200" y="406260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188"/>
            <p:cNvSpPr/>
            <p:nvPr/>
          </p:nvSpPr>
          <p:spPr>
            <a:xfrm>
              <a:off x="4786560" y="4301640"/>
              <a:ext cx="10080" cy="6480"/>
            </a:xfrm>
            <a:custGeom>
              <a:rect b="b" l="l" r="r" t="t"/>
              <a:pathLst>
                <a:path extrusionOk="0" h="18" w="28">
                  <a:moveTo>
                    <a:pt x="2" y="1"/>
                  </a:moveTo>
                  <a:lnTo>
                    <a:pt x="2" y="1"/>
                  </a:lnTo>
                  <a:cubicBezTo>
                    <a:pt x="-5" y="8"/>
                    <a:pt x="15" y="11"/>
                    <a:pt x="15" y="18"/>
                  </a:cubicBezTo>
                  <a:cubicBezTo>
                    <a:pt x="19" y="18"/>
                    <a:pt x="25" y="18"/>
                    <a:pt x="28" y="18"/>
                  </a:cubicBezTo>
                  <a:cubicBezTo>
                    <a:pt x="28" y="14"/>
                    <a:pt x="28" y="11"/>
                    <a:pt x="25" y="8"/>
                  </a:cubicBezTo>
                  <a:cubicBezTo>
                    <a:pt x="22" y="1"/>
                    <a:pt x="9" y="-2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88"/>
            <p:cNvSpPr/>
            <p:nvPr/>
          </p:nvSpPr>
          <p:spPr>
            <a:xfrm>
              <a:off x="5678640" y="5182920"/>
              <a:ext cx="96840" cy="68760"/>
            </a:xfrm>
            <a:custGeom>
              <a:rect b="b" l="l" r="r" t="t"/>
              <a:pathLst>
                <a:path extrusionOk="0" h="191" w="269">
                  <a:moveTo>
                    <a:pt x="91" y="44"/>
                  </a:moveTo>
                  <a:lnTo>
                    <a:pt x="91" y="44"/>
                  </a:lnTo>
                  <a:cubicBezTo>
                    <a:pt x="80" y="40"/>
                    <a:pt x="74" y="37"/>
                    <a:pt x="64" y="33"/>
                  </a:cubicBezTo>
                  <a:lnTo>
                    <a:pt x="64" y="33"/>
                  </a:lnTo>
                  <a:cubicBezTo>
                    <a:pt x="64" y="33"/>
                    <a:pt x="64" y="30"/>
                    <a:pt x="64" y="27"/>
                  </a:cubicBezTo>
                  <a:cubicBezTo>
                    <a:pt x="60" y="23"/>
                    <a:pt x="60" y="23"/>
                    <a:pt x="57" y="23"/>
                  </a:cubicBezTo>
                  <a:cubicBezTo>
                    <a:pt x="37" y="20"/>
                    <a:pt x="23" y="-10"/>
                    <a:pt x="6" y="3"/>
                  </a:cubicBezTo>
                  <a:cubicBezTo>
                    <a:pt x="-14" y="23"/>
                    <a:pt x="20" y="33"/>
                    <a:pt x="40" y="44"/>
                  </a:cubicBezTo>
                  <a:cubicBezTo>
                    <a:pt x="54" y="54"/>
                    <a:pt x="64" y="64"/>
                    <a:pt x="77" y="70"/>
                  </a:cubicBezTo>
                  <a:lnTo>
                    <a:pt x="77" y="70"/>
                  </a:lnTo>
                  <a:cubicBezTo>
                    <a:pt x="84" y="80"/>
                    <a:pt x="91" y="87"/>
                    <a:pt x="104" y="90"/>
                  </a:cubicBezTo>
                  <a:lnTo>
                    <a:pt x="104" y="90"/>
                  </a:lnTo>
                  <a:cubicBezTo>
                    <a:pt x="111" y="101"/>
                    <a:pt x="124" y="107"/>
                    <a:pt x="141" y="111"/>
                  </a:cubicBezTo>
                  <a:lnTo>
                    <a:pt x="141" y="111"/>
                  </a:lnTo>
                  <a:lnTo>
                    <a:pt x="141" y="111"/>
                  </a:lnTo>
                  <a:cubicBezTo>
                    <a:pt x="141" y="114"/>
                    <a:pt x="141" y="114"/>
                    <a:pt x="144" y="118"/>
                  </a:cubicBezTo>
                  <a:lnTo>
                    <a:pt x="144" y="118"/>
                  </a:lnTo>
                  <a:lnTo>
                    <a:pt x="144" y="118"/>
                  </a:lnTo>
                  <a:cubicBezTo>
                    <a:pt x="151" y="124"/>
                    <a:pt x="161" y="134"/>
                    <a:pt x="168" y="144"/>
                  </a:cubicBezTo>
                  <a:cubicBezTo>
                    <a:pt x="171" y="147"/>
                    <a:pt x="174" y="151"/>
                    <a:pt x="181" y="154"/>
                  </a:cubicBezTo>
                  <a:lnTo>
                    <a:pt x="181" y="154"/>
                  </a:lnTo>
                  <a:cubicBezTo>
                    <a:pt x="188" y="161"/>
                    <a:pt x="195" y="168"/>
                    <a:pt x="208" y="171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5" y="178"/>
                    <a:pt x="211" y="188"/>
                    <a:pt x="221" y="191"/>
                  </a:cubicBezTo>
                  <a:cubicBezTo>
                    <a:pt x="225" y="188"/>
                    <a:pt x="225" y="188"/>
                    <a:pt x="225" y="188"/>
                  </a:cubicBezTo>
                  <a:cubicBezTo>
                    <a:pt x="231" y="188"/>
                    <a:pt x="241" y="191"/>
                    <a:pt x="248" y="191"/>
                  </a:cubicBezTo>
                  <a:cubicBezTo>
                    <a:pt x="268" y="188"/>
                    <a:pt x="275" y="181"/>
                    <a:pt x="262" y="171"/>
                  </a:cubicBezTo>
                  <a:cubicBezTo>
                    <a:pt x="235" y="151"/>
                    <a:pt x="218" y="124"/>
                    <a:pt x="181" y="111"/>
                  </a:cubicBezTo>
                  <a:cubicBezTo>
                    <a:pt x="174" y="107"/>
                    <a:pt x="171" y="104"/>
                    <a:pt x="168" y="101"/>
                  </a:cubicBezTo>
                  <a:lnTo>
                    <a:pt x="168" y="101"/>
                  </a:lnTo>
                  <a:lnTo>
                    <a:pt x="168" y="101"/>
                  </a:lnTo>
                  <a:cubicBezTo>
                    <a:pt x="164" y="94"/>
                    <a:pt x="161" y="90"/>
                    <a:pt x="154" y="90"/>
                  </a:cubicBezTo>
                  <a:cubicBezTo>
                    <a:pt x="151" y="90"/>
                    <a:pt x="148" y="87"/>
                    <a:pt x="144" y="87"/>
                  </a:cubicBezTo>
                  <a:cubicBezTo>
                    <a:pt x="134" y="77"/>
                    <a:pt x="124" y="70"/>
                    <a:pt x="117" y="64"/>
                  </a:cubicBezTo>
                  <a:lnTo>
                    <a:pt x="117" y="64"/>
                  </a:lnTo>
                  <a:lnTo>
                    <a:pt x="117" y="64"/>
                  </a:lnTo>
                  <a:cubicBezTo>
                    <a:pt x="114" y="57"/>
                    <a:pt x="111" y="54"/>
                    <a:pt x="104" y="54"/>
                  </a:cubicBezTo>
                  <a:lnTo>
                    <a:pt x="104" y="54"/>
                  </a:lnTo>
                  <a:lnTo>
                    <a:pt x="104" y="54"/>
                  </a:lnTo>
                  <a:lnTo>
                    <a:pt x="104" y="54"/>
                  </a:lnTo>
                  <a:cubicBezTo>
                    <a:pt x="101" y="47"/>
                    <a:pt x="97" y="47"/>
                    <a:pt x="91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23750" lIns="90000" spcFirstLastPara="1" rIns="90000" wrap="square" tIns="237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88"/>
            <p:cNvSpPr/>
            <p:nvPr/>
          </p:nvSpPr>
          <p:spPr>
            <a:xfrm>
              <a:off x="4672080" y="5443920"/>
              <a:ext cx="146520" cy="14040"/>
            </a:xfrm>
            <a:custGeom>
              <a:rect b="b" l="l" r="r" t="t"/>
              <a:pathLst>
                <a:path extrusionOk="0" h="39" w="407">
                  <a:moveTo>
                    <a:pt x="1" y="20"/>
                  </a:moveTo>
                  <a:lnTo>
                    <a:pt x="1" y="20"/>
                  </a:lnTo>
                  <a:cubicBezTo>
                    <a:pt x="-2" y="27"/>
                    <a:pt x="1" y="33"/>
                    <a:pt x="11" y="33"/>
                  </a:cubicBezTo>
                  <a:lnTo>
                    <a:pt x="11" y="33"/>
                  </a:lnTo>
                  <a:lnTo>
                    <a:pt x="11" y="33"/>
                  </a:lnTo>
                  <a:cubicBezTo>
                    <a:pt x="14" y="37"/>
                    <a:pt x="21" y="37"/>
                    <a:pt x="24" y="37"/>
                  </a:cubicBezTo>
                  <a:cubicBezTo>
                    <a:pt x="21" y="33"/>
                    <a:pt x="21" y="33"/>
                    <a:pt x="17" y="33"/>
                  </a:cubicBezTo>
                  <a:lnTo>
                    <a:pt x="21" y="33"/>
                  </a:lnTo>
                  <a:cubicBezTo>
                    <a:pt x="24" y="33"/>
                    <a:pt x="24" y="33"/>
                    <a:pt x="24" y="37"/>
                  </a:cubicBezTo>
                  <a:cubicBezTo>
                    <a:pt x="28" y="37"/>
                    <a:pt x="34" y="37"/>
                    <a:pt x="38" y="37"/>
                  </a:cubicBezTo>
                  <a:lnTo>
                    <a:pt x="38" y="37"/>
                  </a:lnTo>
                  <a:lnTo>
                    <a:pt x="38" y="37"/>
                  </a:lnTo>
                  <a:cubicBezTo>
                    <a:pt x="51" y="33"/>
                    <a:pt x="61" y="33"/>
                    <a:pt x="75" y="33"/>
                  </a:cubicBezTo>
                  <a:cubicBezTo>
                    <a:pt x="78" y="33"/>
                    <a:pt x="85" y="37"/>
                    <a:pt x="88" y="37"/>
                  </a:cubicBezTo>
                  <a:cubicBezTo>
                    <a:pt x="112" y="40"/>
                    <a:pt x="132" y="40"/>
                    <a:pt x="152" y="37"/>
                  </a:cubicBezTo>
                  <a:cubicBezTo>
                    <a:pt x="159" y="37"/>
                    <a:pt x="162" y="37"/>
                    <a:pt x="165" y="37"/>
                  </a:cubicBezTo>
                  <a:cubicBezTo>
                    <a:pt x="212" y="37"/>
                    <a:pt x="256" y="37"/>
                    <a:pt x="299" y="37"/>
                  </a:cubicBezTo>
                  <a:cubicBezTo>
                    <a:pt x="313" y="37"/>
                    <a:pt x="327" y="33"/>
                    <a:pt x="333" y="27"/>
                  </a:cubicBezTo>
                  <a:lnTo>
                    <a:pt x="333" y="27"/>
                  </a:lnTo>
                  <a:lnTo>
                    <a:pt x="333" y="27"/>
                  </a:lnTo>
                  <a:cubicBezTo>
                    <a:pt x="377" y="27"/>
                    <a:pt x="377" y="27"/>
                    <a:pt x="407" y="0"/>
                  </a:cubicBezTo>
                  <a:cubicBezTo>
                    <a:pt x="367" y="3"/>
                    <a:pt x="330" y="7"/>
                    <a:pt x="296" y="10"/>
                  </a:cubicBezTo>
                  <a:cubicBezTo>
                    <a:pt x="242" y="7"/>
                    <a:pt x="189" y="7"/>
                    <a:pt x="138" y="27"/>
                  </a:cubicBezTo>
                  <a:lnTo>
                    <a:pt x="138" y="27"/>
                  </a:lnTo>
                  <a:cubicBezTo>
                    <a:pt x="95" y="10"/>
                    <a:pt x="45" y="23"/>
                    <a:pt x="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88"/>
            <p:cNvSpPr/>
            <p:nvPr/>
          </p:nvSpPr>
          <p:spPr>
            <a:xfrm>
              <a:off x="4639680" y="5453640"/>
              <a:ext cx="6120" cy="6120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0"/>
                  </a:lnTo>
                  <a:cubicBezTo>
                    <a:pt x="0" y="6"/>
                    <a:pt x="0" y="10"/>
                    <a:pt x="0" y="17"/>
                  </a:cubicBezTo>
                  <a:cubicBezTo>
                    <a:pt x="3" y="17"/>
                    <a:pt x="7" y="17"/>
                    <a:pt x="10" y="17"/>
                  </a:cubicBezTo>
                  <a:cubicBezTo>
                    <a:pt x="17" y="10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88"/>
            <p:cNvSpPr/>
            <p:nvPr/>
          </p:nvSpPr>
          <p:spPr>
            <a:xfrm>
              <a:off x="4610880" y="5397840"/>
              <a:ext cx="248760" cy="18000"/>
            </a:xfrm>
            <a:custGeom>
              <a:rect b="b" l="l" r="r" t="t"/>
              <a:pathLst>
                <a:path extrusionOk="0" h="50" w="691">
                  <a:moveTo>
                    <a:pt x="0" y="34"/>
                  </a:moveTo>
                  <a:lnTo>
                    <a:pt x="0" y="34"/>
                  </a:lnTo>
                  <a:cubicBezTo>
                    <a:pt x="26" y="61"/>
                    <a:pt x="60" y="47"/>
                    <a:pt x="94" y="44"/>
                  </a:cubicBezTo>
                  <a:cubicBezTo>
                    <a:pt x="144" y="41"/>
                    <a:pt x="198" y="51"/>
                    <a:pt x="248" y="37"/>
                  </a:cubicBezTo>
                  <a:cubicBezTo>
                    <a:pt x="339" y="34"/>
                    <a:pt x="429" y="41"/>
                    <a:pt x="520" y="27"/>
                  </a:cubicBezTo>
                  <a:lnTo>
                    <a:pt x="520" y="27"/>
                  </a:lnTo>
                  <a:lnTo>
                    <a:pt x="520" y="27"/>
                  </a:lnTo>
                  <a:cubicBezTo>
                    <a:pt x="526" y="27"/>
                    <a:pt x="533" y="27"/>
                    <a:pt x="543" y="24"/>
                  </a:cubicBezTo>
                  <a:cubicBezTo>
                    <a:pt x="634" y="31"/>
                    <a:pt x="644" y="27"/>
                    <a:pt x="691" y="7"/>
                  </a:cubicBezTo>
                  <a:cubicBezTo>
                    <a:pt x="688" y="-3"/>
                    <a:pt x="678" y="0"/>
                    <a:pt x="671" y="0"/>
                  </a:cubicBezTo>
                  <a:cubicBezTo>
                    <a:pt x="584" y="11"/>
                    <a:pt x="497" y="7"/>
                    <a:pt x="409" y="11"/>
                  </a:cubicBezTo>
                  <a:cubicBezTo>
                    <a:pt x="402" y="11"/>
                    <a:pt x="396" y="14"/>
                    <a:pt x="389" y="17"/>
                  </a:cubicBezTo>
                  <a:lnTo>
                    <a:pt x="389" y="17"/>
                  </a:lnTo>
                  <a:lnTo>
                    <a:pt x="389" y="17"/>
                  </a:lnTo>
                  <a:cubicBezTo>
                    <a:pt x="319" y="14"/>
                    <a:pt x="248" y="14"/>
                    <a:pt x="181" y="27"/>
                  </a:cubicBezTo>
                  <a:lnTo>
                    <a:pt x="181" y="27"/>
                  </a:lnTo>
                  <a:lnTo>
                    <a:pt x="181" y="27"/>
                  </a:lnTo>
                  <a:cubicBezTo>
                    <a:pt x="120" y="24"/>
                    <a:pt x="60" y="31"/>
                    <a:pt x="0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188"/>
            <p:cNvSpPr/>
            <p:nvPr/>
          </p:nvSpPr>
          <p:spPr>
            <a:xfrm>
              <a:off x="4940640" y="5384160"/>
              <a:ext cx="18000" cy="6480"/>
            </a:xfrm>
            <a:custGeom>
              <a:rect b="b" l="l" r="r" t="t"/>
              <a:pathLst>
                <a:path extrusionOk="0" h="18" w="50">
                  <a:moveTo>
                    <a:pt x="50" y="8"/>
                  </a:moveTo>
                  <a:lnTo>
                    <a:pt x="50" y="8"/>
                  </a:lnTo>
                  <a:lnTo>
                    <a:pt x="50" y="8"/>
                  </a:lnTo>
                  <a:cubicBezTo>
                    <a:pt x="27" y="-9"/>
                    <a:pt x="13" y="2"/>
                    <a:pt x="0" y="18"/>
                  </a:cubicBezTo>
                  <a:cubicBezTo>
                    <a:pt x="13" y="18"/>
                    <a:pt x="24" y="18"/>
                    <a:pt x="37" y="18"/>
                  </a:cubicBezTo>
                  <a:cubicBezTo>
                    <a:pt x="44" y="15"/>
                    <a:pt x="47" y="12"/>
                    <a:pt x="50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188"/>
            <p:cNvSpPr/>
            <p:nvPr/>
          </p:nvSpPr>
          <p:spPr>
            <a:xfrm>
              <a:off x="4968360" y="5397840"/>
              <a:ext cx="5040" cy="2520"/>
            </a:xfrm>
            <a:custGeom>
              <a:rect b="b" l="l" r="r" t="t"/>
              <a:pathLst>
                <a:path extrusionOk="0" h="7" w="14">
                  <a:moveTo>
                    <a:pt x="0" y="4"/>
                  </a:moveTo>
                  <a:lnTo>
                    <a:pt x="0" y="4"/>
                  </a:lnTo>
                  <a:cubicBezTo>
                    <a:pt x="0" y="7"/>
                    <a:pt x="0" y="7"/>
                    <a:pt x="0" y="7"/>
                  </a:cubicBezTo>
                  <a:cubicBezTo>
                    <a:pt x="7" y="7"/>
                    <a:pt x="10" y="7"/>
                    <a:pt x="14" y="7"/>
                  </a:cubicBezTo>
                  <a:cubicBezTo>
                    <a:pt x="14" y="4"/>
                    <a:pt x="7" y="0"/>
                    <a:pt x="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88"/>
            <p:cNvSpPr/>
            <p:nvPr/>
          </p:nvSpPr>
          <p:spPr>
            <a:xfrm>
              <a:off x="4668840" y="5583240"/>
              <a:ext cx="466560" cy="29880"/>
            </a:xfrm>
            <a:custGeom>
              <a:rect b="b" l="l" r="r" t="t"/>
              <a:pathLst>
                <a:path extrusionOk="0" h="83" w="1296">
                  <a:moveTo>
                    <a:pt x="1153" y="6"/>
                  </a:moveTo>
                  <a:lnTo>
                    <a:pt x="1153" y="6"/>
                  </a:lnTo>
                  <a:cubicBezTo>
                    <a:pt x="1133" y="6"/>
                    <a:pt x="1113" y="9"/>
                    <a:pt x="1093" y="9"/>
                  </a:cubicBezTo>
                  <a:cubicBezTo>
                    <a:pt x="1060" y="23"/>
                    <a:pt x="1023" y="13"/>
                    <a:pt x="987" y="19"/>
                  </a:cubicBezTo>
                  <a:lnTo>
                    <a:pt x="987" y="19"/>
                  </a:lnTo>
                  <a:lnTo>
                    <a:pt x="987" y="19"/>
                  </a:lnTo>
                  <a:cubicBezTo>
                    <a:pt x="953" y="19"/>
                    <a:pt x="916" y="13"/>
                    <a:pt x="883" y="26"/>
                  </a:cubicBezTo>
                  <a:cubicBezTo>
                    <a:pt x="805" y="29"/>
                    <a:pt x="725" y="19"/>
                    <a:pt x="651" y="33"/>
                  </a:cubicBezTo>
                  <a:lnTo>
                    <a:pt x="651" y="33"/>
                  </a:lnTo>
                  <a:lnTo>
                    <a:pt x="651" y="33"/>
                  </a:lnTo>
                  <a:cubicBezTo>
                    <a:pt x="634" y="33"/>
                    <a:pt x="617" y="33"/>
                    <a:pt x="601" y="36"/>
                  </a:cubicBezTo>
                  <a:cubicBezTo>
                    <a:pt x="486" y="33"/>
                    <a:pt x="376" y="39"/>
                    <a:pt x="265" y="53"/>
                  </a:cubicBezTo>
                  <a:lnTo>
                    <a:pt x="265" y="53"/>
                  </a:lnTo>
                  <a:lnTo>
                    <a:pt x="265" y="53"/>
                  </a:lnTo>
                  <a:cubicBezTo>
                    <a:pt x="251" y="53"/>
                    <a:pt x="238" y="53"/>
                    <a:pt x="228" y="53"/>
                  </a:cubicBezTo>
                  <a:cubicBezTo>
                    <a:pt x="215" y="56"/>
                    <a:pt x="201" y="56"/>
                    <a:pt x="188" y="56"/>
                  </a:cubicBezTo>
                  <a:cubicBezTo>
                    <a:pt x="158" y="53"/>
                    <a:pt x="124" y="49"/>
                    <a:pt x="94" y="60"/>
                  </a:cubicBezTo>
                  <a:lnTo>
                    <a:pt x="94" y="60"/>
                  </a:lnTo>
                  <a:cubicBezTo>
                    <a:pt x="87" y="63"/>
                    <a:pt x="80" y="63"/>
                    <a:pt x="74" y="63"/>
                  </a:cubicBezTo>
                  <a:cubicBezTo>
                    <a:pt x="47" y="60"/>
                    <a:pt x="23" y="60"/>
                    <a:pt x="0" y="70"/>
                  </a:cubicBezTo>
                  <a:cubicBezTo>
                    <a:pt x="47" y="90"/>
                    <a:pt x="101" y="80"/>
                    <a:pt x="151" y="83"/>
                  </a:cubicBezTo>
                  <a:cubicBezTo>
                    <a:pt x="161" y="80"/>
                    <a:pt x="174" y="80"/>
                    <a:pt x="188" y="80"/>
                  </a:cubicBezTo>
                  <a:cubicBezTo>
                    <a:pt x="191" y="80"/>
                    <a:pt x="191" y="76"/>
                    <a:pt x="191" y="73"/>
                  </a:cubicBezTo>
                  <a:lnTo>
                    <a:pt x="191" y="73"/>
                  </a:lnTo>
                  <a:cubicBezTo>
                    <a:pt x="221" y="80"/>
                    <a:pt x="251" y="83"/>
                    <a:pt x="275" y="70"/>
                  </a:cubicBezTo>
                  <a:cubicBezTo>
                    <a:pt x="278" y="70"/>
                    <a:pt x="282" y="73"/>
                    <a:pt x="288" y="73"/>
                  </a:cubicBezTo>
                  <a:cubicBezTo>
                    <a:pt x="359" y="66"/>
                    <a:pt x="429" y="80"/>
                    <a:pt x="497" y="63"/>
                  </a:cubicBezTo>
                  <a:cubicBezTo>
                    <a:pt x="537" y="60"/>
                    <a:pt x="574" y="56"/>
                    <a:pt x="614" y="53"/>
                  </a:cubicBezTo>
                  <a:cubicBezTo>
                    <a:pt x="624" y="53"/>
                    <a:pt x="631" y="53"/>
                    <a:pt x="641" y="53"/>
                  </a:cubicBezTo>
                  <a:lnTo>
                    <a:pt x="641" y="53"/>
                  </a:lnTo>
                  <a:cubicBezTo>
                    <a:pt x="658" y="53"/>
                    <a:pt x="678" y="56"/>
                    <a:pt x="694" y="46"/>
                  </a:cubicBezTo>
                  <a:cubicBezTo>
                    <a:pt x="708" y="49"/>
                    <a:pt x="718" y="49"/>
                    <a:pt x="732" y="46"/>
                  </a:cubicBezTo>
                  <a:cubicBezTo>
                    <a:pt x="779" y="49"/>
                    <a:pt x="825" y="46"/>
                    <a:pt x="872" y="42"/>
                  </a:cubicBezTo>
                  <a:lnTo>
                    <a:pt x="872" y="42"/>
                  </a:lnTo>
                  <a:lnTo>
                    <a:pt x="872" y="42"/>
                  </a:lnTo>
                  <a:cubicBezTo>
                    <a:pt x="916" y="46"/>
                    <a:pt x="960" y="46"/>
                    <a:pt x="1000" y="39"/>
                  </a:cubicBezTo>
                  <a:cubicBezTo>
                    <a:pt x="1007" y="39"/>
                    <a:pt x="1013" y="39"/>
                    <a:pt x="1017" y="36"/>
                  </a:cubicBezTo>
                  <a:cubicBezTo>
                    <a:pt x="1073" y="36"/>
                    <a:pt x="1127" y="36"/>
                    <a:pt x="1180" y="26"/>
                  </a:cubicBezTo>
                  <a:lnTo>
                    <a:pt x="1180" y="26"/>
                  </a:lnTo>
                  <a:cubicBezTo>
                    <a:pt x="1190" y="26"/>
                    <a:pt x="1197" y="26"/>
                    <a:pt x="1207" y="26"/>
                  </a:cubicBezTo>
                  <a:cubicBezTo>
                    <a:pt x="1214" y="26"/>
                    <a:pt x="1224" y="26"/>
                    <a:pt x="1234" y="26"/>
                  </a:cubicBezTo>
                  <a:lnTo>
                    <a:pt x="1234" y="26"/>
                  </a:lnTo>
                  <a:lnTo>
                    <a:pt x="1234" y="26"/>
                  </a:lnTo>
                  <a:cubicBezTo>
                    <a:pt x="1251" y="23"/>
                    <a:pt x="1271" y="26"/>
                    <a:pt x="1288" y="19"/>
                  </a:cubicBezTo>
                  <a:cubicBezTo>
                    <a:pt x="1294" y="16"/>
                    <a:pt x="1298" y="13"/>
                    <a:pt x="1294" y="9"/>
                  </a:cubicBezTo>
                  <a:lnTo>
                    <a:pt x="1294" y="9"/>
                  </a:lnTo>
                  <a:lnTo>
                    <a:pt x="1294" y="9"/>
                  </a:lnTo>
                  <a:cubicBezTo>
                    <a:pt x="1281" y="-4"/>
                    <a:pt x="1268" y="-1"/>
                    <a:pt x="1254" y="6"/>
                  </a:cubicBezTo>
                  <a:cubicBezTo>
                    <a:pt x="1237" y="6"/>
                    <a:pt x="1224" y="6"/>
                    <a:pt x="1207" y="9"/>
                  </a:cubicBezTo>
                  <a:lnTo>
                    <a:pt x="1207" y="9"/>
                  </a:lnTo>
                  <a:lnTo>
                    <a:pt x="1207" y="9"/>
                  </a:lnTo>
                  <a:cubicBezTo>
                    <a:pt x="1197" y="9"/>
                    <a:pt x="1190" y="9"/>
                    <a:pt x="1180" y="9"/>
                  </a:cubicBezTo>
                  <a:lnTo>
                    <a:pt x="1180" y="9"/>
                  </a:lnTo>
                  <a:lnTo>
                    <a:pt x="1180" y="9"/>
                  </a:lnTo>
                  <a:cubicBezTo>
                    <a:pt x="1170" y="9"/>
                    <a:pt x="1164" y="6"/>
                    <a:pt x="1153" y="6"/>
                  </a:cubicBezTo>
                  <a:moveTo>
                    <a:pt x="124" y="63"/>
                  </a:moveTo>
                  <a:lnTo>
                    <a:pt x="124" y="63"/>
                  </a:lnTo>
                  <a:moveTo>
                    <a:pt x="164" y="66"/>
                  </a:moveTo>
                  <a:lnTo>
                    <a:pt x="164" y="66"/>
                  </a:lnTo>
                  <a:lnTo>
                    <a:pt x="164" y="66"/>
                  </a:lnTo>
                  <a:lnTo>
                    <a:pt x="164" y="63"/>
                  </a:lnTo>
                  <a:cubicBezTo>
                    <a:pt x="164" y="66"/>
                    <a:pt x="164" y="66"/>
                    <a:pt x="164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88"/>
            <p:cNvSpPr/>
            <p:nvPr/>
          </p:nvSpPr>
          <p:spPr>
            <a:xfrm>
              <a:off x="4605840" y="5608440"/>
              <a:ext cx="55440" cy="9000"/>
            </a:xfrm>
            <a:custGeom>
              <a:rect b="b" l="l" r="r" t="t"/>
              <a:pathLst>
                <a:path extrusionOk="0" h="25" w="154">
                  <a:moveTo>
                    <a:pt x="144" y="3"/>
                  </a:moveTo>
                  <a:lnTo>
                    <a:pt x="144" y="3"/>
                  </a:lnTo>
                  <a:cubicBezTo>
                    <a:pt x="97" y="3"/>
                    <a:pt x="47" y="-7"/>
                    <a:pt x="0" y="10"/>
                  </a:cubicBezTo>
                  <a:cubicBezTo>
                    <a:pt x="7" y="20"/>
                    <a:pt x="20" y="20"/>
                    <a:pt x="30" y="20"/>
                  </a:cubicBezTo>
                  <a:cubicBezTo>
                    <a:pt x="61" y="23"/>
                    <a:pt x="87" y="30"/>
                    <a:pt x="118" y="20"/>
                  </a:cubicBezTo>
                  <a:cubicBezTo>
                    <a:pt x="128" y="10"/>
                    <a:pt x="134" y="20"/>
                    <a:pt x="144" y="23"/>
                  </a:cubicBezTo>
                  <a:cubicBezTo>
                    <a:pt x="155" y="16"/>
                    <a:pt x="161" y="3"/>
                    <a:pt x="144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88"/>
            <p:cNvSpPr/>
            <p:nvPr/>
          </p:nvSpPr>
          <p:spPr>
            <a:xfrm>
              <a:off x="5698080" y="4764240"/>
              <a:ext cx="26280" cy="10440"/>
            </a:xfrm>
            <a:custGeom>
              <a:rect b="b" l="l" r="r" t="t"/>
              <a:pathLst>
                <a:path extrusionOk="0" h="29" w="73">
                  <a:moveTo>
                    <a:pt x="57" y="2"/>
                  </a:moveTo>
                  <a:lnTo>
                    <a:pt x="57" y="2"/>
                  </a:lnTo>
                  <a:cubicBezTo>
                    <a:pt x="53" y="2"/>
                    <a:pt x="50" y="2"/>
                    <a:pt x="50" y="2"/>
                  </a:cubicBezTo>
                  <a:cubicBezTo>
                    <a:pt x="47" y="5"/>
                    <a:pt x="40" y="5"/>
                    <a:pt x="37" y="2"/>
                  </a:cubicBezTo>
                  <a:cubicBezTo>
                    <a:pt x="23" y="2"/>
                    <a:pt x="10" y="2"/>
                    <a:pt x="0" y="12"/>
                  </a:cubicBezTo>
                  <a:cubicBezTo>
                    <a:pt x="13" y="32"/>
                    <a:pt x="33" y="32"/>
                    <a:pt x="60" y="25"/>
                  </a:cubicBezTo>
                  <a:cubicBezTo>
                    <a:pt x="87" y="18"/>
                    <a:pt x="63" y="12"/>
                    <a:pt x="63" y="2"/>
                  </a:cubicBezTo>
                  <a:lnTo>
                    <a:pt x="63" y="2"/>
                  </a:lnTo>
                  <a:cubicBezTo>
                    <a:pt x="60" y="2"/>
                    <a:pt x="57" y="-2"/>
                    <a:pt x="57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88"/>
            <p:cNvSpPr/>
            <p:nvPr/>
          </p:nvSpPr>
          <p:spPr>
            <a:xfrm>
              <a:off x="5376240" y="4763520"/>
              <a:ext cx="175680" cy="14760"/>
            </a:xfrm>
            <a:custGeom>
              <a:rect b="b" l="l" r="r" t="t"/>
              <a:pathLst>
                <a:path extrusionOk="0" h="41" w="488">
                  <a:moveTo>
                    <a:pt x="488" y="20"/>
                  </a:moveTo>
                  <a:lnTo>
                    <a:pt x="488" y="20"/>
                  </a:lnTo>
                  <a:cubicBezTo>
                    <a:pt x="488" y="14"/>
                    <a:pt x="474" y="14"/>
                    <a:pt x="464" y="10"/>
                  </a:cubicBezTo>
                  <a:lnTo>
                    <a:pt x="460" y="14"/>
                  </a:lnTo>
                  <a:cubicBezTo>
                    <a:pt x="454" y="10"/>
                    <a:pt x="447" y="7"/>
                    <a:pt x="440" y="4"/>
                  </a:cubicBezTo>
                  <a:cubicBezTo>
                    <a:pt x="393" y="4"/>
                    <a:pt x="346" y="4"/>
                    <a:pt x="299" y="4"/>
                  </a:cubicBezTo>
                  <a:cubicBezTo>
                    <a:pt x="263" y="10"/>
                    <a:pt x="229" y="-3"/>
                    <a:pt x="192" y="0"/>
                  </a:cubicBezTo>
                  <a:cubicBezTo>
                    <a:pt x="178" y="0"/>
                    <a:pt x="172" y="4"/>
                    <a:pt x="165" y="10"/>
                  </a:cubicBezTo>
                  <a:cubicBezTo>
                    <a:pt x="159" y="7"/>
                    <a:pt x="148" y="7"/>
                    <a:pt x="142" y="4"/>
                  </a:cubicBezTo>
                  <a:cubicBezTo>
                    <a:pt x="115" y="-3"/>
                    <a:pt x="91" y="10"/>
                    <a:pt x="68" y="14"/>
                  </a:cubicBezTo>
                  <a:cubicBezTo>
                    <a:pt x="54" y="20"/>
                    <a:pt x="38" y="4"/>
                    <a:pt x="24" y="14"/>
                  </a:cubicBezTo>
                  <a:cubicBezTo>
                    <a:pt x="17" y="10"/>
                    <a:pt x="7" y="10"/>
                    <a:pt x="1" y="17"/>
                  </a:cubicBezTo>
                  <a:cubicBezTo>
                    <a:pt x="-3" y="17"/>
                    <a:pt x="1" y="24"/>
                    <a:pt x="1" y="24"/>
                  </a:cubicBezTo>
                  <a:cubicBezTo>
                    <a:pt x="11" y="30"/>
                    <a:pt x="14" y="27"/>
                    <a:pt x="21" y="24"/>
                  </a:cubicBezTo>
                  <a:cubicBezTo>
                    <a:pt x="21" y="24"/>
                    <a:pt x="21" y="27"/>
                    <a:pt x="24" y="27"/>
                  </a:cubicBezTo>
                  <a:cubicBezTo>
                    <a:pt x="31" y="41"/>
                    <a:pt x="54" y="30"/>
                    <a:pt x="68" y="41"/>
                  </a:cubicBezTo>
                  <a:cubicBezTo>
                    <a:pt x="74" y="41"/>
                    <a:pt x="85" y="41"/>
                    <a:pt x="91" y="41"/>
                  </a:cubicBezTo>
                  <a:cubicBezTo>
                    <a:pt x="101" y="34"/>
                    <a:pt x="111" y="37"/>
                    <a:pt x="121" y="41"/>
                  </a:cubicBezTo>
                  <a:cubicBezTo>
                    <a:pt x="131" y="41"/>
                    <a:pt x="145" y="41"/>
                    <a:pt x="155" y="41"/>
                  </a:cubicBezTo>
                  <a:cubicBezTo>
                    <a:pt x="159" y="37"/>
                    <a:pt x="165" y="34"/>
                    <a:pt x="169" y="30"/>
                  </a:cubicBezTo>
                  <a:cubicBezTo>
                    <a:pt x="169" y="34"/>
                    <a:pt x="172" y="34"/>
                    <a:pt x="175" y="34"/>
                  </a:cubicBezTo>
                  <a:cubicBezTo>
                    <a:pt x="219" y="34"/>
                    <a:pt x="263" y="37"/>
                    <a:pt x="306" y="41"/>
                  </a:cubicBezTo>
                  <a:cubicBezTo>
                    <a:pt x="316" y="37"/>
                    <a:pt x="330" y="34"/>
                    <a:pt x="340" y="30"/>
                  </a:cubicBezTo>
                  <a:cubicBezTo>
                    <a:pt x="360" y="34"/>
                    <a:pt x="383" y="34"/>
                    <a:pt x="403" y="30"/>
                  </a:cubicBezTo>
                  <a:cubicBezTo>
                    <a:pt x="407" y="34"/>
                    <a:pt x="410" y="34"/>
                    <a:pt x="410" y="34"/>
                  </a:cubicBezTo>
                  <a:cubicBezTo>
                    <a:pt x="420" y="37"/>
                    <a:pt x="430" y="41"/>
                    <a:pt x="440" y="37"/>
                  </a:cubicBezTo>
                  <a:cubicBezTo>
                    <a:pt x="447" y="37"/>
                    <a:pt x="450" y="37"/>
                    <a:pt x="457" y="34"/>
                  </a:cubicBezTo>
                  <a:lnTo>
                    <a:pt x="457" y="30"/>
                  </a:lnTo>
                  <a:cubicBezTo>
                    <a:pt x="460" y="30"/>
                    <a:pt x="464" y="30"/>
                    <a:pt x="467" y="30"/>
                  </a:cubicBezTo>
                  <a:cubicBezTo>
                    <a:pt x="477" y="30"/>
                    <a:pt x="488" y="30"/>
                    <a:pt x="488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188"/>
            <p:cNvSpPr/>
            <p:nvPr/>
          </p:nvSpPr>
          <p:spPr>
            <a:xfrm>
              <a:off x="5567400" y="473580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188"/>
            <p:cNvSpPr/>
            <p:nvPr/>
          </p:nvSpPr>
          <p:spPr>
            <a:xfrm>
              <a:off x="5567400" y="4735800"/>
              <a:ext cx="3600" cy="3600"/>
            </a:xfrm>
            <a:custGeom>
              <a:rect b="b" l="l" r="r" t="t"/>
              <a:pathLst>
                <a:path extrusionOk="0" h="10" w="10">
                  <a:moveTo>
                    <a:pt x="10" y="7"/>
                  </a:moveTo>
                  <a:lnTo>
                    <a:pt x="10" y="7"/>
                  </a:lnTo>
                  <a:cubicBezTo>
                    <a:pt x="10" y="3"/>
                    <a:pt x="7" y="0"/>
                    <a:pt x="0" y="0"/>
                  </a:cubicBezTo>
                  <a:cubicBezTo>
                    <a:pt x="3" y="3"/>
                    <a:pt x="3" y="7"/>
                    <a:pt x="3" y="10"/>
                  </a:cubicBezTo>
                  <a:cubicBezTo>
                    <a:pt x="7" y="10"/>
                    <a:pt x="10" y="10"/>
                    <a:pt x="10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188"/>
            <p:cNvSpPr/>
            <p:nvPr/>
          </p:nvSpPr>
          <p:spPr>
            <a:xfrm>
              <a:off x="5608440" y="4749120"/>
              <a:ext cx="8280" cy="5400"/>
            </a:xfrm>
            <a:custGeom>
              <a:rect b="b" l="l" r="r" t="t"/>
              <a:pathLst>
                <a:path extrusionOk="0" h="15" w="23">
                  <a:moveTo>
                    <a:pt x="20" y="13"/>
                  </a:moveTo>
                  <a:lnTo>
                    <a:pt x="20" y="13"/>
                  </a:lnTo>
                  <a:cubicBezTo>
                    <a:pt x="27" y="10"/>
                    <a:pt x="17" y="3"/>
                    <a:pt x="14" y="0"/>
                  </a:cubicBezTo>
                  <a:cubicBezTo>
                    <a:pt x="10" y="0"/>
                    <a:pt x="7" y="3"/>
                    <a:pt x="0" y="6"/>
                  </a:cubicBezTo>
                  <a:cubicBezTo>
                    <a:pt x="4" y="13"/>
                    <a:pt x="10" y="17"/>
                    <a:pt x="2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188"/>
            <p:cNvSpPr/>
            <p:nvPr/>
          </p:nvSpPr>
          <p:spPr>
            <a:xfrm>
              <a:off x="4624560" y="4851360"/>
              <a:ext cx="5400" cy="2880"/>
            </a:xfrm>
            <a:custGeom>
              <a:rect b="b" l="l" r="r" t="t"/>
              <a:pathLst>
                <a:path extrusionOk="0" h="8" w="15">
                  <a:moveTo>
                    <a:pt x="2" y="1"/>
                  </a:moveTo>
                  <a:lnTo>
                    <a:pt x="2" y="1"/>
                  </a:lnTo>
                  <a:cubicBezTo>
                    <a:pt x="-5" y="11"/>
                    <a:pt x="9" y="4"/>
                    <a:pt x="15" y="8"/>
                  </a:cubicBezTo>
                  <a:lnTo>
                    <a:pt x="15" y="8"/>
                  </a:lnTo>
                  <a:cubicBezTo>
                    <a:pt x="12" y="4"/>
                    <a:pt x="2" y="-2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188"/>
            <p:cNvSpPr/>
            <p:nvPr/>
          </p:nvSpPr>
          <p:spPr>
            <a:xfrm>
              <a:off x="5385600" y="4808160"/>
              <a:ext cx="65880" cy="16560"/>
            </a:xfrm>
            <a:custGeom>
              <a:rect b="b" l="l" r="r" t="t"/>
              <a:pathLst>
                <a:path extrusionOk="0" h="46" w="183">
                  <a:moveTo>
                    <a:pt x="126" y="31"/>
                  </a:moveTo>
                  <a:lnTo>
                    <a:pt x="126" y="31"/>
                  </a:lnTo>
                  <a:cubicBezTo>
                    <a:pt x="129" y="27"/>
                    <a:pt x="133" y="27"/>
                    <a:pt x="133" y="27"/>
                  </a:cubicBezTo>
                  <a:cubicBezTo>
                    <a:pt x="139" y="27"/>
                    <a:pt x="146" y="27"/>
                    <a:pt x="156" y="24"/>
                  </a:cubicBezTo>
                  <a:cubicBezTo>
                    <a:pt x="159" y="24"/>
                    <a:pt x="166" y="24"/>
                    <a:pt x="173" y="24"/>
                  </a:cubicBezTo>
                  <a:cubicBezTo>
                    <a:pt x="176" y="24"/>
                    <a:pt x="176" y="24"/>
                    <a:pt x="180" y="24"/>
                  </a:cubicBezTo>
                  <a:cubicBezTo>
                    <a:pt x="183" y="17"/>
                    <a:pt x="183" y="7"/>
                    <a:pt x="183" y="0"/>
                  </a:cubicBezTo>
                  <a:cubicBezTo>
                    <a:pt x="176" y="0"/>
                    <a:pt x="166" y="0"/>
                    <a:pt x="159" y="0"/>
                  </a:cubicBezTo>
                  <a:cubicBezTo>
                    <a:pt x="149" y="7"/>
                    <a:pt x="133" y="7"/>
                    <a:pt x="119" y="7"/>
                  </a:cubicBezTo>
                  <a:lnTo>
                    <a:pt x="119" y="7"/>
                  </a:lnTo>
                  <a:cubicBezTo>
                    <a:pt x="105" y="4"/>
                    <a:pt x="92" y="4"/>
                    <a:pt x="79" y="7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75" y="10"/>
                    <a:pt x="72" y="10"/>
                    <a:pt x="65" y="10"/>
                  </a:cubicBezTo>
                  <a:cubicBezTo>
                    <a:pt x="62" y="10"/>
                    <a:pt x="59" y="10"/>
                    <a:pt x="55" y="10"/>
                  </a:cubicBezTo>
                  <a:cubicBezTo>
                    <a:pt x="48" y="10"/>
                    <a:pt x="45" y="10"/>
                    <a:pt x="38" y="10"/>
                  </a:cubicBezTo>
                  <a:cubicBezTo>
                    <a:pt x="35" y="10"/>
                    <a:pt x="32" y="10"/>
                    <a:pt x="28" y="10"/>
                  </a:cubicBezTo>
                  <a:cubicBezTo>
                    <a:pt x="-2" y="17"/>
                    <a:pt x="-12" y="24"/>
                    <a:pt x="18" y="41"/>
                  </a:cubicBezTo>
                  <a:cubicBezTo>
                    <a:pt x="42" y="47"/>
                    <a:pt x="65" y="47"/>
                    <a:pt x="89" y="44"/>
                  </a:cubicBezTo>
                  <a:cubicBezTo>
                    <a:pt x="95" y="41"/>
                    <a:pt x="99" y="41"/>
                    <a:pt x="105" y="37"/>
                  </a:cubicBezTo>
                  <a:cubicBezTo>
                    <a:pt x="109" y="34"/>
                    <a:pt x="109" y="34"/>
                    <a:pt x="112" y="31"/>
                  </a:cubicBezTo>
                  <a:cubicBezTo>
                    <a:pt x="116" y="31"/>
                    <a:pt x="116" y="27"/>
                    <a:pt x="119" y="27"/>
                  </a:cubicBezTo>
                  <a:lnTo>
                    <a:pt x="119" y="27"/>
                  </a:lnTo>
                  <a:lnTo>
                    <a:pt x="119" y="27"/>
                  </a:lnTo>
                  <a:cubicBezTo>
                    <a:pt x="122" y="27"/>
                    <a:pt x="126" y="31"/>
                    <a:pt x="126" y="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188"/>
            <p:cNvSpPr/>
            <p:nvPr/>
          </p:nvSpPr>
          <p:spPr>
            <a:xfrm>
              <a:off x="5285880" y="4827960"/>
              <a:ext cx="7200" cy="3240"/>
            </a:xfrm>
            <a:custGeom>
              <a:rect b="b" l="l" r="r" t="t"/>
              <a:pathLst>
                <a:path extrusionOk="0" h="9" w="20">
                  <a:moveTo>
                    <a:pt x="0" y="2"/>
                  </a:moveTo>
                  <a:lnTo>
                    <a:pt x="0" y="2"/>
                  </a:lnTo>
                  <a:cubicBezTo>
                    <a:pt x="3" y="9"/>
                    <a:pt x="10" y="9"/>
                    <a:pt x="20" y="9"/>
                  </a:cubicBezTo>
                  <a:cubicBezTo>
                    <a:pt x="17" y="-1"/>
                    <a:pt x="10" y="-1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88"/>
            <p:cNvSpPr/>
            <p:nvPr/>
          </p:nvSpPr>
          <p:spPr>
            <a:xfrm>
              <a:off x="4453560" y="4900320"/>
              <a:ext cx="2160" cy="2160"/>
            </a:xfrm>
            <a:custGeom>
              <a:rect b="b" l="l" r="r" t="t"/>
              <a:pathLst>
                <a:path extrusionOk="0" h="6" w="6">
                  <a:moveTo>
                    <a:pt x="4" y="6"/>
                  </a:moveTo>
                  <a:lnTo>
                    <a:pt x="4" y="6"/>
                  </a:lnTo>
                  <a:cubicBezTo>
                    <a:pt x="7" y="3"/>
                    <a:pt x="7" y="3"/>
                    <a:pt x="0" y="0"/>
                  </a:cubicBezTo>
                  <a:lnTo>
                    <a:pt x="0" y="0"/>
                  </a:lnTo>
                  <a:cubicBezTo>
                    <a:pt x="0" y="3"/>
                    <a:pt x="0" y="6"/>
                    <a:pt x="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88"/>
            <p:cNvSpPr/>
            <p:nvPr/>
          </p:nvSpPr>
          <p:spPr>
            <a:xfrm>
              <a:off x="5373000" y="4821480"/>
              <a:ext cx="3600" cy="1440"/>
            </a:xfrm>
            <a:custGeom>
              <a:rect b="b" l="l" r="r" t="t"/>
              <a:pathLst>
                <a:path extrusionOk="0" h="4" w="10">
                  <a:moveTo>
                    <a:pt x="6" y="0"/>
                  </a:moveTo>
                  <a:lnTo>
                    <a:pt x="6" y="0"/>
                  </a:lnTo>
                  <a:lnTo>
                    <a:pt x="10" y="0"/>
                  </a:lnTo>
                  <a:cubicBezTo>
                    <a:pt x="6" y="0"/>
                    <a:pt x="3" y="0"/>
                    <a:pt x="0" y="4"/>
                  </a:cubicBezTo>
                  <a:cubicBezTo>
                    <a:pt x="3" y="4"/>
                    <a:pt x="3" y="4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88"/>
            <p:cNvSpPr/>
            <p:nvPr/>
          </p:nvSpPr>
          <p:spPr>
            <a:xfrm>
              <a:off x="5373000" y="482292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88"/>
            <p:cNvSpPr/>
            <p:nvPr/>
          </p:nvSpPr>
          <p:spPr>
            <a:xfrm>
              <a:off x="5377680" y="4819680"/>
              <a:ext cx="1080" cy="1800"/>
            </a:xfrm>
            <a:custGeom>
              <a:rect b="b" l="l" r="r" t="t"/>
              <a:pathLst>
                <a:path extrusionOk="0" h="5" w="3">
                  <a:moveTo>
                    <a:pt x="0" y="5"/>
                  </a:moveTo>
                  <a:lnTo>
                    <a:pt x="0" y="5"/>
                  </a:lnTo>
                  <a:cubicBezTo>
                    <a:pt x="0" y="2"/>
                    <a:pt x="3" y="2"/>
                    <a:pt x="3" y="2"/>
                  </a:cubicBezTo>
                  <a:cubicBezTo>
                    <a:pt x="3" y="-1"/>
                    <a:pt x="0" y="-1"/>
                    <a:pt x="0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188"/>
            <p:cNvSpPr/>
            <p:nvPr/>
          </p:nvSpPr>
          <p:spPr>
            <a:xfrm>
              <a:off x="5376600" y="4821480"/>
              <a:ext cx="1080" cy="0"/>
            </a:xfrm>
            <a:custGeom>
              <a:rect b="b" l="l" r="r" t="t"/>
              <a:pathLst>
                <a:path extrusionOk="0" h="120000"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188"/>
            <p:cNvSpPr/>
            <p:nvPr/>
          </p:nvSpPr>
          <p:spPr>
            <a:xfrm>
              <a:off x="5461200" y="4804560"/>
              <a:ext cx="32400" cy="11160"/>
            </a:xfrm>
            <a:custGeom>
              <a:rect b="b" l="l" r="r" t="t"/>
              <a:pathLst>
                <a:path extrusionOk="0" h="31" w="90">
                  <a:moveTo>
                    <a:pt x="0" y="27"/>
                  </a:moveTo>
                  <a:lnTo>
                    <a:pt x="0" y="27"/>
                  </a:lnTo>
                  <a:lnTo>
                    <a:pt x="0" y="27"/>
                  </a:lnTo>
                  <a:cubicBezTo>
                    <a:pt x="6" y="34"/>
                    <a:pt x="16" y="30"/>
                    <a:pt x="23" y="30"/>
                  </a:cubicBezTo>
                  <a:cubicBezTo>
                    <a:pt x="33" y="30"/>
                    <a:pt x="43" y="34"/>
                    <a:pt x="50" y="27"/>
                  </a:cubicBezTo>
                  <a:cubicBezTo>
                    <a:pt x="57" y="27"/>
                    <a:pt x="67" y="27"/>
                    <a:pt x="74" y="27"/>
                  </a:cubicBezTo>
                  <a:cubicBezTo>
                    <a:pt x="77" y="24"/>
                    <a:pt x="84" y="24"/>
                    <a:pt x="87" y="24"/>
                  </a:cubicBezTo>
                  <a:cubicBezTo>
                    <a:pt x="87" y="20"/>
                    <a:pt x="90" y="20"/>
                    <a:pt x="90" y="17"/>
                  </a:cubicBezTo>
                  <a:cubicBezTo>
                    <a:pt x="90" y="14"/>
                    <a:pt x="90" y="7"/>
                    <a:pt x="87" y="0"/>
                  </a:cubicBezTo>
                  <a:cubicBezTo>
                    <a:pt x="74" y="0"/>
                    <a:pt x="57" y="0"/>
                    <a:pt x="40" y="0"/>
                  </a:cubicBezTo>
                  <a:cubicBezTo>
                    <a:pt x="27" y="10"/>
                    <a:pt x="-4" y="7"/>
                    <a:pt x="0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88"/>
            <p:cNvSpPr/>
            <p:nvPr/>
          </p:nvSpPr>
          <p:spPr>
            <a:xfrm>
              <a:off x="4940640" y="5063400"/>
              <a:ext cx="269280" cy="19080"/>
            </a:xfrm>
            <a:custGeom>
              <a:rect b="b" l="l" r="r" t="t"/>
              <a:pathLst>
                <a:path extrusionOk="0" h="53" w="748">
                  <a:moveTo>
                    <a:pt x="670" y="26"/>
                  </a:moveTo>
                  <a:lnTo>
                    <a:pt x="670" y="26"/>
                  </a:lnTo>
                  <a:cubicBezTo>
                    <a:pt x="697" y="26"/>
                    <a:pt x="724" y="33"/>
                    <a:pt x="748" y="16"/>
                  </a:cubicBezTo>
                  <a:cubicBezTo>
                    <a:pt x="737" y="6"/>
                    <a:pt x="707" y="20"/>
                    <a:pt x="711" y="0"/>
                  </a:cubicBezTo>
                  <a:cubicBezTo>
                    <a:pt x="691" y="3"/>
                    <a:pt x="674" y="10"/>
                    <a:pt x="657" y="16"/>
                  </a:cubicBezTo>
                  <a:lnTo>
                    <a:pt x="657" y="16"/>
                  </a:lnTo>
                  <a:cubicBezTo>
                    <a:pt x="623" y="13"/>
                    <a:pt x="590" y="13"/>
                    <a:pt x="556" y="16"/>
                  </a:cubicBezTo>
                  <a:lnTo>
                    <a:pt x="556" y="16"/>
                  </a:lnTo>
                  <a:cubicBezTo>
                    <a:pt x="526" y="3"/>
                    <a:pt x="496" y="10"/>
                    <a:pt x="466" y="16"/>
                  </a:cubicBezTo>
                  <a:cubicBezTo>
                    <a:pt x="455" y="6"/>
                    <a:pt x="442" y="0"/>
                    <a:pt x="425" y="3"/>
                  </a:cubicBezTo>
                  <a:cubicBezTo>
                    <a:pt x="402" y="6"/>
                    <a:pt x="375" y="-7"/>
                    <a:pt x="348" y="6"/>
                  </a:cubicBezTo>
                  <a:lnTo>
                    <a:pt x="345" y="10"/>
                  </a:lnTo>
                  <a:cubicBezTo>
                    <a:pt x="328" y="13"/>
                    <a:pt x="315" y="13"/>
                    <a:pt x="298" y="16"/>
                  </a:cubicBezTo>
                  <a:cubicBezTo>
                    <a:pt x="284" y="16"/>
                    <a:pt x="272" y="16"/>
                    <a:pt x="258" y="16"/>
                  </a:cubicBezTo>
                  <a:cubicBezTo>
                    <a:pt x="228" y="16"/>
                    <a:pt x="198" y="6"/>
                    <a:pt x="168" y="26"/>
                  </a:cubicBezTo>
                  <a:lnTo>
                    <a:pt x="168" y="26"/>
                  </a:lnTo>
                  <a:cubicBezTo>
                    <a:pt x="151" y="10"/>
                    <a:pt x="134" y="26"/>
                    <a:pt x="117" y="26"/>
                  </a:cubicBezTo>
                  <a:cubicBezTo>
                    <a:pt x="94" y="40"/>
                    <a:pt x="81" y="20"/>
                    <a:pt x="64" y="16"/>
                  </a:cubicBezTo>
                  <a:cubicBezTo>
                    <a:pt x="60" y="20"/>
                    <a:pt x="57" y="23"/>
                    <a:pt x="50" y="23"/>
                  </a:cubicBezTo>
                  <a:lnTo>
                    <a:pt x="50" y="23"/>
                  </a:lnTo>
                  <a:cubicBezTo>
                    <a:pt x="47" y="23"/>
                    <a:pt x="44" y="26"/>
                    <a:pt x="40" y="26"/>
                  </a:cubicBezTo>
                  <a:cubicBezTo>
                    <a:pt x="30" y="40"/>
                    <a:pt x="0" y="33"/>
                    <a:pt x="0" y="53"/>
                  </a:cubicBezTo>
                  <a:cubicBezTo>
                    <a:pt x="7" y="53"/>
                    <a:pt x="10" y="53"/>
                    <a:pt x="13" y="53"/>
                  </a:cubicBezTo>
                  <a:cubicBezTo>
                    <a:pt x="17" y="50"/>
                    <a:pt x="24" y="47"/>
                    <a:pt x="30" y="47"/>
                  </a:cubicBezTo>
                  <a:cubicBezTo>
                    <a:pt x="34" y="47"/>
                    <a:pt x="34" y="47"/>
                    <a:pt x="37" y="47"/>
                  </a:cubicBezTo>
                  <a:cubicBezTo>
                    <a:pt x="64" y="57"/>
                    <a:pt x="91" y="40"/>
                    <a:pt x="117" y="43"/>
                  </a:cubicBezTo>
                  <a:lnTo>
                    <a:pt x="117" y="43"/>
                  </a:lnTo>
                  <a:cubicBezTo>
                    <a:pt x="121" y="43"/>
                    <a:pt x="124" y="43"/>
                    <a:pt x="131" y="43"/>
                  </a:cubicBezTo>
                  <a:lnTo>
                    <a:pt x="131" y="43"/>
                  </a:lnTo>
                  <a:lnTo>
                    <a:pt x="131" y="43"/>
                  </a:lnTo>
                  <a:cubicBezTo>
                    <a:pt x="138" y="43"/>
                    <a:pt x="148" y="43"/>
                    <a:pt x="154" y="43"/>
                  </a:cubicBezTo>
                  <a:cubicBezTo>
                    <a:pt x="158" y="43"/>
                    <a:pt x="164" y="43"/>
                    <a:pt x="168" y="43"/>
                  </a:cubicBezTo>
                  <a:lnTo>
                    <a:pt x="168" y="43"/>
                  </a:lnTo>
                  <a:cubicBezTo>
                    <a:pt x="191" y="47"/>
                    <a:pt x="211" y="33"/>
                    <a:pt x="235" y="33"/>
                  </a:cubicBezTo>
                  <a:lnTo>
                    <a:pt x="235" y="33"/>
                  </a:lnTo>
                  <a:lnTo>
                    <a:pt x="235" y="33"/>
                  </a:lnTo>
                  <a:cubicBezTo>
                    <a:pt x="265" y="36"/>
                    <a:pt x="294" y="40"/>
                    <a:pt x="325" y="26"/>
                  </a:cubicBezTo>
                  <a:lnTo>
                    <a:pt x="325" y="26"/>
                  </a:lnTo>
                  <a:cubicBezTo>
                    <a:pt x="338" y="30"/>
                    <a:pt x="348" y="36"/>
                    <a:pt x="362" y="26"/>
                  </a:cubicBezTo>
                  <a:lnTo>
                    <a:pt x="362" y="26"/>
                  </a:lnTo>
                  <a:lnTo>
                    <a:pt x="362" y="26"/>
                  </a:lnTo>
                  <a:cubicBezTo>
                    <a:pt x="385" y="30"/>
                    <a:pt x="412" y="33"/>
                    <a:pt x="439" y="33"/>
                  </a:cubicBezTo>
                  <a:cubicBezTo>
                    <a:pt x="452" y="43"/>
                    <a:pt x="466" y="43"/>
                    <a:pt x="476" y="33"/>
                  </a:cubicBezTo>
                  <a:lnTo>
                    <a:pt x="476" y="33"/>
                  </a:lnTo>
                  <a:cubicBezTo>
                    <a:pt x="486" y="26"/>
                    <a:pt x="502" y="26"/>
                    <a:pt x="516" y="26"/>
                  </a:cubicBezTo>
                  <a:cubicBezTo>
                    <a:pt x="519" y="26"/>
                    <a:pt x="526" y="26"/>
                    <a:pt x="529" y="26"/>
                  </a:cubicBezTo>
                  <a:cubicBezTo>
                    <a:pt x="533" y="26"/>
                    <a:pt x="536" y="26"/>
                    <a:pt x="543" y="26"/>
                  </a:cubicBezTo>
                  <a:lnTo>
                    <a:pt x="543" y="26"/>
                  </a:lnTo>
                  <a:lnTo>
                    <a:pt x="543" y="26"/>
                  </a:lnTo>
                  <a:cubicBezTo>
                    <a:pt x="583" y="30"/>
                    <a:pt x="627" y="26"/>
                    <a:pt x="670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88"/>
            <p:cNvSpPr/>
            <p:nvPr/>
          </p:nvSpPr>
          <p:spPr>
            <a:xfrm>
              <a:off x="4496040" y="5051160"/>
              <a:ext cx="572040" cy="16200"/>
            </a:xfrm>
            <a:custGeom>
              <a:rect b="b" l="l" r="r" t="t"/>
              <a:pathLst>
                <a:path extrusionOk="0" h="45" w="1589">
                  <a:moveTo>
                    <a:pt x="114" y="27"/>
                  </a:moveTo>
                  <a:lnTo>
                    <a:pt x="114" y="27"/>
                  </a:lnTo>
                  <a:cubicBezTo>
                    <a:pt x="117" y="27"/>
                    <a:pt x="124" y="27"/>
                    <a:pt x="127" y="24"/>
                  </a:cubicBezTo>
                  <a:cubicBezTo>
                    <a:pt x="161" y="40"/>
                    <a:pt x="195" y="34"/>
                    <a:pt x="231" y="30"/>
                  </a:cubicBezTo>
                  <a:lnTo>
                    <a:pt x="231" y="30"/>
                  </a:lnTo>
                  <a:cubicBezTo>
                    <a:pt x="235" y="30"/>
                    <a:pt x="238" y="30"/>
                    <a:pt x="241" y="30"/>
                  </a:cubicBezTo>
                  <a:cubicBezTo>
                    <a:pt x="258" y="30"/>
                    <a:pt x="278" y="30"/>
                    <a:pt x="295" y="30"/>
                  </a:cubicBezTo>
                  <a:lnTo>
                    <a:pt x="295" y="30"/>
                  </a:lnTo>
                  <a:cubicBezTo>
                    <a:pt x="302" y="30"/>
                    <a:pt x="312" y="34"/>
                    <a:pt x="319" y="34"/>
                  </a:cubicBezTo>
                  <a:cubicBezTo>
                    <a:pt x="359" y="34"/>
                    <a:pt x="396" y="34"/>
                    <a:pt x="436" y="30"/>
                  </a:cubicBezTo>
                  <a:cubicBezTo>
                    <a:pt x="547" y="30"/>
                    <a:pt x="661" y="30"/>
                    <a:pt x="772" y="30"/>
                  </a:cubicBezTo>
                  <a:lnTo>
                    <a:pt x="772" y="30"/>
                  </a:lnTo>
                  <a:cubicBezTo>
                    <a:pt x="802" y="34"/>
                    <a:pt x="832" y="34"/>
                    <a:pt x="862" y="34"/>
                  </a:cubicBezTo>
                  <a:cubicBezTo>
                    <a:pt x="869" y="37"/>
                    <a:pt x="879" y="37"/>
                    <a:pt x="889" y="34"/>
                  </a:cubicBezTo>
                  <a:lnTo>
                    <a:pt x="893" y="30"/>
                  </a:lnTo>
                  <a:cubicBezTo>
                    <a:pt x="913" y="30"/>
                    <a:pt x="933" y="30"/>
                    <a:pt x="953" y="30"/>
                  </a:cubicBezTo>
                  <a:cubicBezTo>
                    <a:pt x="956" y="34"/>
                    <a:pt x="960" y="34"/>
                    <a:pt x="963" y="30"/>
                  </a:cubicBezTo>
                  <a:cubicBezTo>
                    <a:pt x="963" y="34"/>
                    <a:pt x="966" y="34"/>
                    <a:pt x="966" y="34"/>
                  </a:cubicBezTo>
                  <a:cubicBezTo>
                    <a:pt x="1010" y="50"/>
                    <a:pt x="1060" y="40"/>
                    <a:pt x="1104" y="40"/>
                  </a:cubicBezTo>
                  <a:cubicBezTo>
                    <a:pt x="1117" y="40"/>
                    <a:pt x="1131" y="34"/>
                    <a:pt x="1145" y="37"/>
                  </a:cubicBezTo>
                  <a:cubicBezTo>
                    <a:pt x="1148" y="37"/>
                    <a:pt x="1151" y="37"/>
                    <a:pt x="1158" y="37"/>
                  </a:cubicBezTo>
                  <a:cubicBezTo>
                    <a:pt x="1164" y="30"/>
                    <a:pt x="1171" y="34"/>
                    <a:pt x="1178" y="37"/>
                  </a:cubicBezTo>
                  <a:cubicBezTo>
                    <a:pt x="1185" y="37"/>
                    <a:pt x="1191" y="37"/>
                    <a:pt x="1198" y="34"/>
                  </a:cubicBezTo>
                  <a:cubicBezTo>
                    <a:pt x="1202" y="34"/>
                    <a:pt x="1202" y="34"/>
                    <a:pt x="1205" y="30"/>
                  </a:cubicBezTo>
                  <a:cubicBezTo>
                    <a:pt x="1212" y="30"/>
                    <a:pt x="1218" y="30"/>
                    <a:pt x="1225" y="30"/>
                  </a:cubicBezTo>
                  <a:cubicBezTo>
                    <a:pt x="1228" y="34"/>
                    <a:pt x="1235" y="37"/>
                    <a:pt x="1238" y="37"/>
                  </a:cubicBezTo>
                  <a:cubicBezTo>
                    <a:pt x="1252" y="40"/>
                    <a:pt x="1265" y="40"/>
                    <a:pt x="1272" y="34"/>
                  </a:cubicBezTo>
                  <a:cubicBezTo>
                    <a:pt x="1279" y="37"/>
                    <a:pt x="1285" y="37"/>
                    <a:pt x="1292" y="37"/>
                  </a:cubicBezTo>
                  <a:cubicBezTo>
                    <a:pt x="1305" y="34"/>
                    <a:pt x="1316" y="37"/>
                    <a:pt x="1329" y="40"/>
                  </a:cubicBezTo>
                  <a:cubicBezTo>
                    <a:pt x="1373" y="47"/>
                    <a:pt x="1416" y="47"/>
                    <a:pt x="1460" y="40"/>
                  </a:cubicBezTo>
                  <a:cubicBezTo>
                    <a:pt x="1467" y="37"/>
                    <a:pt x="1470" y="34"/>
                    <a:pt x="1470" y="34"/>
                  </a:cubicBezTo>
                  <a:cubicBezTo>
                    <a:pt x="1500" y="50"/>
                    <a:pt x="1533" y="44"/>
                    <a:pt x="1569" y="40"/>
                  </a:cubicBezTo>
                  <a:cubicBezTo>
                    <a:pt x="1576" y="40"/>
                    <a:pt x="1580" y="37"/>
                    <a:pt x="1587" y="34"/>
                  </a:cubicBezTo>
                  <a:cubicBezTo>
                    <a:pt x="1590" y="27"/>
                    <a:pt x="1587" y="24"/>
                    <a:pt x="1583" y="20"/>
                  </a:cubicBezTo>
                  <a:cubicBezTo>
                    <a:pt x="1583" y="17"/>
                    <a:pt x="1583" y="17"/>
                    <a:pt x="1583" y="13"/>
                  </a:cubicBezTo>
                  <a:cubicBezTo>
                    <a:pt x="1580" y="13"/>
                    <a:pt x="1580" y="13"/>
                    <a:pt x="1576" y="13"/>
                  </a:cubicBezTo>
                  <a:cubicBezTo>
                    <a:pt x="1573" y="13"/>
                    <a:pt x="1566" y="10"/>
                    <a:pt x="1563" y="10"/>
                  </a:cubicBezTo>
                  <a:cubicBezTo>
                    <a:pt x="1560" y="10"/>
                    <a:pt x="1560" y="10"/>
                    <a:pt x="1556" y="10"/>
                  </a:cubicBezTo>
                  <a:lnTo>
                    <a:pt x="1553" y="7"/>
                  </a:lnTo>
                  <a:cubicBezTo>
                    <a:pt x="1546" y="7"/>
                    <a:pt x="1540" y="7"/>
                    <a:pt x="1533" y="3"/>
                  </a:cubicBezTo>
                  <a:cubicBezTo>
                    <a:pt x="1529" y="3"/>
                    <a:pt x="1526" y="3"/>
                    <a:pt x="1523" y="3"/>
                  </a:cubicBezTo>
                  <a:lnTo>
                    <a:pt x="1519" y="7"/>
                  </a:lnTo>
                  <a:cubicBezTo>
                    <a:pt x="1517" y="7"/>
                    <a:pt x="1517" y="7"/>
                    <a:pt x="1517" y="10"/>
                  </a:cubicBezTo>
                  <a:cubicBezTo>
                    <a:pt x="1507" y="10"/>
                    <a:pt x="1500" y="10"/>
                    <a:pt x="1493" y="3"/>
                  </a:cubicBezTo>
                  <a:cubicBezTo>
                    <a:pt x="1490" y="7"/>
                    <a:pt x="1487" y="7"/>
                    <a:pt x="1483" y="7"/>
                  </a:cubicBezTo>
                  <a:cubicBezTo>
                    <a:pt x="1477" y="7"/>
                    <a:pt x="1470" y="7"/>
                    <a:pt x="1470" y="13"/>
                  </a:cubicBezTo>
                  <a:cubicBezTo>
                    <a:pt x="1467" y="10"/>
                    <a:pt x="1460" y="7"/>
                    <a:pt x="1456" y="3"/>
                  </a:cubicBezTo>
                  <a:cubicBezTo>
                    <a:pt x="1446" y="3"/>
                    <a:pt x="1440" y="7"/>
                    <a:pt x="1433" y="7"/>
                  </a:cubicBezTo>
                  <a:cubicBezTo>
                    <a:pt x="1383" y="13"/>
                    <a:pt x="1332" y="7"/>
                    <a:pt x="1282" y="10"/>
                  </a:cubicBezTo>
                  <a:cubicBezTo>
                    <a:pt x="1279" y="10"/>
                    <a:pt x="1279" y="10"/>
                    <a:pt x="1275" y="13"/>
                  </a:cubicBezTo>
                  <a:cubicBezTo>
                    <a:pt x="1275" y="10"/>
                    <a:pt x="1275" y="7"/>
                    <a:pt x="1275" y="3"/>
                  </a:cubicBezTo>
                  <a:cubicBezTo>
                    <a:pt x="1262" y="7"/>
                    <a:pt x="1252" y="7"/>
                    <a:pt x="1238" y="7"/>
                  </a:cubicBezTo>
                  <a:cubicBezTo>
                    <a:pt x="1232" y="7"/>
                    <a:pt x="1225" y="10"/>
                    <a:pt x="1222" y="13"/>
                  </a:cubicBezTo>
                  <a:cubicBezTo>
                    <a:pt x="1218" y="13"/>
                    <a:pt x="1218" y="13"/>
                    <a:pt x="1215" y="13"/>
                  </a:cubicBezTo>
                  <a:cubicBezTo>
                    <a:pt x="1215" y="10"/>
                    <a:pt x="1212" y="7"/>
                    <a:pt x="1208" y="3"/>
                  </a:cubicBezTo>
                  <a:cubicBezTo>
                    <a:pt x="1198" y="7"/>
                    <a:pt x="1185" y="7"/>
                    <a:pt x="1174" y="7"/>
                  </a:cubicBezTo>
                  <a:cubicBezTo>
                    <a:pt x="1168" y="7"/>
                    <a:pt x="1161" y="10"/>
                    <a:pt x="1158" y="7"/>
                  </a:cubicBezTo>
                  <a:cubicBezTo>
                    <a:pt x="1145" y="7"/>
                    <a:pt x="1131" y="3"/>
                    <a:pt x="1121" y="3"/>
                  </a:cubicBezTo>
                  <a:cubicBezTo>
                    <a:pt x="1111" y="0"/>
                    <a:pt x="1104" y="0"/>
                    <a:pt x="1094" y="3"/>
                  </a:cubicBezTo>
                  <a:cubicBezTo>
                    <a:pt x="1091" y="3"/>
                    <a:pt x="1084" y="3"/>
                    <a:pt x="1081" y="3"/>
                  </a:cubicBezTo>
                  <a:cubicBezTo>
                    <a:pt x="1077" y="7"/>
                    <a:pt x="1074" y="7"/>
                    <a:pt x="1070" y="7"/>
                  </a:cubicBezTo>
                  <a:cubicBezTo>
                    <a:pt x="1067" y="7"/>
                    <a:pt x="1067" y="7"/>
                    <a:pt x="1067" y="7"/>
                  </a:cubicBezTo>
                  <a:cubicBezTo>
                    <a:pt x="1060" y="7"/>
                    <a:pt x="1050" y="7"/>
                    <a:pt x="1044" y="7"/>
                  </a:cubicBezTo>
                  <a:cubicBezTo>
                    <a:pt x="1020" y="17"/>
                    <a:pt x="987" y="0"/>
                    <a:pt x="966" y="20"/>
                  </a:cubicBezTo>
                  <a:cubicBezTo>
                    <a:pt x="960" y="13"/>
                    <a:pt x="956" y="10"/>
                    <a:pt x="950" y="7"/>
                  </a:cubicBezTo>
                  <a:cubicBezTo>
                    <a:pt x="946" y="7"/>
                    <a:pt x="943" y="7"/>
                    <a:pt x="940" y="7"/>
                  </a:cubicBezTo>
                  <a:cubicBezTo>
                    <a:pt x="926" y="20"/>
                    <a:pt x="906" y="10"/>
                    <a:pt x="889" y="13"/>
                  </a:cubicBezTo>
                  <a:lnTo>
                    <a:pt x="889" y="13"/>
                  </a:lnTo>
                  <a:cubicBezTo>
                    <a:pt x="876" y="7"/>
                    <a:pt x="862" y="10"/>
                    <a:pt x="849" y="7"/>
                  </a:cubicBezTo>
                  <a:cubicBezTo>
                    <a:pt x="839" y="7"/>
                    <a:pt x="832" y="3"/>
                    <a:pt x="822" y="3"/>
                  </a:cubicBezTo>
                  <a:cubicBezTo>
                    <a:pt x="819" y="0"/>
                    <a:pt x="816" y="3"/>
                    <a:pt x="809" y="7"/>
                  </a:cubicBezTo>
                  <a:cubicBezTo>
                    <a:pt x="805" y="7"/>
                    <a:pt x="802" y="7"/>
                    <a:pt x="795" y="7"/>
                  </a:cubicBezTo>
                  <a:cubicBezTo>
                    <a:pt x="792" y="7"/>
                    <a:pt x="788" y="7"/>
                    <a:pt x="785" y="3"/>
                  </a:cubicBezTo>
                  <a:cubicBezTo>
                    <a:pt x="778" y="3"/>
                    <a:pt x="775" y="3"/>
                    <a:pt x="772" y="7"/>
                  </a:cubicBezTo>
                  <a:cubicBezTo>
                    <a:pt x="768" y="7"/>
                    <a:pt x="765" y="7"/>
                    <a:pt x="762" y="7"/>
                  </a:cubicBezTo>
                  <a:cubicBezTo>
                    <a:pt x="758" y="7"/>
                    <a:pt x="758" y="7"/>
                    <a:pt x="758" y="7"/>
                  </a:cubicBezTo>
                  <a:cubicBezTo>
                    <a:pt x="755" y="7"/>
                    <a:pt x="752" y="7"/>
                    <a:pt x="748" y="7"/>
                  </a:cubicBezTo>
                  <a:cubicBezTo>
                    <a:pt x="745" y="7"/>
                    <a:pt x="742" y="7"/>
                    <a:pt x="742" y="10"/>
                  </a:cubicBezTo>
                  <a:cubicBezTo>
                    <a:pt x="738" y="7"/>
                    <a:pt x="735" y="7"/>
                    <a:pt x="731" y="3"/>
                  </a:cubicBezTo>
                  <a:cubicBezTo>
                    <a:pt x="728" y="3"/>
                    <a:pt x="725" y="3"/>
                    <a:pt x="718" y="3"/>
                  </a:cubicBezTo>
                  <a:cubicBezTo>
                    <a:pt x="705" y="0"/>
                    <a:pt x="695" y="0"/>
                    <a:pt x="681" y="3"/>
                  </a:cubicBezTo>
                  <a:cubicBezTo>
                    <a:pt x="678" y="3"/>
                    <a:pt x="671" y="3"/>
                    <a:pt x="668" y="3"/>
                  </a:cubicBezTo>
                  <a:cubicBezTo>
                    <a:pt x="641" y="0"/>
                    <a:pt x="617" y="0"/>
                    <a:pt x="591" y="3"/>
                  </a:cubicBezTo>
                  <a:cubicBezTo>
                    <a:pt x="587" y="3"/>
                    <a:pt x="581" y="3"/>
                    <a:pt x="577" y="3"/>
                  </a:cubicBezTo>
                  <a:cubicBezTo>
                    <a:pt x="574" y="0"/>
                    <a:pt x="570" y="0"/>
                    <a:pt x="564" y="3"/>
                  </a:cubicBezTo>
                  <a:cubicBezTo>
                    <a:pt x="557" y="3"/>
                    <a:pt x="547" y="3"/>
                    <a:pt x="540" y="3"/>
                  </a:cubicBezTo>
                  <a:cubicBezTo>
                    <a:pt x="530" y="0"/>
                    <a:pt x="520" y="0"/>
                    <a:pt x="513" y="7"/>
                  </a:cubicBezTo>
                  <a:cubicBezTo>
                    <a:pt x="500" y="10"/>
                    <a:pt x="487" y="10"/>
                    <a:pt x="473" y="7"/>
                  </a:cubicBezTo>
                  <a:cubicBezTo>
                    <a:pt x="470" y="7"/>
                    <a:pt x="466" y="7"/>
                    <a:pt x="463" y="7"/>
                  </a:cubicBezTo>
                  <a:cubicBezTo>
                    <a:pt x="460" y="7"/>
                    <a:pt x="456" y="10"/>
                    <a:pt x="453" y="7"/>
                  </a:cubicBezTo>
                  <a:cubicBezTo>
                    <a:pt x="449" y="7"/>
                    <a:pt x="449" y="7"/>
                    <a:pt x="449" y="3"/>
                  </a:cubicBezTo>
                  <a:cubicBezTo>
                    <a:pt x="443" y="3"/>
                    <a:pt x="439" y="3"/>
                    <a:pt x="436" y="3"/>
                  </a:cubicBezTo>
                  <a:cubicBezTo>
                    <a:pt x="429" y="0"/>
                    <a:pt x="426" y="3"/>
                    <a:pt x="423" y="7"/>
                  </a:cubicBezTo>
                  <a:cubicBezTo>
                    <a:pt x="423" y="3"/>
                    <a:pt x="423" y="3"/>
                    <a:pt x="423" y="3"/>
                  </a:cubicBezTo>
                  <a:cubicBezTo>
                    <a:pt x="419" y="7"/>
                    <a:pt x="419" y="10"/>
                    <a:pt x="416" y="10"/>
                  </a:cubicBezTo>
                  <a:lnTo>
                    <a:pt x="413" y="10"/>
                  </a:lnTo>
                  <a:cubicBezTo>
                    <a:pt x="413" y="7"/>
                    <a:pt x="413" y="7"/>
                    <a:pt x="406" y="7"/>
                  </a:cubicBezTo>
                  <a:cubicBezTo>
                    <a:pt x="402" y="7"/>
                    <a:pt x="399" y="7"/>
                    <a:pt x="396" y="3"/>
                  </a:cubicBezTo>
                  <a:cubicBezTo>
                    <a:pt x="392" y="3"/>
                    <a:pt x="389" y="0"/>
                    <a:pt x="382" y="3"/>
                  </a:cubicBezTo>
                  <a:cubicBezTo>
                    <a:pt x="386" y="7"/>
                    <a:pt x="386" y="7"/>
                    <a:pt x="386" y="7"/>
                  </a:cubicBezTo>
                  <a:lnTo>
                    <a:pt x="386" y="7"/>
                  </a:lnTo>
                  <a:cubicBezTo>
                    <a:pt x="379" y="3"/>
                    <a:pt x="376" y="3"/>
                    <a:pt x="369" y="3"/>
                  </a:cubicBezTo>
                  <a:cubicBezTo>
                    <a:pt x="366" y="0"/>
                    <a:pt x="362" y="0"/>
                    <a:pt x="359" y="3"/>
                  </a:cubicBezTo>
                  <a:cubicBezTo>
                    <a:pt x="349" y="3"/>
                    <a:pt x="342" y="3"/>
                    <a:pt x="332" y="3"/>
                  </a:cubicBezTo>
                  <a:cubicBezTo>
                    <a:pt x="319" y="0"/>
                    <a:pt x="305" y="-3"/>
                    <a:pt x="295" y="7"/>
                  </a:cubicBezTo>
                  <a:cubicBezTo>
                    <a:pt x="295" y="3"/>
                    <a:pt x="295" y="3"/>
                    <a:pt x="295" y="3"/>
                  </a:cubicBezTo>
                  <a:cubicBezTo>
                    <a:pt x="288" y="7"/>
                    <a:pt x="288" y="7"/>
                    <a:pt x="288" y="7"/>
                  </a:cubicBezTo>
                  <a:cubicBezTo>
                    <a:pt x="292" y="10"/>
                    <a:pt x="292" y="10"/>
                    <a:pt x="292" y="10"/>
                  </a:cubicBezTo>
                  <a:cubicBezTo>
                    <a:pt x="285" y="7"/>
                    <a:pt x="282" y="7"/>
                    <a:pt x="278" y="7"/>
                  </a:cubicBezTo>
                  <a:cubicBezTo>
                    <a:pt x="275" y="7"/>
                    <a:pt x="272" y="7"/>
                    <a:pt x="268" y="3"/>
                  </a:cubicBezTo>
                  <a:cubicBezTo>
                    <a:pt x="262" y="0"/>
                    <a:pt x="252" y="0"/>
                    <a:pt x="241" y="3"/>
                  </a:cubicBezTo>
                  <a:cubicBezTo>
                    <a:pt x="228" y="3"/>
                    <a:pt x="218" y="3"/>
                    <a:pt x="205" y="3"/>
                  </a:cubicBezTo>
                  <a:cubicBezTo>
                    <a:pt x="201" y="7"/>
                    <a:pt x="198" y="7"/>
                    <a:pt x="195" y="7"/>
                  </a:cubicBezTo>
                  <a:cubicBezTo>
                    <a:pt x="191" y="7"/>
                    <a:pt x="191" y="7"/>
                    <a:pt x="191" y="3"/>
                  </a:cubicBezTo>
                  <a:cubicBezTo>
                    <a:pt x="171" y="3"/>
                    <a:pt x="148" y="3"/>
                    <a:pt x="127" y="3"/>
                  </a:cubicBezTo>
                  <a:cubicBezTo>
                    <a:pt x="124" y="7"/>
                    <a:pt x="120" y="10"/>
                    <a:pt x="117" y="7"/>
                  </a:cubicBezTo>
                  <a:cubicBezTo>
                    <a:pt x="114" y="7"/>
                    <a:pt x="110" y="7"/>
                    <a:pt x="110" y="7"/>
                  </a:cubicBezTo>
                  <a:cubicBezTo>
                    <a:pt x="107" y="7"/>
                    <a:pt x="107" y="7"/>
                    <a:pt x="104" y="7"/>
                  </a:cubicBezTo>
                  <a:cubicBezTo>
                    <a:pt x="100" y="10"/>
                    <a:pt x="100" y="17"/>
                    <a:pt x="97" y="20"/>
                  </a:cubicBezTo>
                  <a:lnTo>
                    <a:pt x="97" y="20"/>
                  </a:lnTo>
                  <a:cubicBezTo>
                    <a:pt x="67" y="7"/>
                    <a:pt x="33" y="13"/>
                    <a:pt x="0" y="24"/>
                  </a:cubicBezTo>
                  <a:cubicBezTo>
                    <a:pt x="40" y="37"/>
                    <a:pt x="77" y="37"/>
                    <a:pt x="114" y="27"/>
                  </a:cubicBezTo>
                  <a:moveTo>
                    <a:pt x="349" y="17"/>
                  </a:moveTo>
                  <a:lnTo>
                    <a:pt x="349" y="17"/>
                  </a:lnTo>
                  <a:lnTo>
                    <a:pt x="349" y="17"/>
                  </a:lnTo>
                  <a:lnTo>
                    <a:pt x="349" y="13"/>
                  </a:lnTo>
                  <a:lnTo>
                    <a:pt x="349" y="1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88"/>
            <p:cNvSpPr/>
            <p:nvPr/>
          </p:nvSpPr>
          <p:spPr>
            <a:xfrm>
              <a:off x="4486320" y="5055840"/>
              <a:ext cx="4680" cy="7560"/>
            </a:xfrm>
            <a:custGeom>
              <a:rect b="b" l="l" r="r" t="t"/>
              <a:pathLst>
                <a:path extrusionOk="0" h="21" w="13">
                  <a:moveTo>
                    <a:pt x="0" y="0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ubicBezTo>
                    <a:pt x="17" y="14"/>
                    <a:pt x="17" y="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88"/>
            <p:cNvSpPr/>
            <p:nvPr/>
          </p:nvSpPr>
          <p:spPr>
            <a:xfrm>
              <a:off x="4514040" y="5010120"/>
              <a:ext cx="478440" cy="15120"/>
            </a:xfrm>
            <a:custGeom>
              <a:rect b="b" l="l" r="r" t="t"/>
              <a:pathLst>
                <a:path extrusionOk="0" h="42" w="1329">
                  <a:moveTo>
                    <a:pt x="0" y="37"/>
                  </a:moveTo>
                  <a:lnTo>
                    <a:pt x="0" y="37"/>
                  </a:lnTo>
                  <a:cubicBezTo>
                    <a:pt x="7" y="37"/>
                    <a:pt x="17" y="37"/>
                    <a:pt x="24" y="37"/>
                  </a:cubicBezTo>
                  <a:cubicBezTo>
                    <a:pt x="27" y="34"/>
                    <a:pt x="27" y="34"/>
                    <a:pt x="27" y="30"/>
                  </a:cubicBezTo>
                  <a:cubicBezTo>
                    <a:pt x="30" y="34"/>
                    <a:pt x="34" y="34"/>
                    <a:pt x="41" y="37"/>
                  </a:cubicBezTo>
                  <a:cubicBezTo>
                    <a:pt x="44" y="34"/>
                    <a:pt x="47" y="34"/>
                    <a:pt x="47" y="37"/>
                  </a:cubicBezTo>
                  <a:cubicBezTo>
                    <a:pt x="64" y="30"/>
                    <a:pt x="77" y="30"/>
                    <a:pt x="91" y="37"/>
                  </a:cubicBezTo>
                  <a:cubicBezTo>
                    <a:pt x="94" y="34"/>
                    <a:pt x="98" y="34"/>
                    <a:pt x="101" y="37"/>
                  </a:cubicBezTo>
                  <a:cubicBezTo>
                    <a:pt x="104" y="34"/>
                    <a:pt x="108" y="34"/>
                    <a:pt x="111" y="34"/>
                  </a:cubicBezTo>
                  <a:cubicBezTo>
                    <a:pt x="114" y="34"/>
                    <a:pt x="118" y="34"/>
                    <a:pt x="118" y="37"/>
                  </a:cubicBezTo>
                  <a:cubicBezTo>
                    <a:pt x="121" y="34"/>
                    <a:pt x="124" y="34"/>
                    <a:pt x="124" y="37"/>
                  </a:cubicBezTo>
                  <a:cubicBezTo>
                    <a:pt x="131" y="34"/>
                    <a:pt x="138" y="34"/>
                    <a:pt x="145" y="37"/>
                  </a:cubicBezTo>
                  <a:cubicBezTo>
                    <a:pt x="145" y="34"/>
                    <a:pt x="148" y="34"/>
                    <a:pt x="151" y="37"/>
                  </a:cubicBezTo>
                  <a:cubicBezTo>
                    <a:pt x="171" y="30"/>
                    <a:pt x="188" y="30"/>
                    <a:pt x="208" y="37"/>
                  </a:cubicBezTo>
                  <a:cubicBezTo>
                    <a:pt x="215" y="37"/>
                    <a:pt x="222" y="37"/>
                    <a:pt x="228" y="37"/>
                  </a:cubicBezTo>
                  <a:cubicBezTo>
                    <a:pt x="232" y="34"/>
                    <a:pt x="235" y="34"/>
                    <a:pt x="238" y="30"/>
                  </a:cubicBezTo>
                  <a:lnTo>
                    <a:pt x="238" y="27"/>
                  </a:lnTo>
                  <a:cubicBezTo>
                    <a:pt x="249" y="27"/>
                    <a:pt x="259" y="27"/>
                    <a:pt x="269" y="27"/>
                  </a:cubicBezTo>
                  <a:cubicBezTo>
                    <a:pt x="272" y="30"/>
                    <a:pt x="275" y="30"/>
                    <a:pt x="282" y="30"/>
                  </a:cubicBezTo>
                  <a:cubicBezTo>
                    <a:pt x="356" y="30"/>
                    <a:pt x="427" y="34"/>
                    <a:pt x="500" y="30"/>
                  </a:cubicBezTo>
                  <a:cubicBezTo>
                    <a:pt x="500" y="30"/>
                    <a:pt x="500" y="27"/>
                    <a:pt x="504" y="27"/>
                  </a:cubicBezTo>
                  <a:cubicBezTo>
                    <a:pt x="510" y="27"/>
                    <a:pt x="520" y="27"/>
                    <a:pt x="527" y="27"/>
                  </a:cubicBezTo>
                  <a:cubicBezTo>
                    <a:pt x="574" y="27"/>
                    <a:pt x="618" y="27"/>
                    <a:pt x="665" y="30"/>
                  </a:cubicBezTo>
                  <a:lnTo>
                    <a:pt x="665" y="30"/>
                  </a:lnTo>
                  <a:cubicBezTo>
                    <a:pt x="665" y="34"/>
                    <a:pt x="668" y="34"/>
                    <a:pt x="671" y="37"/>
                  </a:cubicBezTo>
                  <a:cubicBezTo>
                    <a:pt x="732" y="37"/>
                    <a:pt x="792" y="37"/>
                    <a:pt x="849" y="37"/>
                  </a:cubicBezTo>
                  <a:cubicBezTo>
                    <a:pt x="856" y="40"/>
                    <a:pt x="859" y="40"/>
                    <a:pt x="866" y="37"/>
                  </a:cubicBezTo>
                  <a:cubicBezTo>
                    <a:pt x="866" y="37"/>
                    <a:pt x="870" y="37"/>
                    <a:pt x="870" y="34"/>
                  </a:cubicBezTo>
                  <a:cubicBezTo>
                    <a:pt x="876" y="34"/>
                    <a:pt x="880" y="34"/>
                    <a:pt x="886" y="34"/>
                  </a:cubicBezTo>
                  <a:lnTo>
                    <a:pt x="886" y="37"/>
                  </a:lnTo>
                  <a:cubicBezTo>
                    <a:pt x="890" y="37"/>
                    <a:pt x="893" y="40"/>
                    <a:pt x="896" y="40"/>
                  </a:cubicBezTo>
                  <a:cubicBezTo>
                    <a:pt x="900" y="40"/>
                    <a:pt x="900" y="37"/>
                    <a:pt x="900" y="37"/>
                  </a:cubicBezTo>
                  <a:cubicBezTo>
                    <a:pt x="910" y="37"/>
                    <a:pt x="920" y="37"/>
                    <a:pt x="930" y="37"/>
                  </a:cubicBezTo>
                  <a:cubicBezTo>
                    <a:pt x="937" y="40"/>
                    <a:pt x="943" y="40"/>
                    <a:pt x="953" y="37"/>
                  </a:cubicBezTo>
                  <a:cubicBezTo>
                    <a:pt x="957" y="37"/>
                    <a:pt x="963" y="37"/>
                    <a:pt x="967" y="40"/>
                  </a:cubicBezTo>
                  <a:cubicBezTo>
                    <a:pt x="987" y="40"/>
                    <a:pt x="1010" y="44"/>
                    <a:pt x="1031" y="37"/>
                  </a:cubicBezTo>
                  <a:cubicBezTo>
                    <a:pt x="1034" y="37"/>
                    <a:pt x="1041" y="37"/>
                    <a:pt x="1044" y="37"/>
                  </a:cubicBezTo>
                  <a:cubicBezTo>
                    <a:pt x="1047" y="40"/>
                    <a:pt x="1051" y="40"/>
                    <a:pt x="1057" y="37"/>
                  </a:cubicBezTo>
                  <a:cubicBezTo>
                    <a:pt x="1061" y="37"/>
                    <a:pt x="1067" y="37"/>
                    <a:pt x="1071" y="37"/>
                  </a:cubicBezTo>
                  <a:cubicBezTo>
                    <a:pt x="1111" y="44"/>
                    <a:pt x="1152" y="40"/>
                    <a:pt x="1192" y="40"/>
                  </a:cubicBezTo>
                  <a:cubicBezTo>
                    <a:pt x="1198" y="40"/>
                    <a:pt x="1205" y="40"/>
                    <a:pt x="1212" y="37"/>
                  </a:cubicBezTo>
                  <a:cubicBezTo>
                    <a:pt x="1215" y="37"/>
                    <a:pt x="1219" y="37"/>
                    <a:pt x="1222" y="37"/>
                  </a:cubicBezTo>
                  <a:cubicBezTo>
                    <a:pt x="1259" y="44"/>
                    <a:pt x="1292" y="44"/>
                    <a:pt x="1329" y="37"/>
                  </a:cubicBezTo>
                  <a:lnTo>
                    <a:pt x="1329" y="37"/>
                  </a:lnTo>
                  <a:cubicBezTo>
                    <a:pt x="1319" y="7"/>
                    <a:pt x="1282" y="30"/>
                    <a:pt x="1262" y="20"/>
                  </a:cubicBezTo>
                  <a:cubicBezTo>
                    <a:pt x="1175" y="17"/>
                    <a:pt x="1084" y="20"/>
                    <a:pt x="997" y="13"/>
                  </a:cubicBezTo>
                  <a:cubicBezTo>
                    <a:pt x="940" y="10"/>
                    <a:pt x="883" y="10"/>
                    <a:pt x="826" y="7"/>
                  </a:cubicBezTo>
                  <a:lnTo>
                    <a:pt x="826" y="7"/>
                  </a:lnTo>
                  <a:lnTo>
                    <a:pt x="826" y="7"/>
                  </a:lnTo>
                  <a:cubicBezTo>
                    <a:pt x="799" y="7"/>
                    <a:pt x="772" y="3"/>
                    <a:pt x="749" y="10"/>
                  </a:cubicBezTo>
                  <a:lnTo>
                    <a:pt x="749" y="10"/>
                  </a:lnTo>
                  <a:cubicBezTo>
                    <a:pt x="722" y="10"/>
                    <a:pt x="695" y="10"/>
                    <a:pt x="668" y="7"/>
                  </a:cubicBezTo>
                  <a:lnTo>
                    <a:pt x="668" y="7"/>
                  </a:lnTo>
                  <a:cubicBezTo>
                    <a:pt x="621" y="7"/>
                    <a:pt x="574" y="10"/>
                    <a:pt x="527" y="10"/>
                  </a:cubicBezTo>
                  <a:cubicBezTo>
                    <a:pt x="520" y="7"/>
                    <a:pt x="510" y="0"/>
                    <a:pt x="500" y="7"/>
                  </a:cubicBezTo>
                  <a:cubicBezTo>
                    <a:pt x="443" y="0"/>
                    <a:pt x="383" y="0"/>
                    <a:pt x="322" y="7"/>
                  </a:cubicBezTo>
                  <a:lnTo>
                    <a:pt x="322" y="7"/>
                  </a:lnTo>
                  <a:cubicBezTo>
                    <a:pt x="306" y="-3"/>
                    <a:pt x="282" y="0"/>
                    <a:pt x="259" y="0"/>
                  </a:cubicBezTo>
                  <a:cubicBezTo>
                    <a:pt x="259" y="3"/>
                    <a:pt x="259" y="3"/>
                    <a:pt x="255" y="7"/>
                  </a:cubicBezTo>
                  <a:lnTo>
                    <a:pt x="255" y="3"/>
                  </a:lnTo>
                  <a:cubicBezTo>
                    <a:pt x="249" y="3"/>
                    <a:pt x="242" y="3"/>
                    <a:pt x="235" y="3"/>
                  </a:cubicBezTo>
                  <a:cubicBezTo>
                    <a:pt x="202" y="7"/>
                    <a:pt x="165" y="0"/>
                    <a:pt x="128" y="10"/>
                  </a:cubicBezTo>
                  <a:lnTo>
                    <a:pt x="128" y="10"/>
                  </a:lnTo>
                  <a:cubicBezTo>
                    <a:pt x="124" y="10"/>
                    <a:pt x="121" y="10"/>
                    <a:pt x="118" y="10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108" y="10"/>
                    <a:pt x="104" y="10"/>
                    <a:pt x="101" y="7"/>
                  </a:cubicBezTo>
                  <a:cubicBezTo>
                    <a:pt x="98" y="7"/>
                    <a:pt x="98" y="7"/>
                    <a:pt x="94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84" y="7"/>
                    <a:pt x="81" y="7"/>
                    <a:pt x="77" y="10"/>
                  </a:cubicBezTo>
                  <a:cubicBezTo>
                    <a:pt x="67" y="13"/>
                    <a:pt x="57" y="13"/>
                    <a:pt x="47" y="10"/>
                  </a:cubicBezTo>
                  <a:cubicBezTo>
                    <a:pt x="41" y="10"/>
                    <a:pt x="34" y="10"/>
                    <a:pt x="27" y="10"/>
                  </a:cubicBezTo>
                  <a:cubicBezTo>
                    <a:pt x="24" y="10"/>
                    <a:pt x="20" y="13"/>
                    <a:pt x="17" y="17"/>
                  </a:cubicBezTo>
                  <a:lnTo>
                    <a:pt x="17" y="17"/>
                  </a:lnTo>
                  <a:lnTo>
                    <a:pt x="13" y="17"/>
                  </a:lnTo>
                  <a:cubicBezTo>
                    <a:pt x="7" y="23"/>
                    <a:pt x="3" y="30"/>
                    <a:pt x="0" y="37"/>
                  </a:cubicBezTo>
                  <a:moveTo>
                    <a:pt x="259" y="10"/>
                  </a:moveTo>
                  <a:lnTo>
                    <a:pt x="259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188"/>
            <p:cNvSpPr/>
            <p:nvPr/>
          </p:nvSpPr>
          <p:spPr>
            <a:xfrm>
              <a:off x="5590440" y="5088600"/>
              <a:ext cx="1080" cy="0"/>
            </a:xfrm>
            <a:custGeom>
              <a:rect b="b" l="l" r="r" t="t"/>
              <a:pathLst>
                <a:path extrusionOk="0" h="120000"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188"/>
            <p:cNvSpPr/>
            <p:nvPr/>
          </p:nvSpPr>
          <p:spPr>
            <a:xfrm>
              <a:off x="5209920" y="4559400"/>
              <a:ext cx="7560" cy="7200"/>
            </a:xfrm>
            <a:custGeom>
              <a:rect b="b" l="l" r="r" t="t"/>
              <a:pathLst>
                <a:path extrusionOk="0" h="20" w="21">
                  <a:moveTo>
                    <a:pt x="20" y="10"/>
                  </a:moveTo>
                  <a:lnTo>
                    <a:pt x="20" y="10"/>
                  </a:lnTo>
                  <a:cubicBezTo>
                    <a:pt x="20" y="3"/>
                    <a:pt x="10" y="0"/>
                    <a:pt x="0" y="0"/>
                  </a:cubicBezTo>
                  <a:cubicBezTo>
                    <a:pt x="0" y="7"/>
                    <a:pt x="0" y="13"/>
                    <a:pt x="0" y="20"/>
                  </a:cubicBezTo>
                  <a:cubicBezTo>
                    <a:pt x="10" y="20"/>
                    <a:pt x="23" y="20"/>
                    <a:pt x="2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88"/>
            <p:cNvSpPr/>
            <p:nvPr/>
          </p:nvSpPr>
          <p:spPr>
            <a:xfrm>
              <a:off x="5260320" y="4539960"/>
              <a:ext cx="111240" cy="7920"/>
            </a:xfrm>
            <a:custGeom>
              <a:rect b="b" l="l" r="r" t="t"/>
              <a:pathLst>
                <a:path extrusionOk="0" h="22" w="309">
                  <a:moveTo>
                    <a:pt x="0" y="17"/>
                  </a:moveTo>
                  <a:lnTo>
                    <a:pt x="0" y="17"/>
                  </a:lnTo>
                  <a:cubicBezTo>
                    <a:pt x="4" y="20"/>
                    <a:pt x="10" y="27"/>
                    <a:pt x="14" y="17"/>
                  </a:cubicBezTo>
                  <a:lnTo>
                    <a:pt x="14" y="17"/>
                  </a:lnTo>
                  <a:cubicBezTo>
                    <a:pt x="24" y="17"/>
                    <a:pt x="27" y="14"/>
                    <a:pt x="27" y="10"/>
                  </a:cubicBezTo>
                  <a:cubicBezTo>
                    <a:pt x="44" y="10"/>
                    <a:pt x="61" y="14"/>
                    <a:pt x="78" y="17"/>
                  </a:cubicBezTo>
                  <a:lnTo>
                    <a:pt x="78" y="17"/>
                  </a:lnTo>
                  <a:cubicBezTo>
                    <a:pt x="121" y="17"/>
                    <a:pt x="165" y="17"/>
                    <a:pt x="209" y="17"/>
                  </a:cubicBezTo>
                  <a:cubicBezTo>
                    <a:pt x="219" y="17"/>
                    <a:pt x="225" y="17"/>
                    <a:pt x="235" y="17"/>
                  </a:cubicBezTo>
                  <a:cubicBezTo>
                    <a:pt x="239" y="20"/>
                    <a:pt x="242" y="20"/>
                    <a:pt x="246" y="20"/>
                  </a:cubicBezTo>
                  <a:cubicBezTo>
                    <a:pt x="249" y="20"/>
                    <a:pt x="256" y="20"/>
                    <a:pt x="262" y="20"/>
                  </a:cubicBezTo>
                  <a:cubicBezTo>
                    <a:pt x="262" y="20"/>
                    <a:pt x="266" y="20"/>
                    <a:pt x="266" y="17"/>
                  </a:cubicBezTo>
                  <a:cubicBezTo>
                    <a:pt x="286" y="20"/>
                    <a:pt x="303" y="17"/>
                    <a:pt x="309" y="0"/>
                  </a:cubicBezTo>
                  <a:cubicBezTo>
                    <a:pt x="299" y="0"/>
                    <a:pt x="286" y="0"/>
                    <a:pt x="272" y="0"/>
                  </a:cubicBezTo>
                  <a:lnTo>
                    <a:pt x="272" y="0"/>
                  </a:lnTo>
                  <a:cubicBezTo>
                    <a:pt x="239" y="0"/>
                    <a:pt x="205" y="0"/>
                    <a:pt x="168" y="0"/>
                  </a:cubicBezTo>
                  <a:lnTo>
                    <a:pt x="168" y="0"/>
                  </a:lnTo>
                  <a:cubicBezTo>
                    <a:pt x="162" y="0"/>
                    <a:pt x="152" y="0"/>
                    <a:pt x="145" y="0"/>
                  </a:cubicBezTo>
                  <a:cubicBezTo>
                    <a:pt x="125" y="0"/>
                    <a:pt x="101" y="0"/>
                    <a:pt x="78" y="0"/>
                  </a:cubicBezTo>
                  <a:lnTo>
                    <a:pt x="78" y="0"/>
                  </a:lnTo>
                  <a:lnTo>
                    <a:pt x="78" y="0"/>
                  </a:lnTo>
                  <a:cubicBezTo>
                    <a:pt x="61" y="0"/>
                    <a:pt x="44" y="0"/>
                    <a:pt x="27" y="0"/>
                  </a:cubicBezTo>
                  <a:cubicBezTo>
                    <a:pt x="27" y="4"/>
                    <a:pt x="27" y="7"/>
                    <a:pt x="27" y="10"/>
                  </a:cubicBezTo>
                  <a:cubicBezTo>
                    <a:pt x="24" y="10"/>
                    <a:pt x="21" y="7"/>
                    <a:pt x="14" y="7"/>
                  </a:cubicBezTo>
                  <a:cubicBezTo>
                    <a:pt x="7" y="10"/>
                    <a:pt x="4" y="14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88"/>
            <p:cNvSpPr/>
            <p:nvPr/>
          </p:nvSpPr>
          <p:spPr>
            <a:xfrm>
              <a:off x="4489920" y="4590720"/>
              <a:ext cx="933480" cy="56520"/>
            </a:xfrm>
            <a:custGeom>
              <a:rect b="b" l="l" r="r" t="t"/>
              <a:pathLst>
                <a:path extrusionOk="0" h="157" w="2593">
                  <a:moveTo>
                    <a:pt x="2466" y="27"/>
                  </a:moveTo>
                  <a:lnTo>
                    <a:pt x="2466" y="27"/>
                  </a:lnTo>
                  <a:lnTo>
                    <a:pt x="2466" y="27"/>
                  </a:lnTo>
                  <a:cubicBezTo>
                    <a:pt x="2476" y="24"/>
                    <a:pt x="2490" y="24"/>
                    <a:pt x="2503" y="24"/>
                  </a:cubicBezTo>
                  <a:cubicBezTo>
                    <a:pt x="2523" y="24"/>
                    <a:pt x="2547" y="24"/>
                    <a:pt x="2567" y="24"/>
                  </a:cubicBezTo>
                  <a:cubicBezTo>
                    <a:pt x="2587" y="24"/>
                    <a:pt x="2597" y="14"/>
                    <a:pt x="2590" y="0"/>
                  </a:cubicBezTo>
                  <a:cubicBezTo>
                    <a:pt x="2540" y="3"/>
                    <a:pt x="2490" y="7"/>
                    <a:pt x="2439" y="7"/>
                  </a:cubicBezTo>
                  <a:cubicBezTo>
                    <a:pt x="2426" y="0"/>
                    <a:pt x="2426" y="7"/>
                    <a:pt x="2426" y="14"/>
                  </a:cubicBezTo>
                  <a:cubicBezTo>
                    <a:pt x="2422" y="10"/>
                    <a:pt x="2422" y="10"/>
                    <a:pt x="2419" y="10"/>
                  </a:cubicBezTo>
                  <a:cubicBezTo>
                    <a:pt x="2412" y="7"/>
                    <a:pt x="2409" y="7"/>
                    <a:pt x="2402" y="7"/>
                  </a:cubicBezTo>
                  <a:lnTo>
                    <a:pt x="2402" y="7"/>
                  </a:lnTo>
                  <a:lnTo>
                    <a:pt x="2402" y="7"/>
                  </a:lnTo>
                  <a:lnTo>
                    <a:pt x="2399" y="7"/>
                  </a:lnTo>
                  <a:cubicBezTo>
                    <a:pt x="2392" y="7"/>
                    <a:pt x="2386" y="7"/>
                    <a:pt x="2379" y="10"/>
                  </a:cubicBezTo>
                  <a:cubicBezTo>
                    <a:pt x="2375" y="10"/>
                    <a:pt x="2372" y="14"/>
                    <a:pt x="2369" y="14"/>
                  </a:cubicBezTo>
                  <a:lnTo>
                    <a:pt x="2369" y="14"/>
                  </a:lnTo>
                  <a:cubicBezTo>
                    <a:pt x="2365" y="14"/>
                    <a:pt x="2365" y="14"/>
                    <a:pt x="2362" y="10"/>
                  </a:cubicBezTo>
                  <a:cubicBezTo>
                    <a:pt x="2359" y="10"/>
                    <a:pt x="2359" y="10"/>
                    <a:pt x="2355" y="10"/>
                  </a:cubicBezTo>
                  <a:cubicBezTo>
                    <a:pt x="2352" y="10"/>
                    <a:pt x="2352" y="10"/>
                    <a:pt x="2349" y="10"/>
                  </a:cubicBezTo>
                  <a:lnTo>
                    <a:pt x="2349" y="7"/>
                  </a:lnTo>
                  <a:cubicBezTo>
                    <a:pt x="2322" y="7"/>
                    <a:pt x="2295" y="3"/>
                    <a:pt x="2271" y="14"/>
                  </a:cubicBezTo>
                  <a:lnTo>
                    <a:pt x="2271" y="14"/>
                  </a:lnTo>
                  <a:cubicBezTo>
                    <a:pt x="2171" y="14"/>
                    <a:pt x="2073" y="24"/>
                    <a:pt x="1973" y="34"/>
                  </a:cubicBezTo>
                  <a:cubicBezTo>
                    <a:pt x="1909" y="27"/>
                    <a:pt x="1845" y="37"/>
                    <a:pt x="1778" y="40"/>
                  </a:cubicBezTo>
                  <a:cubicBezTo>
                    <a:pt x="1681" y="47"/>
                    <a:pt x="1580" y="54"/>
                    <a:pt x="1484" y="67"/>
                  </a:cubicBezTo>
                  <a:lnTo>
                    <a:pt x="1484" y="67"/>
                  </a:lnTo>
                  <a:lnTo>
                    <a:pt x="1484" y="67"/>
                  </a:lnTo>
                  <a:cubicBezTo>
                    <a:pt x="1440" y="67"/>
                    <a:pt x="1400" y="71"/>
                    <a:pt x="1356" y="74"/>
                  </a:cubicBezTo>
                  <a:cubicBezTo>
                    <a:pt x="1322" y="77"/>
                    <a:pt x="1286" y="91"/>
                    <a:pt x="1255" y="67"/>
                  </a:cubicBezTo>
                  <a:cubicBezTo>
                    <a:pt x="1255" y="71"/>
                    <a:pt x="1252" y="71"/>
                    <a:pt x="1252" y="74"/>
                  </a:cubicBezTo>
                  <a:cubicBezTo>
                    <a:pt x="1252" y="71"/>
                    <a:pt x="1249" y="71"/>
                    <a:pt x="1249" y="71"/>
                  </a:cubicBezTo>
                  <a:lnTo>
                    <a:pt x="1249" y="67"/>
                  </a:lnTo>
                  <a:cubicBezTo>
                    <a:pt x="1235" y="71"/>
                    <a:pt x="1219" y="71"/>
                    <a:pt x="1205" y="74"/>
                  </a:cubicBezTo>
                  <a:cubicBezTo>
                    <a:pt x="1148" y="81"/>
                    <a:pt x="1091" y="84"/>
                    <a:pt x="1034" y="91"/>
                  </a:cubicBezTo>
                  <a:lnTo>
                    <a:pt x="1030" y="91"/>
                  </a:lnTo>
                  <a:lnTo>
                    <a:pt x="1030" y="91"/>
                  </a:lnTo>
                  <a:cubicBezTo>
                    <a:pt x="1007" y="94"/>
                    <a:pt x="980" y="94"/>
                    <a:pt x="957" y="97"/>
                  </a:cubicBezTo>
                  <a:cubicBezTo>
                    <a:pt x="937" y="97"/>
                    <a:pt x="916" y="97"/>
                    <a:pt x="893" y="101"/>
                  </a:cubicBezTo>
                  <a:cubicBezTo>
                    <a:pt x="893" y="101"/>
                    <a:pt x="893" y="104"/>
                    <a:pt x="890" y="107"/>
                  </a:cubicBezTo>
                  <a:cubicBezTo>
                    <a:pt x="890" y="104"/>
                    <a:pt x="890" y="104"/>
                    <a:pt x="890" y="104"/>
                  </a:cubicBezTo>
                  <a:cubicBezTo>
                    <a:pt x="822" y="107"/>
                    <a:pt x="752" y="104"/>
                    <a:pt x="685" y="118"/>
                  </a:cubicBezTo>
                  <a:lnTo>
                    <a:pt x="685" y="118"/>
                  </a:lnTo>
                  <a:cubicBezTo>
                    <a:pt x="554" y="114"/>
                    <a:pt x="423" y="124"/>
                    <a:pt x="289" y="128"/>
                  </a:cubicBezTo>
                  <a:cubicBezTo>
                    <a:pt x="279" y="128"/>
                    <a:pt x="269" y="131"/>
                    <a:pt x="258" y="135"/>
                  </a:cubicBezTo>
                  <a:cubicBezTo>
                    <a:pt x="255" y="131"/>
                    <a:pt x="252" y="131"/>
                    <a:pt x="248" y="135"/>
                  </a:cubicBezTo>
                  <a:lnTo>
                    <a:pt x="248" y="135"/>
                  </a:lnTo>
                  <a:lnTo>
                    <a:pt x="248" y="135"/>
                  </a:lnTo>
                  <a:cubicBezTo>
                    <a:pt x="245" y="131"/>
                    <a:pt x="242" y="131"/>
                    <a:pt x="238" y="131"/>
                  </a:cubicBezTo>
                  <a:cubicBezTo>
                    <a:pt x="235" y="131"/>
                    <a:pt x="235" y="135"/>
                    <a:pt x="232" y="135"/>
                  </a:cubicBezTo>
                  <a:cubicBezTo>
                    <a:pt x="185" y="131"/>
                    <a:pt x="137" y="141"/>
                    <a:pt x="91" y="141"/>
                  </a:cubicBezTo>
                  <a:lnTo>
                    <a:pt x="91" y="141"/>
                  </a:lnTo>
                  <a:cubicBezTo>
                    <a:pt x="60" y="145"/>
                    <a:pt x="30" y="138"/>
                    <a:pt x="0" y="148"/>
                  </a:cubicBezTo>
                  <a:cubicBezTo>
                    <a:pt x="33" y="158"/>
                    <a:pt x="60" y="158"/>
                    <a:pt x="91" y="151"/>
                  </a:cubicBezTo>
                  <a:cubicBezTo>
                    <a:pt x="151" y="165"/>
                    <a:pt x="208" y="151"/>
                    <a:pt x="269" y="151"/>
                  </a:cubicBezTo>
                  <a:cubicBezTo>
                    <a:pt x="299" y="151"/>
                    <a:pt x="336" y="161"/>
                    <a:pt x="366" y="145"/>
                  </a:cubicBezTo>
                  <a:cubicBezTo>
                    <a:pt x="450" y="145"/>
                    <a:pt x="534" y="141"/>
                    <a:pt x="618" y="141"/>
                  </a:cubicBezTo>
                  <a:cubicBezTo>
                    <a:pt x="628" y="141"/>
                    <a:pt x="638" y="141"/>
                    <a:pt x="648" y="135"/>
                  </a:cubicBezTo>
                  <a:cubicBezTo>
                    <a:pt x="651" y="138"/>
                    <a:pt x="655" y="138"/>
                    <a:pt x="658" y="135"/>
                  </a:cubicBezTo>
                  <a:lnTo>
                    <a:pt x="658" y="135"/>
                  </a:lnTo>
                  <a:cubicBezTo>
                    <a:pt x="725" y="141"/>
                    <a:pt x="792" y="131"/>
                    <a:pt x="859" y="128"/>
                  </a:cubicBezTo>
                  <a:cubicBezTo>
                    <a:pt x="869" y="124"/>
                    <a:pt x="879" y="124"/>
                    <a:pt x="890" y="124"/>
                  </a:cubicBezTo>
                  <a:cubicBezTo>
                    <a:pt x="916" y="121"/>
                    <a:pt x="940" y="118"/>
                    <a:pt x="967" y="118"/>
                  </a:cubicBezTo>
                  <a:cubicBezTo>
                    <a:pt x="990" y="114"/>
                    <a:pt x="1010" y="114"/>
                    <a:pt x="1034" y="114"/>
                  </a:cubicBezTo>
                  <a:cubicBezTo>
                    <a:pt x="1094" y="111"/>
                    <a:pt x="1151" y="107"/>
                    <a:pt x="1208" y="107"/>
                  </a:cubicBezTo>
                  <a:cubicBezTo>
                    <a:pt x="1229" y="107"/>
                    <a:pt x="1249" y="107"/>
                    <a:pt x="1269" y="107"/>
                  </a:cubicBezTo>
                  <a:cubicBezTo>
                    <a:pt x="1276" y="107"/>
                    <a:pt x="1282" y="107"/>
                    <a:pt x="1286" y="107"/>
                  </a:cubicBezTo>
                  <a:cubicBezTo>
                    <a:pt x="1306" y="101"/>
                    <a:pt x="1326" y="101"/>
                    <a:pt x="1343" y="101"/>
                  </a:cubicBezTo>
                  <a:cubicBezTo>
                    <a:pt x="1403" y="94"/>
                    <a:pt x="1467" y="94"/>
                    <a:pt x="1524" y="81"/>
                  </a:cubicBezTo>
                  <a:lnTo>
                    <a:pt x="1524" y="81"/>
                  </a:lnTo>
                  <a:lnTo>
                    <a:pt x="1524" y="81"/>
                  </a:lnTo>
                  <a:cubicBezTo>
                    <a:pt x="1530" y="81"/>
                    <a:pt x="1534" y="81"/>
                    <a:pt x="1536" y="81"/>
                  </a:cubicBezTo>
                  <a:cubicBezTo>
                    <a:pt x="1553" y="84"/>
                    <a:pt x="1570" y="81"/>
                    <a:pt x="1586" y="77"/>
                  </a:cubicBezTo>
                  <a:cubicBezTo>
                    <a:pt x="1607" y="77"/>
                    <a:pt x="1624" y="81"/>
                    <a:pt x="1640" y="71"/>
                  </a:cubicBezTo>
                  <a:lnTo>
                    <a:pt x="1640" y="71"/>
                  </a:lnTo>
                  <a:cubicBezTo>
                    <a:pt x="1657" y="71"/>
                    <a:pt x="1674" y="71"/>
                    <a:pt x="1691" y="67"/>
                  </a:cubicBezTo>
                  <a:cubicBezTo>
                    <a:pt x="1788" y="67"/>
                    <a:pt x="1889" y="57"/>
                    <a:pt x="1986" y="50"/>
                  </a:cubicBezTo>
                  <a:lnTo>
                    <a:pt x="1986" y="50"/>
                  </a:lnTo>
                  <a:lnTo>
                    <a:pt x="1986" y="50"/>
                  </a:lnTo>
                  <a:cubicBezTo>
                    <a:pt x="2040" y="54"/>
                    <a:pt x="2087" y="44"/>
                    <a:pt x="2140" y="40"/>
                  </a:cubicBezTo>
                  <a:cubicBezTo>
                    <a:pt x="2221" y="37"/>
                    <a:pt x="2305" y="34"/>
                    <a:pt x="2386" y="30"/>
                  </a:cubicBezTo>
                  <a:lnTo>
                    <a:pt x="2386" y="30"/>
                  </a:lnTo>
                  <a:lnTo>
                    <a:pt x="2386" y="30"/>
                  </a:lnTo>
                  <a:cubicBezTo>
                    <a:pt x="2412" y="34"/>
                    <a:pt x="2439" y="37"/>
                    <a:pt x="2466" y="27"/>
                  </a:cubicBezTo>
                  <a:moveTo>
                    <a:pt x="665" y="131"/>
                  </a:moveTo>
                  <a:lnTo>
                    <a:pt x="665" y="131"/>
                  </a:lnTo>
                  <a:cubicBezTo>
                    <a:pt x="661" y="131"/>
                    <a:pt x="661" y="135"/>
                    <a:pt x="658" y="135"/>
                  </a:cubicBezTo>
                  <a:cubicBezTo>
                    <a:pt x="661" y="135"/>
                    <a:pt x="661" y="131"/>
                    <a:pt x="665" y="1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88"/>
            <p:cNvSpPr/>
            <p:nvPr/>
          </p:nvSpPr>
          <p:spPr>
            <a:xfrm>
              <a:off x="5516280" y="4394880"/>
              <a:ext cx="14760" cy="15840"/>
            </a:xfrm>
            <a:custGeom>
              <a:rect b="b" l="l" r="r" t="t"/>
              <a:pathLst>
                <a:path extrusionOk="0" h="44" w="41">
                  <a:moveTo>
                    <a:pt x="24" y="44"/>
                  </a:moveTo>
                  <a:lnTo>
                    <a:pt x="24" y="44"/>
                  </a:lnTo>
                  <a:cubicBezTo>
                    <a:pt x="31" y="44"/>
                    <a:pt x="38" y="44"/>
                    <a:pt x="41" y="44"/>
                  </a:cubicBezTo>
                  <a:cubicBezTo>
                    <a:pt x="38" y="27"/>
                    <a:pt x="24" y="14"/>
                    <a:pt x="11" y="0"/>
                  </a:cubicBezTo>
                  <a:cubicBezTo>
                    <a:pt x="-19" y="21"/>
                    <a:pt x="21" y="31"/>
                    <a:pt x="24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88"/>
            <p:cNvSpPr/>
            <p:nvPr/>
          </p:nvSpPr>
          <p:spPr>
            <a:xfrm>
              <a:off x="4657680" y="4473360"/>
              <a:ext cx="18360" cy="9720"/>
            </a:xfrm>
            <a:custGeom>
              <a:rect b="b" l="l" r="r" t="t"/>
              <a:pathLst>
                <a:path extrusionOk="0" h="27" w="51">
                  <a:moveTo>
                    <a:pt x="51" y="27"/>
                  </a:moveTo>
                  <a:lnTo>
                    <a:pt x="51" y="27"/>
                  </a:lnTo>
                  <a:cubicBezTo>
                    <a:pt x="51" y="21"/>
                    <a:pt x="51" y="14"/>
                    <a:pt x="51" y="11"/>
                  </a:cubicBezTo>
                  <a:cubicBezTo>
                    <a:pt x="48" y="7"/>
                    <a:pt x="41" y="4"/>
                    <a:pt x="38" y="0"/>
                  </a:cubicBezTo>
                  <a:cubicBezTo>
                    <a:pt x="34" y="0"/>
                    <a:pt x="31" y="0"/>
                    <a:pt x="28" y="0"/>
                  </a:cubicBezTo>
                  <a:cubicBezTo>
                    <a:pt x="21" y="7"/>
                    <a:pt x="11" y="11"/>
                    <a:pt x="0" y="11"/>
                  </a:cubicBezTo>
                  <a:cubicBezTo>
                    <a:pt x="7" y="21"/>
                    <a:pt x="31" y="17"/>
                    <a:pt x="38" y="27"/>
                  </a:cubicBezTo>
                  <a:cubicBezTo>
                    <a:pt x="44" y="27"/>
                    <a:pt x="48" y="27"/>
                    <a:pt x="51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188"/>
            <p:cNvSpPr/>
            <p:nvPr/>
          </p:nvSpPr>
          <p:spPr>
            <a:xfrm>
              <a:off x="4692600" y="5162040"/>
              <a:ext cx="511200" cy="33840"/>
            </a:xfrm>
            <a:custGeom>
              <a:rect b="b" l="l" r="r" t="t"/>
              <a:pathLst>
                <a:path extrusionOk="0" h="94" w="1420">
                  <a:moveTo>
                    <a:pt x="58" y="65"/>
                  </a:moveTo>
                  <a:lnTo>
                    <a:pt x="58" y="65"/>
                  </a:lnTo>
                  <a:lnTo>
                    <a:pt x="58" y="65"/>
                  </a:lnTo>
                  <a:cubicBezTo>
                    <a:pt x="55" y="61"/>
                    <a:pt x="51" y="61"/>
                    <a:pt x="48" y="61"/>
                  </a:cubicBezTo>
                  <a:cubicBezTo>
                    <a:pt x="45" y="61"/>
                    <a:pt x="45" y="65"/>
                    <a:pt x="45" y="65"/>
                  </a:cubicBezTo>
                  <a:lnTo>
                    <a:pt x="45" y="65"/>
                  </a:lnTo>
                  <a:cubicBezTo>
                    <a:pt x="38" y="71"/>
                    <a:pt x="28" y="68"/>
                    <a:pt x="18" y="75"/>
                  </a:cubicBezTo>
                  <a:cubicBezTo>
                    <a:pt x="14" y="75"/>
                    <a:pt x="11" y="75"/>
                    <a:pt x="8" y="75"/>
                  </a:cubicBezTo>
                  <a:cubicBezTo>
                    <a:pt x="-2" y="78"/>
                    <a:pt x="-2" y="85"/>
                    <a:pt x="4" y="91"/>
                  </a:cubicBezTo>
                  <a:cubicBezTo>
                    <a:pt x="8" y="95"/>
                    <a:pt x="14" y="95"/>
                    <a:pt x="21" y="91"/>
                  </a:cubicBezTo>
                  <a:cubicBezTo>
                    <a:pt x="55" y="91"/>
                    <a:pt x="92" y="98"/>
                    <a:pt x="125" y="85"/>
                  </a:cubicBezTo>
                  <a:cubicBezTo>
                    <a:pt x="132" y="85"/>
                    <a:pt x="142" y="85"/>
                    <a:pt x="149" y="85"/>
                  </a:cubicBezTo>
                  <a:cubicBezTo>
                    <a:pt x="159" y="75"/>
                    <a:pt x="165" y="78"/>
                    <a:pt x="175" y="81"/>
                  </a:cubicBezTo>
                  <a:cubicBezTo>
                    <a:pt x="182" y="85"/>
                    <a:pt x="192" y="85"/>
                    <a:pt x="199" y="85"/>
                  </a:cubicBezTo>
                  <a:cubicBezTo>
                    <a:pt x="209" y="88"/>
                    <a:pt x="219" y="91"/>
                    <a:pt x="232" y="88"/>
                  </a:cubicBezTo>
                  <a:cubicBezTo>
                    <a:pt x="236" y="88"/>
                    <a:pt x="239" y="85"/>
                    <a:pt x="242" y="81"/>
                  </a:cubicBezTo>
                  <a:cubicBezTo>
                    <a:pt x="242" y="78"/>
                    <a:pt x="242" y="78"/>
                    <a:pt x="242" y="75"/>
                  </a:cubicBezTo>
                  <a:cubicBezTo>
                    <a:pt x="249" y="78"/>
                    <a:pt x="256" y="78"/>
                    <a:pt x="263" y="75"/>
                  </a:cubicBezTo>
                  <a:cubicBezTo>
                    <a:pt x="360" y="65"/>
                    <a:pt x="457" y="65"/>
                    <a:pt x="551" y="48"/>
                  </a:cubicBezTo>
                  <a:lnTo>
                    <a:pt x="551" y="48"/>
                  </a:lnTo>
                  <a:cubicBezTo>
                    <a:pt x="568" y="48"/>
                    <a:pt x="581" y="44"/>
                    <a:pt x="599" y="44"/>
                  </a:cubicBezTo>
                  <a:lnTo>
                    <a:pt x="599" y="44"/>
                  </a:lnTo>
                  <a:lnTo>
                    <a:pt x="599" y="44"/>
                  </a:lnTo>
                  <a:cubicBezTo>
                    <a:pt x="612" y="44"/>
                    <a:pt x="625" y="44"/>
                    <a:pt x="639" y="44"/>
                  </a:cubicBezTo>
                  <a:cubicBezTo>
                    <a:pt x="639" y="44"/>
                    <a:pt x="642" y="44"/>
                    <a:pt x="642" y="41"/>
                  </a:cubicBezTo>
                  <a:cubicBezTo>
                    <a:pt x="645" y="41"/>
                    <a:pt x="649" y="44"/>
                    <a:pt x="652" y="44"/>
                  </a:cubicBezTo>
                  <a:cubicBezTo>
                    <a:pt x="656" y="44"/>
                    <a:pt x="659" y="44"/>
                    <a:pt x="662" y="44"/>
                  </a:cubicBezTo>
                  <a:cubicBezTo>
                    <a:pt x="706" y="34"/>
                    <a:pt x="749" y="48"/>
                    <a:pt x="793" y="38"/>
                  </a:cubicBezTo>
                  <a:cubicBezTo>
                    <a:pt x="810" y="38"/>
                    <a:pt x="830" y="34"/>
                    <a:pt x="843" y="28"/>
                  </a:cubicBezTo>
                  <a:lnTo>
                    <a:pt x="843" y="28"/>
                  </a:lnTo>
                  <a:lnTo>
                    <a:pt x="843" y="28"/>
                  </a:lnTo>
                  <a:cubicBezTo>
                    <a:pt x="857" y="31"/>
                    <a:pt x="870" y="31"/>
                    <a:pt x="884" y="28"/>
                  </a:cubicBezTo>
                  <a:cubicBezTo>
                    <a:pt x="897" y="31"/>
                    <a:pt x="910" y="31"/>
                    <a:pt x="921" y="28"/>
                  </a:cubicBezTo>
                  <a:cubicBezTo>
                    <a:pt x="961" y="28"/>
                    <a:pt x="997" y="28"/>
                    <a:pt x="1037" y="28"/>
                  </a:cubicBezTo>
                  <a:cubicBezTo>
                    <a:pt x="1108" y="28"/>
                    <a:pt x="1175" y="31"/>
                    <a:pt x="1245" y="21"/>
                  </a:cubicBezTo>
                  <a:lnTo>
                    <a:pt x="1245" y="21"/>
                  </a:lnTo>
                  <a:cubicBezTo>
                    <a:pt x="1285" y="18"/>
                    <a:pt x="1329" y="18"/>
                    <a:pt x="1373" y="18"/>
                  </a:cubicBezTo>
                  <a:lnTo>
                    <a:pt x="1373" y="18"/>
                  </a:lnTo>
                  <a:lnTo>
                    <a:pt x="1373" y="18"/>
                  </a:lnTo>
                  <a:cubicBezTo>
                    <a:pt x="1383" y="18"/>
                    <a:pt x="1396" y="18"/>
                    <a:pt x="1410" y="18"/>
                  </a:cubicBezTo>
                  <a:cubicBezTo>
                    <a:pt x="1416" y="11"/>
                    <a:pt x="1430" y="4"/>
                    <a:pt x="1406" y="1"/>
                  </a:cubicBezTo>
                  <a:cubicBezTo>
                    <a:pt x="1393" y="-2"/>
                    <a:pt x="1376" y="1"/>
                    <a:pt x="1359" y="1"/>
                  </a:cubicBezTo>
                  <a:cubicBezTo>
                    <a:pt x="1326" y="1"/>
                    <a:pt x="1292" y="1"/>
                    <a:pt x="1255" y="1"/>
                  </a:cubicBezTo>
                  <a:lnTo>
                    <a:pt x="1255" y="1"/>
                  </a:lnTo>
                  <a:lnTo>
                    <a:pt x="1255" y="1"/>
                  </a:lnTo>
                  <a:lnTo>
                    <a:pt x="1255" y="1"/>
                  </a:lnTo>
                  <a:lnTo>
                    <a:pt x="1255" y="1"/>
                  </a:lnTo>
                  <a:cubicBezTo>
                    <a:pt x="1195" y="1"/>
                    <a:pt x="1138" y="1"/>
                    <a:pt x="1077" y="1"/>
                  </a:cubicBezTo>
                  <a:cubicBezTo>
                    <a:pt x="1074" y="1"/>
                    <a:pt x="1071" y="4"/>
                    <a:pt x="1071" y="4"/>
                  </a:cubicBezTo>
                  <a:cubicBezTo>
                    <a:pt x="1067" y="4"/>
                    <a:pt x="1064" y="1"/>
                    <a:pt x="1061" y="1"/>
                  </a:cubicBezTo>
                  <a:cubicBezTo>
                    <a:pt x="1057" y="1"/>
                    <a:pt x="1054" y="1"/>
                    <a:pt x="1054" y="1"/>
                  </a:cubicBezTo>
                  <a:cubicBezTo>
                    <a:pt x="1017" y="8"/>
                    <a:pt x="980" y="4"/>
                    <a:pt x="944" y="1"/>
                  </a:cubicBezTo>
                  <a:cubicBezTo>
                    <a:pt x="937" y="1"/>
                    <a:pt x="937" y="1"/>
                    <a:pt x="937" y="1"/>
                  </a:cubicBezTo>
                  <a:cubicBezTo>
                    <a:pt x="924" y="8"/>
                    <a:pt x="907" y="1"/>
                    <a:pt x="897" y="8"/>
                  </a:cubicBezTo>
                  <a:cubicBezTo>
                    <a:pt x="897" y="11"/>
                    <a:pt x="897" y="11"/>
                    <a:pt x="897" y="11"/>
                  </a:cubicBezTo>
                  <a:cubicBezTo>
                    <a:pt x="894" y="11"/>
                    <a:pt x="887" y="11"/>
                    <a:pt x="884" y="8"/>
                  </a:cubicBezTo>
                  <a:cubicBezTo>
                    <a:pt x="874" y="4"/>
                    <a:pt x="867" y="4"/>
                    <a:pt x="857" y="8"/>
                  </a:cubicBezTo>
                  <a:cubicBezTo>
                    <a:pt x="853" y="11"/>
                    <a:pt x="850" y="11"/>
                    <a:pt x="843" y="11"/>
                  </a:cubicBezTo>
                  <a:cubicBezTo>
                    <a:pt x="843" y="11"/>
                    <a:pt x="840" y="11"/>
                    <a:pt x="840" y="14"/>
                  </a:cubicBezTo>
                  <a:cubicBezTo>
                    <a:pt x="833" y="8"/>
                    <a:pt x="830" y="4"/>
                    <a:pt x="820" y="8"/>
                  </a:cubicBezTo>
                  <a:cubicBezTo>
                    <a:pt x="817" y="8"/>
                    <a:pt x="810" y="11"/>
                    <a:pt x="806" y="11"/>
                  </a:cubicBezTo>
                  <a:cubicBezTo>
                    <a:pt x="766" y="21"/>
                    <a:pt x="719" y="4"/>
                    <a:pt x="679" y="18"/>
                  </a:cubicBezTo>
                  <a:cubicBezTo>
                    <a:pt x="672" y="21"/>
                    <a:pt x="669" y="21"/>
                    <a:pt x="662" y="18"/>
                  </a:cubicBezTo>
                  <a:cubicBezTo>
                    <a:pt x="662" y="18"/>
                    <a:pt x="659" y="18"/>
                    <a:pt x="656" y="18"/>
                  </a:cubicBezTo>
                  <a:cubicBezTo>
                    <a:pt x="652" y="18"/>
                    <a:pt x="652" y="18"/>
                    <a:pt x="652" y="18"/>
                  </a:cubicBezTo>
                  <a:lnTo>
                    <a:pt x="652" y="18"/>
                  </a:lnTo>
                  <a:cubicBezTo>
                    <a:pt x="649" y="21"/>
                    <a:pt x="645" y="21"/>
                    <a:pt x="642" y="21"/>
                  </a:cubicBezTo>
                  <a:cubicBezTo>
                    <a:pt x="639" y="21"/>
                    <a:pt x="639" y="21"/>
                    <a:pt x="639" y="18"/>
                  </a:cubicBezTo>
                  <a:cubicBezTo>
                    <a:pt x="628" y="21"/>
                    <a:pt x="622" y="21"/>
                    <a:pt x="612" y="21"/>
                  </a:cubicBezTo>
                  <a:lnTo>
                    <a:pt x="612" y="21"/>
                  </a:lnTo>
                  <a:cubicBezTo>
                    <a:pt x="599" y="18"/>
                    <a:pt x="585" y="18"/>
                    <a:pt x="571" y="28"/>
                  </a:cubicBezTo>
                  <a:cubicBezTo>
                    <a:pt x="558" y="28"/>
                    <a:pt x="545" y="28"/>
                    <a:pt x="531" y="34"/>
                  </a:cubicBezTo>
                  <a:cubicBezTo>
                    <a:pt x="531" y="34"/>
                    <a:pt x="528" y="34"/>
                    <a:pt x="524" y="34"/>
                  </a:cubicBezTo>
                  <a:lnTo>
                    <a:pt x="524" y="34"/>
                  </a:lnTo>
                  <a:cubicBezTo>
                    <a:pt x="514" y="28"/>
                    <a:pt x="504" y="28"/>
                    <a:pt x="494" y="34"/>
                  </a:cubicBezTo>
                  <a:lnTo>
                    <a:pt x="494" y="34"/>
                  </a:lnTo>
                  <a:lnTo>
                    <a:pt x="494" y="34"/>
                  </a:lnTo>
                  <a:lnTo>
                    <a:pt x="494" y="34"/>
                  </a:lnTo>
                  <a:cubicBezTo>
                    <a:pt x="451" y="34"/>
                    <a:pt x="407" y="48"/>
                    <a:pt x="363" y="48"/>
                  </a:cubicBezTo>
                  <a:cubicBezTo>
                    <a:pt x="316" y="48"/>
                    <a:pt x="270" y="51"/>
                    <a:pt x="222" y="58"/>
                  </a:cubicBezTo>
                  <a:cubicBezTo>
                    <a:pt x="219" y="55"/>
                    <a:pt x="212" y="51"/>
                    <a:pt x="206" y="51"/>
                  </a:cubicBezTo>
                  <a:cubicBezTo>
                    <a:pt x="172" y="55"/>
                    <a:pt x="142" y="48"/>
                    <a:pt x="112" y="51"/>
                  </a:cubicBezTo>
                  <a:cubicBezTo>
                    <a:pt x="92" y="55"/>
                    <a:pt x="68" y="51"/>
                    <a:pt x="58" y="65"/>
                  </a:cubicBezTo>
                  <a:moveTo>
                    <a:pt x="1128" y="14"/>
                  </a:moveTo>
                  <a:lnTo>
                    <a:pt x="1128" y="14"/>
                  </a:lnTo>
                  <a:cubicBezTo>
                    <a:pt x="1134" y="14"/>
                    <a:pt x="1141" y="14"/>
                    <a:pt x="1144" y="14"/>
                  </a:cubicBezTo>
                  <a:cubicBezTo>
                    <a:pt x="1148" y="14"/>
                    <a:pt x="1148" y="14"/>
                    <a:pt x="1148" y="14"/>
                  </a:cubicBezTo>
                  <a:cubicBezTo>
                    <a:pt x="1141" y="14"/>
                    <a:pt x="1134" y="14"/>
                    <a:pt x="1128" y="14"/>
                  </a:cubicBezTo>
                  <a:moveTo>
                    <a:pt x="1238" y="18"/>
                  </a:moveTo>
                  <a:lnTo>
                    <a:pt x="1238" y="18"/>
                  </a:lnTo>
                  <a:cubicBezTo>
                    <a:pt x="1242" y="18"/>
                    <a:pt x="1242" y="18"/>
                    <a:pt x="1242" y="18"/>
                  </a:cubicBezTo>
                  <a:cubicBezTo>
                    <a:pt x="1245" y="21"/>
                    <a:pt x="1245" y="21"/>
                    <a:pt x="1245" y="21"/>
                  </a:cubicBezTo>
                  <a:cubicBezTo>
                    <a:pt x="1242" y="18"/>
                    <a:pt x="1242" y="18"/>
                    <a:pt x="1238" y="18"/>
                  </a:cubicBezTo>
                  <a:moveTo>
                    <a:pt x="897" y="11"/>
                  </a:moveTo>
                  <a:lnTo>
                    <a:pt x="897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188"/>
            <p:cNvSpPr/>
            <p:nvPr/>
          </p:nvSpPr>
          <p:spPr>
            <a:xfrm>
              <a:off x="4700520" y="5202360"/>
              <a:ext cx="17640" cy="10440"/>
            </a:xfrm>
            <a:custGeom>
              <a:rect b="b" l="l" r="r" t="t"/>
              <a:pathLst>
                <a:path extrusionOk="0" h="29" w="49">
                  <a:moveTo>
                    <a:pt x="2" y="20"/>
                  </a:moveTo>
                  <a:lnTo>
                    <a:pt x="2" y="20"/>
                  </a:lnTo>
                  <a:cubicBezTo>
                    <a:pt x="13" y="33"/>
                    <a:pt x="36" y="30"/>
                    <a:pt x="49" y="20"/>
                  </a:cubicBezTo>
                  <a:cubicBezTo>
                    <a:pt x="49" y="13"/>
                    <a:pt x="49" y="6"/>
                    <a:pt x="46" y="0"/>
                  </a:cubicBezTo>
                  <a:cubicBezTo>
                    <a:pt x="43" y="0"/>
                    <a:pt x="39" y="0"/>
                    <a:pt x="36" y="3"/>
                  </a:cubicBezTo>
                  <a:cubicBezTo>
                    <a:pt x="26" y="10"/>
                    <a:pt x="-8" y="3"/>
                    <a:pt x="2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88"/>
            <p:cNvSpPr/>
            <p:nvPr/>
          </p:nvSpPr>
          <p:spPr>
            <a:xfrm>
              <a:off x="4591080" y="5198400"/>
              <a:ext cx="680040" cy="66600"/>
            </a:xfrm>
            <a:custGeom>
              <a:rect b="b" l="l" r="r" t="t"/>
              <a:pathLst>
                <a:path extrusionOk="0" h="185" w="1889">
                  <a:moveTo>
                    <a:pt x="145" y="101"/>
                  </a:moveTo>
                  <a:lnTo>
                    <a:pt x="145" y="101"/>
                  </a:lnTo>
                  <a:lnTo>
                    <a:pt x="145" y="101"/>
                  </a:lnTo>
                  <a:cubicBezTo>
                    <a:pt x="138" y="101"/>
                    <a:pt x="132" y="101"/>
                    <a:pt x="125" y="101"/>
                  </a:cubicBezTo>
                  <a:cubicBezTo>
                    <a:pt x="102" y="108"/>
                    <a:pt x="78" y="104"/>
                    <a:pt x="58" y="108"/>
                  </a:cubicBezTo>
                  <a:cubicBezTo>
                    <a:pt x="41" y="111"/>
                    <a:pt x="21" y="111"/>
                    <a:pt x="4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-2" y="128"/>
                    <a:pt x="4" y="135"/>
                    <a:pt x="18" y="138"/>
                  </a:cubicBezTo>
                  <a:cubicBezTo>
                    <a:pt x="21" y="138"/>
                    <a:pt x="24" y="138"/>
                    <a:pt x="28" y="138"/>
                  </a:cubicBezTo>
                  <a:cubicBezTo>
                    <a:pt x="35" y="135"/>
                    <a:pt x="38" y="135"/>
                    <a:pt x="45" y="138"/>
                  </a:cubicBezTo>
                  <a:cubicBezTo>
                    <a:pt x="105" y="132"/>
                    <a:pt x="165" y="135"/>
                    <a:pt x="223" y="118"/>
                  </a:cubicBezTo>
                  <a:lnTo>
                    <a:pt x="223" y="118"/>
                  </a:lnTo>
                  <a:cubicBezTo>
                    <a:pt x="226" y="122"/>
                    <a:pt x="229" y="122"/>
                    <a:pt x="233" y="122"/>
                  </a:cubicBezTo>
                  <a:cubicBezTo>
                    <a:pt x="276" y="135"/>
                    <a:pt x="317" y="122"/>
                    <a:pt x="357" y="111"/>
                  </a:cubicBezTo>
                  <a:lnTo>
                    <a:pt x="357" y="111"/>
                  </a:lnTo>
                  <a:cubicBezTo>
                    <a:pt x="360" y="111"/>
                    <a:pt x="363" y="111"/>
                    <a:pt x="367" y="111"/>
                  </a:cubicBezTo>
                  <a:cubicBezTo>
                    <a:pt x="407" y="108"/>
                    <a:pt x="447" y="115"/>
                    <a:pt x="488" y="104"/>
                  </a:cubicBezTo>
                  <a:cubicBezTo>
                    <a:pt x="491" y="104"/>
                    <a:pt x="494" y="104"/>
                    <a:pt x="498" y="101"/>
                  </a:cubicBezTo>
                  <a:cubicBezTo>
                    <a:pt x="545" y="101"/>
                    <a:pt x="592" y="108"/>
                    <a:pt x="639" y="94"/>
                  </a:cubicBezTo>
                  <a:lnTo>
                    <a:pt x="639" y="94"/>
                  </a:lnTo>
                  <a:lnTo>
                    <a:pt x="639" y="94"/>
                  </a:lnTo>
                  <a:cubicBezTo>
                    <a:pt x="642" y="94"/>
                    <a:pt x="645" y="94"/>
                    <a:pt x="649" y="91"/>
                  </a:cubicBezTo>
                  <a:cubicBezTo>
                    <a:pt x="659" y="91"/>
                    <a:pt x="666" y="91"/>
                    <a:pt x="676" y="91"/>
                  </a:cubicBezTo>
                  <a:lnTo>
                    <a:pt x="676" y="91"/>
                  </a:lnTo>
                  <a:lnTo>
                    <a:pt x="676" y="91"/>
                  </a:lnTo>
                  <a:cubicBezTo>
                    <a:pt x="679" y="91"/>
                    <a:pt x="682" y="94"/>
                    <a:pt x="689" y="91"/>
                  </a:cubicBezTo>
                  <a:cubicBezTo>
                    <a:pt x="686" y="91"/>
                    <a:pt x="686" y="91"/>
                    <a:pt x="686" y="91"/>
                  </a:cubicBezTo>
                  <a:lnTo>
                    <a:pt x="689" y="91"/>
                  </a:lnTo>
                  <a:cubicBezTo>
                    <a:pt x="692" y="91"/>
                    <a:pt x="696" y="91"/>
                    <a:pt x="702" y="91"/>
                  </a:cubicBezTo>
                  <a:lnTo>
                    <a:pt x="702" y="91"/>
                  </a:lnTo>
                  <a:lnTo>
                    <a:pt x="702" y="91"/>
                  </a:lnTo>
                  <a:cubicBezTo>
                    <a:pt x="719" y="94"/>
                    <a:pt x="736" y="94"/>
                    <a:pt x="753" y="91"/>
                  </a:cubicBezTo>
                  <a:cubicBezTo>
                    <a:pt x="817" y="81"/>
                    <a:pt x="884" y="91"/>
                    <a:pt x="948" y="75"/>
                  </a:cubicBezTo>
                  <a:lnTo>
                    <a:pt x="948" y="75"/>
                  </a:lnTo>
                  <a:cubicBezTo>
                    <a:pt x="1005" y="78"/>
                    <a:pt x="1058" y="68"/>
                    <a:pt x="1115" y="64"/>
                  </a:cubicBezTo>
                  <a:lnTo>
                    <a:pt x="1115" y="64"/>
                  </a:lnTo>
                  <a:lnTo>
                    <a:pt x="1115" y="64"/>
                  </a:lnTo>
                  <a:cubicBezTo>
                    <a:pt x="1182" y="71"/>
                    <a:pt x="1249" y="58"/>
                    <a:pt x="1316" y="54"/>
                  </a:cubicBezTo>
                  <a:cubicBezTo>
                    <a:pt x="1353" y="54"/>
                    <a:pt x="1386" y="47"/>
                    <a:pt x="1423" y="44"/>
                  </a:cubicBezTo>
                  <a:lnTo>
                    <a:pt x="1423" y="44"/>
                  </a:lnTo>
                  <a:lnTo>
                    <a:pt x="1423" y="44"/>
                  </a:lnTo>
                  <a:cubicBezTo>
                    <a:pt x="1453" y="44"/>
                    <a:pt x="1484" y="47"/>
                    <a:pt x="1514" y="37"/>
                  </a:cubicBezTo>
                  <a:lnTo>
                    <a:pt x="1514" y="37"/>
                  </a:lnTo>
                  <a:cubicBezTo>
                    <a:pt x="1561" y="41"/>
                    <a:pt x="1608" y="37"/>
                    <a:pt x="1655" y="34"/>
                  </a:cubicBezTo>
                  <a:cubicBezTo>
                    <a:pt x="1658" y="37"/>
                    <a:pt x="1662" y="37"/>
                    <a:pt x="1668" y="37"/>
                  </a:cubicBezTo>
                  <a:lnTo>
                    <a:pt x="1668" y="37"/>
                  </a:lnTo>
                  <a:cubicBezTo>
                    <a:pt x="1692" y="37"/>
                    <a:pt x="1719" y="37"/>
                    <a:pt x="1745" y="37"/>
                  </a:cubicBezTo>
                  <a:cubicBezTo>
                    <a:pt x="1715" y="54"/>
                    <a:pt x="1678" y="41"/>
                    <a:pt x="1651" y="54"/>
                  </a:cubicBezTo>
                  <a:lnTo>
                    <a:pt x="1651" y="54"/>
                  </a:lnTo>
                  <a:cubicBezTo>
                    <a:pt x="1608" y="54"/>
                    <a:pt x="1571" y="75"/>
                    <a:pt x="1527" y="71"/>
                  </a:cubicBezTo>
                  <a:lnTo>
                    <a:pt x="1527" y="71"/>
                  </a:lnTo>
                  <a:cubicBezTo>
                    <a:pt x="1487" y="71"/>
                    <a:pt x="1447" y="71"/>
                    <a:pt x="1410" y="81"/>
                  </a:cubicBezTo>
                  <a:cubicBezTo>
                    <a:pt x="1406" y="78"/>
                    <a:pt x="1403" y="78"/>
                    <a:pt x="1400" y="78"/>
                  </a:cubicBezTo>
                  <a:cubicBezTo>
                    <a:pt x="1400" y="81"/>
                    <a:pt x="1396" y="81"/>
                    <a:pt x="1396" y="81"/>
                  </a:cubicBezTo>
                  <a:cubicBezTo>
                    <a:pt x="1383" y="85"/>
                    <a:pt x="1366" y="85"/>
                    <a:pt x="1353" y="91"/>
                  </a:cubicBezTo>
                  <a:cubicBezTo>
                    <a:pt x="1346" y="91"/>
                    <a:pt x="1339" y="91"/>
                    <a:pt x="1333" y="94"/>
                  </a:cubicBezTo>
                  <a:lnTo>
                    <a:pt x="1333" y="94"/>
                  </a:lnTo>
                  <a:lnTo>
                    <a:pt x="1333" y="94"/>
                  </a:lnTo>
                  <a:cubicBezTo>
                    <a:pt x="1329" y="94"/>
                    <a:pt x="1323" y="94"/>
                    <a:pt x="1319" y="94"/>
                  </a:cubicBezTo>
                  <a:cubicBezTo>
                    <a:pt x="1323" y="94"/>
                    <a:pt x="1323" y="94"/>
                    <a:pt x="1326" y="94"/>
                  </a:cubicBezTo>
                  <a:lnTo>
                    <a:pt x="1323" y="94"/>
                  </a:lnTo>
                  <a:lnTo>
                    <a:pt x="1319" y="94"/>
                  </a:lnTo>
                  <a:cubicBezTo>
                    <a:pt x="1312" y="91"/>
                    <a:pt x="1302" y="91"/>
                    <a:pt x="1292" y="91"/>
                  </a:cubicBezTo>
                  <a:lnTo>
                    <a:pt x="1292" y="91"/>
                  </a:lnTo>
                  <a:cubicBezTo>
                    <a:pt x="1265" y="94"/>
                    <a:pt x="1239" y="88"/>
                    <a:pt x="1213" y="101"/>
                  </a:cubicBezTo>
                  <a:cubicBezTo>
                    <a:pt x="1209" y="101"/>
                    <a:pt x="1206" y="101"/>
                    <a:pt x="1203" y="101"/>
                  </a:cubicBezTo>
                  <a:lnTo>
                    <a:pt x="1203" y="101"/>
                  </a:lnTo>
                  <a:cubicBezTo>
                    <a:pt x="1199" y="101"/>
                    <a:pt x="1196" y="101"/>
                    <a:pt x="1192" y="104"/>
                  </a:cubicBezTo>
                  <a:cubicBezTo>
                    <a:pt x="1169" y="101"/>
                    <a:pt x="1145" y="94"/>
                    <a:pt x="1125" y="108"/>
                  </a:cubicBezTo>
                  <a:lnTo>
                    <a:pt x="1125" y="108"/>
                  </a:lnTo>
                  <a:lnTo>
                    <a:pt x="1125" y="108"/>
                  </a:lnTo>
                  <a:cubicBezTo>
                    <a:pt x="1122" y="108"/>
                    <a:pt x="1119" y="108"/>
                    <a:pt x="1115" y="108"/>
                  </a:cubicBezTo>
                  <a:lnTo>
                    <a:pt x="1115" y="108"/>
                  </a:lnTo>
                  <a:cubicBezTo>
                    <a:pt x="1109" y="104"/>
                    <a:pt x="1105" y="104"/>
                    <a:pt x="1102" y="111"/>
                  </a:cubicBezTo>
                  <a:lnTo>
                    <a:pt x="1102" y="111"/>
                  </a:lnTo>
                  <a:cubicBezTo>
                    <a:pt x="1065" y="108"/>
                    <a:pt x="1031" y="111"/>
                    <a:pt x="998" y="111"/>
                  </a:cubicBezTo>
                  <a:lnTo>
                    <a:pt x="998" y="111"/>
                  </a:lnTo>
                  <a:cubicBezTo>
                    <a:pt x="981" y="108"/>
                    <a:pt x="968" y="111"/>
                    <a:pt x="958" y="118"/>
                  </a:cubicBezTo>
                  <a:cubicBezTo>
                    <a:pt x="944" y="118"/>
                    <a:pt x="934" y="108"/>
                    <a:pt x="921" y="118"/>
                  </a:cubicBezTo>
                  <a:lnTo>
                    <a:pt x="921" y="118"/>
                  </a:lnTo>
                  <a:cubicBezTo>
                    <a:pt x="863" y="122"/>
                    <a:pt x="810" y="128"/>
                    <a:pt x="753" y="132"/>
                  </a:cubicBezTo>
                  <a:cubicBezTo>
                    <a:pt x="713" y="125"/>
                    <a:pt x="676" y="132"/>
                    <a:pt x="639" y="138"/>
                  </a:cubicBezTo>
                  <a:cubicBezTo>
                    <a:pt x="565" y="145"/>
                    <a:pt x="491" y="138"/>
                    <a:pt x="417" y="148"/>
                  </a:cubicBezTo>
                  <a:cubicBezTo>
                    <a:pt x="370" y="148"/>
                    <a:pt x="320" y="145"/>
                    <a:pt x="273" y="158"/>
                  </a:cubicBezTo>
                  <a:lnTo>
                    <a:pt x="273" y="158"/>
                  </a:lnTo>
                  <a:cubicBezTo>
                    <a:pt x="259" y="158"/>
                    <a:pt x="259" y="168"/>
                    <a:pt x="263" y="175"/>
                  </a:cubicBezTo>
                  <a:cubicBezTo>
                    <a:pt x="276" y="192"/>
                    <a:pt x="296" y="182"/>
                    <a:pt x="313" y="182"/>
                  </a:cubicBezTo>
                  <a:cubicBezTo>
                    <a:pt x="343" y="182"/>
                    <a:pt x="374" y="182"/>
                    <a:pt x="404" y="175"/>
                  </a:cubicBezTo>
                  <a:cubicBezTo>
                    <a:pt x="488" y="179"/>
                    <a:pt x="565" y="165"/>
                    <a:pt x="649" y="162"/>
                  </a:cubicBezTo>
                  <a:cubicBezTo>
                    <a:pt x="662" y="162"/>
                    <a:pt x="672" y="162"/>
                    <a:pt x="686" y="165"/>
                  </a:cubicBezTo>
                  <a:cubicBezTo>
                    <a:pt x="723" y="152"/>
                    <a:pt x="766" y="172"/>
                    <a:pt x="803" y="155"/>
                  </a:cubicBezTo>
                  <a:lnTo>
                    <a:pt x="803" y="155"/>
                  </a:lnTo>
                  <a:cubicBezTo>
                    <a:pt x="806" y="155"/>
                    <a:pt x="806" y="152"/>
                    <a:pt x="806" y="148"/>
                  </a:cubicBezTo>
                  <a:lnTo>
                    <a:pt x="806" y="148"/>
                  </a:lnTo>
                  <a:cubicBezTo>
                    <a:pt x="840" y="155"/>
                    <a:pt x="877" y="152"/>
                    <a:pt x="910" y="152"/>
                  </a:cubicBezTo>
                  <a:cubicBezTo>
                    <a:pt x="914" y="152"/>
                    <a:pt x="921" y="152"/>
                    <a:pt x="924" y="148"/>
                  </a:cubicBezTo>
                  <a:cubicBezTo>
                    <a:pt x="931" y="152"/>
                    <a:pt x="938" y="152"/>
                    <a:pt x="944" y="148"/>
                  </a:cubicBezTo>
                  <a:cubicBezTo>
                    <a:pt x="954" y="145"/>
                    <a:pt x="964" y="142"/>
                    <a:pt x="974" y="142"/>
                  </a:cubicBezTo>
                  <a:cubicBezTo>
                    <a:pt x="988" y="138"/>
                    <a:pt x="998" y="138"/>
                    <a:pt x="1011" y="138"/>
                  </a:cubicBezTo>
                  <a:cubicBezTo>
                    <a:pt x="1048" y="138"/>
                    <a:pt x="1088" y="142"/>
                    <a:pt x="1125" y="128"/>
                  </a:cubicBezTo>
                  <a:cubicBezTo>
                    <a:pt x="1132" y="132"/>
                    <a:pt x="1135" y="128"/>
                    <a:pt x="1139" y="128"/>
                  </a:cubicBezTo>
                  <a:lnTo>
                    <a:pt x="1139" y="128"/>
                  </a:lnTo>
                  <a:lnTo>
                    <a:pt x="1139" y="128"/>
                  </a:lnTo>
                  <a:cubicBezTo>
                    <a:pt x="1152" y="132"/>
                    <a:pt x="1166" y="132"/>
                    <a:pt x="1179" y="128"/>
                  </a:cubicBezTo>
                  <a:lnTo>
                    <a:pt x="1179" y="128"/>
                  </a:lnTo>
                  <a:lnTo>
                    <a:pt x="1179" y="128"/>
                  </a:lnTo>
                  <a:cubicBezTo>
                    <a:pt x="1196" y="132"/>
                    <a:pt x="1216" y="132"/>
                    <a:pt x="1229" y="122"/>
                  </a:cubicBezTo>
                  <a:lnTo>
                    <a:pt x="1229" y="122"/>
                  </a:lnTo>
                  <a:cubicBezTo>
                    <a:pt x="1243" y="122"/>
                    <a:pt x="1255" y="122"/>
                    <a:pt x="1269" y="118"/>
                  </a:cubicBezTo>
                  <a:lnTo>
                    <a:pt x="1269" y="118"/>
                  </a:lnTo>
                  <a:cubicBezTo>
                    <a:pt x="1282" y="118"/>
                    <a:pt x="1299" y="118"/>
                    <a:pt x="1312" y="111"/>
                  </a:cubicBezTo>
                  <a:cubicBezTo>
                    <a:pt x="1323" y="118"/>
                    <a:pt x="1329" y="118"/>
                    <a:pt x="1339" y="111"/>
                  </a:cubicBezTo>
                  <a:cubicBezTo>
                    <a:pt x="1363" y="111"/>
                    <a:pt x="1390" y="115"/>
                    <a:pt x="1410" y="104"/>
                  </a:cubicBezTo>
                  <a:lnTo>
                    <a:pt x="1410" y="104"/>
                  </a:lnTo>
                  <a:cubicBezTo>
                    <a:pt x="1440" y="101"/>
                    <a:pt x="1470" y="101"/>
                    <a:pt x="1497" y="101"/>
                  </a:cubicBezTo>
                  <a:cubicBezTo>
                    <a:pt x="1504" y="98"/>
                    <a:pt x="1507" y="94"/>
                    <a:pt x="1514" y="91"/>
                  </a:cubicBezTo>
                  <a:lnTo>
                    <a:pt x="1514" y="91"/>
                  </a:lnTo>
                  <a:lnTo>
                    <a:pt x="1514" y="91"/>
                  </a:lnTo>
                  <a:cubicBezTo>
                    <a:pt x="1524" y="94"/>
                    <a:pt x="1537" y="94"/>
                    <a:pt x="1551" y="91"/>
                  </a:cubicBezTo>
                  <a:cubicBezTo>
                    <a:pt x="1577" y="91"/>
                    <a:pt x="1605" y="91"/>
                    <a:pt x="1628" y="81"/>
                  </a:cubicBezTo>
                  <a:cubicBezTo>
                    <a:pt x="1638" y="81"/>
                    <a:pt x="1645" y="85"/>
                    <a:pt x="1655" y="85"/>
                  </a:cubicBezTo>
                  <a:cubicBezTo>
                    <a:pt x="1668" y="81"/>
                    <a:pt x="1685" y="85"/>
                    <a:pt x="1695" y="75"/>
                  </a:cubicBezTo>
                  <a:lnTo>
                    <a:pt x="1695" y="75"/>
                  </a:lnTo>
                  <a:cubicBezTo>
                    <a:pt x="1712" y="75"/>
                    <a:pt x="1729" y="75"/>
                    <a:pt x="1745" y="75"/>
                  </a:cubicBezTo>
                  <a:cubicBezTo>
                    <a:pt x="1762" y="75"/>
                    <a:pt x="1782" y="78"/>
                    <a:pt x="1799" y="68"/>
                  </a:cubicBezTo>
                  <a:lnTo>
                    <a:pt x="1799" y="68"/>
                  </a:lnTo>
                  <a:cubicBezTo>
                    <a:pt x="1816" y="71"/>
                    <a:pt x="1829" y="78"/>
                    <a:pt x="1849" y="75"/>
                  </a:cubicBezTo>
                  <a:lnTo>
                    <a:pt x="1849" y="75"/>
                  </a:lnTo>
                  <a:lnTo>
                    <a:pt x="1849" y="75"/>
                  </a:lnTo>
                  <a:cubicBezTo>
                    <a:pt x="1863" y="75"/>
                    <a:pt x="1876" y="78"/>
                    <a:pt x="1886" y="64"/>
                  </a:cubicBezTo>
                  <a:cubicBezTo>
                    <a:pt x="1890" y="61"/>
                    <a:pt x="1890" y="58"/>
                    <a:pt x="1886" y="54"/>
                  </a:cubicBezTo>
                  <a:cubicBezTo>
                    <a:pt x="1886" y="51"/>
                    <a:pt x="1880" y="47"/>
                    <a:pt x="1873" y="44"/>
                  </a:cubicBezTo>
                  <a:cubicBezTo>
                    <a:pt x="1863" y="41"/>
                    <a:pt x="1853" y="37"/>
                    <a:pt x="1839" y="37"/>
                  </a:cubicBezTo>
                  <a:cubicBezTo>
                    <a:pt x="1849" y="37"/>
                    <a:pt x="1856" y="34"/>
                    <a:pt x="1863" y="31"/>
                  </a:cubicBezTo>
                  <a:cubicBezTo>
                    <a:pt x="1869" y="24"/>
                    <a:pt x="1883" y="21"/>
                    <a:pt x="1880" y="14"/>
                  </a:cubicBezTo>
                  <a:cubicBezTo>
                    <a:pt x="1876" y="4"/>
                    <a:pt x="1866" y="4"/>
                    <a:pt x="1856" y="1"/>
                  </a:cubicBezTo>
                  <a:cubicBezTo>
                    <a:pt x="1829" y="-3"/>
                    <a:pt x="1809" y="11"/>
                    <a:pt x="1782" y="11"/>
                  </a:cubicBezTo>
                  <a:lnTo>
                    <a:pt x="1782" y="11"/>
                  </a:lnTo>
                  <a:cubicBezTo>
                    <a:pt x="1779" y="7"/>
                    <a:pt x="1776" y="11"/>
                    <a:pt x="1772" y="11"/>
                  </a:cubicBezTo>
                  <a:cubicBezTo>
                    <a:pt x="1762" y="11"/>
                    <a:pt x="1752" y="11"/>
                    <a:pt x="1745" y="11"/>
                  </a:cubicBezTo>
                  <a:lnTo>
                    <a:pt x="1745" y="11"/>
                  </a:lnTo>
                  <a:cubicBezTo>
                    <a:pt x="1719" y="11"/>
                    <a:pt x="1692" y="7"/>
                    <a:pt x="1668" y="17"/>
                  </a:cubicBezTo>
                  <a:cubicBezTo>
                    <a:pt x="1608" y="1"/>
                    <a:pt x="1547" y="14"/>
                    <a:pt x="1487" y="17"/>
                  </a:cubicBezTo>
                  <a:cubicBezTo>
                    <a:pt x="1470" y="17"/>
                    <a:pt x="1453" y="17"/>
                    <a:pt x="1437" y="17"/>
                  </a:cubicBezTo>
                  <a:cubicBezTo>
                    <a:pt x="1437" y="21"/>
                    <a:pt x="1440" y="21"/>
                    <a:pt x="1440" y="21"/>
                  </a:cubicBezTo>
                  <a:cubicBezTo>
                    <a:pt x="1437" y="21"/>
                    <a:pt x="1437" y="21"/>
                    <a:pt x="1437" y="17"/>
                  </a:cubicBezTo>
                  <a:cubicBezTo>
                    <a:pt x="1349" y="14"/>
                    <a:pt x="1269" y="31"/>
                    <a:pt x="1186" y="31"/>
                  </a:cubicBezTo>
                  <a:cubicBezTo>
                    <a:pt x="1162" y="31"/>
                    <a:pt x="1135" y="41"/>
                    <a:pt x="1112" y="44"/>
                  </a:cubicBezTo>
                  <a:lnTo>
                    <a:pt x="1112" y="44"/>
                  </a:lnTo>
                  <a:cubicBezTo>
                    <a:pt x="1088" y="44"/>
                    <a:pt x="1062" y="37"/>
                    <a:pt x="1038" y="47"/>
                  </a:cubicBezTo>
                  <a:lnTo>
                    <a:pt x="1038" y="47"/>
                  </a:lnTo>
                  <a:lnTo>
                    <a:pt x="1038" y="47"/>
                  </a:lnTo>
                  <a:cubicBezTo>
                    <a:pt x="1035" y="44"/>
                    <a:pt x="1031" y="44"/>
                    <a:pt x="1028" y="44"/>
                  </a:cubicBezTo>
                  <a:cubicBezTo>
                    <a:pt x="1025" y="44"/>
                    <a:pt x="1025" y="44"/>
                    <a:pt x="1025" y="47"/>
                  </a:cubicBezTo>
                  <a:cubicBezTo>
                    <a:pt x="984" y="47"/>
                    <a:pt x="948" y="44"/>
                    <a:pt x="907" y="51"/>
                  </a:cubicBezTo>
                  <a:cubicBezTo>
                    <a:pt x="900" y="51"/>
                    <a:pt x="890" y="51"/>
                    <a:pt x="881" y="54"/>
                  </a:cubicBezTo>
                  <a:cubicBezTo>
                    <a:pt x="793" y="58"/>
                    <a:pt x="709" y="64"/>
                    <a:pt x="625" y="68"/>
                  </a:cubicBezTo>
                  <a:lnTo>
                    <a:pt x="625" y="68"/>
                  </a:lnTo>
                  <a:cubicBezTo>
                    <a:pt x="568" y="75"/>
                    <a:pt x="508" y="64"/>
                    <a:pt x="454" y="81"/>
                  </a:cubicBezTo>
                  <a:lnTo>
                    <a:pt x="454" y="81"/>
                  </a:lnTo>
                  <a:cubicBezTo>
                    <a:pt x="444" y="85"/>
                    <a:pt x="434" y="85"/>
                    <a:pt x="427" y="91"/>
                  </a:cubicBezTo>
                  <a:cubicBezTo>
                    <a:pt x="397" y="85"/>
                    <a:pt x="370" y="81"/>
                    <a:pt x="340" y="91"/>
                  </a:cubicBezTo>
                  <a:cubicBezTo>
                    <a:pt x="310" y="98"/>
                    <a:pt x="276" y="88"/>
                    <a:pt x="249" y="101"/>
                  </a:cubicBezTo>
                  <a:lnTo>
                    <a:pt x="249" y="101"/>
                  </a:lnTo>
                  <a:cubicBezTo>
                    <a:pt x="236" y="101"/>
                    <a:pt x="223" y="101"/>
                    <a:pt x="213" y="101"/>
                  </a:cubicBezTo>
                  <a:lnTo>
                    <a:pt x="213" y="101"/>
                  </a:lnTo>
                  <a:cubicBezTo>
                    <a:pt x="202" y="101"/>
                    <a:pt x="192" y="101"/>
                    <a:pt x="185" y="101"/>
                  </a:cubicBezTo>
                  <a:cubicBezTo>
                    <a:pt x="172" y="101"/>
                    <a:pt x="159" y="101"/>
                    <a:pt x="145" y="1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21600" lIns="90000" spcFirstLastPara="1" rIns="90000" wrap="square" tIns="21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188"/>
            <p:cNvSpPr/>
            <p:nvPr/>
          </p:nvSpPr>
          <p:spPr>
            <a:xfrm>
              <a:off x="4633560" y="5194800"/>
              <a:ext cx="8640" cy="7560"/>
            </a:xfrm>
            <a:custGeom>
              <a:rect b="b" l="l" r="r" t="t"/>
              <a:pathLst>
                <a:path extrusionOk="0" h="21" w="24">
                  <a:moveTo>
                    <a:pt x="24" y="14"/>
                  </a:moveTo>
                  <a:lnTo>
                    <a:pt x="24" y="14"/>
                  </a:lnTo>
                  <a:cubicBezTo>
                    <a:pt x="24" y="4"/>
                    <a:pt x="14" y="4"/>
                    <a:pt x="4" y="0"/>
                  </a:cubicBezTo>
                  <a:cubicBezTo>
                    <a:pt x="4" y="7"/>
                    <a:pt x="4" y="14"/>
                    <a:pt x="0" y="21"/>
                  </a:cubicBezTo>
                  <a:cubicBezTo>
                    <a:pt x="10" y="21"/>
                    <a:pt x="20" y="21"/>
                    <a:pt x="2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188"/>
            <p:cNvSpPr/>
            <p:nvPr/>
          </p:nvSpPr>
          <p:spPr>
            <a:xfrm>
              <a:off x="4815000" y="5176440"/>
              <a:ext cx="478080" cy="28800"/>
            </a:xfrm>
            <a:custGeom>
              <a:rect b="b" l="l" r="r" t="t"/>
              <a:pathLst>
                <a:path extrusionOk="0" h="80" w="1328">
                  <a:moveTo>
                    <a:pt x="1070" y="31"/>
                  </a:moveTo>
                  <a:lnTo>
                    <a:pt x="1070" y="31"/>
                  </a:lnTo>
                  <a:cubicBezTo>
                    <a:pt x="1100" y="38"/>
                    <a:pt x="1130" y="31"/>
                    <a:pt x="1160" y="31"/>
                  </a:cubicBezTo>
                  <a:cubicBezTo>
                    <a:pt x="1214" y="38"/>
                    <a:pt x="1261" y="25"/>
                    <a:pt x="1315" y="25"/>
                  </a:cubicBezTo>
                  <a:cubicBezTo>
                    <a:pt x="1321" y="25"/>
                    <a:pt x="1328" y="18"/>
                    <a:pt x="1328" y="11"/>
                  </a:cubicBezTo>
                  <a:cubicBezTo>
                    <a:pt x="1325" y="1"/>
                    <a:pt x="1318" y="4"/>
                    <a:pt x="1308" y="4"/>
                  </a:cubicBezTo>
                  <a:cubicBezTo>
                    <a:pt x="1291" y="4"/>
                    <a:pt x="1271" y="4"/>
                    <a:pt x="1251" y="4"/>
                  </a:cubicBezTo>
                  <a:cubicBezTo>
                    <a:pt x="1247" y="4"/>
                    <a:pt x="1244" y="4"/>
                    <a:pt x="1237" y="4"/>
                  </a:cubicBezTo>
                  <a:cubicBezTo>
                    <a:pt x="1224" y="-2"/>
                    <a:pt x="1211" y="1"/>
                    <a:pt x="1197" y="8"/>
                  </a:cubicBezTo>
                  <a:cubicBezTo>
                    <a:pt x="1194" y="11"/>
                    <a:pt x="1190" y="11"/>
                    <a:pt x="1184" y="15"/>
                  </a:cubicBezTo>
                  <a:cubicBezTo>
                    <a:pt x="1144" y="11"/>
                    <a:pt x="1103" y="-9"/>
                    <a:pt x="1066" y="18"/>
                  </a:cubicBezTo>
                  <a:lnTo>
                    <a:pt x="1066" y="21"/>
                  </a:lnTo>
                  <a:lnTo>
                    <a:pt x="1066" y="21"/>
                  </a:lnTo>
                  <a:cubicBezTo>
                    <a:pt x="1063" y="21"/>
                    <a:pt x="1063" y="21"/>
                    <a:pt x="1063" y="25"/>
                  </a:cubicBezTo>
                  <a:cubicBezTo>
                    <a:pt x="1060" y="25"/>
                    <a:pt x="1060" y="25"/>
                    <a:pt x="1060" y="25"/>
                  </a:cubicBezTo>
                  <a:cubicBezTo>
                    <a:pt x="1060" y="21"/>
                    <a:pt x="1060" y="18"/>
                    <a:pt x="1060" y="15"/>
                  </a:cubicBezTo>
                  <a:cubicBezTo>
                    <a:pt x="1002" y="-6"/>
                    <a:pt x="945" y="-6"/>
                    <a:pt x="888" y="21"/>
                  </a:cubicBezTo>
                  <a:lnTo>
                    <a:pt x="888" y="21"/>
                  </a:lnTo>
                  <a:cubicBezTo>
                    <a:pt x="885" y="21"/>
                    <a:pt x="882" y="21"/>
                    <a:pt x="878" y="21"/>
                  </a:cubicBezTo>
                  <a:lnTo>
                    <a:pt x="875" y="21"/>
                  </a:lnTo>
                  <a:cubicBezTo>
                    <a:pt x="868" y="21"/>
                    <a:pt x="865" y="18"/>
                    <a:pt x="862" y="18"/>
                  </a:cubicBezTo>
                  <a:cubicBezTo>
                    <a:pt x="848" y="15"/>
                    <a:pt x="835" y="8"/>
                    <a:pt x="821" y="11"/>
                  </a:cubicBezTo>
                  <a:cubicBezTo>
                    <a:pt x="808" y="11"/>
                    <a:pt x="798" y="18"/>
                    <a:pt x="784" y="21"/>
                  </a:cubicBezTo>
                  <a:cubicBezTo>
                    <a:pt x="781" y="21"/>
                    <a:pt x="781" y="21"/>
                    <a:pt x="778" y="25"/>
                  </a:cubicBezTo>
                  <a:lnTo>
                    <a:pt x="778" y="21"/>
                  </a:lnTo>
                  <a:cubicBezTo>
                    <a:pt x="680" y="-2"/>
                    <a:pt x="587" y="11"/>
                    <a:pt x="493" y="25"/>
                  </a:cubicBezTo>
                  <a:cubicBezTo>
                    <a:pt x="487" y="25"/>
                    <a:pt x="483" y="28"/>
                    <a:pt x="480" y="31"/>
                  </a:cubicBezTo>
                  <a:cubicBezTo>
                    <a:pt x="460" y="8"/>
                    <a:pt x="433" y="25"/>
                    <a:pt x="409" y="25"/>
                  </a:cubicBezTo>
                  <a:cubicBezTo>
                    <a:pt x="396" y="31"/>
                    <a:pt x="383" y="38"/>
                    <a:pt x="366" y="31"/>
                  </a:cubicBezTo>
                  <a:cubicBezTo>
                    <a:pt x="319" y="25"/>
                    <a:pt x="272" y="31"/>
                    <a:pt x="225" y="38"/>
                  </a:cubicBezTo>
                  <a:cubicBezTo>
                    <a:pt x="221" y="38"/>
                    <a:pt x="218" y="41"/>
                    <a:pt x="218" y="45"/>
                  </a:cubicBezTo>
                  <a:cubicBezTo>
                    <a:pt x="215" y="45"/>
                    <a:pt x="211" y="45"/>
                    <a:pt x="211" y="45"/>
                  </a:cubicBezTo>
                  <a:cubicBezTo>
                    <a:pt x="208" y="41"/>
                    <a:pt x="205" y="38"/>
                    <a:pt x="198" y="35"/>
                  </a:cubicBezTo>
                  <a:cubicBezTo>
                    <a:pt x="171" y="31"/>
                    <a:pt x="148" y="38"/>
                    <a:pt x="127" y="48"/>
                  </a:cubicBezTo>
                  <a:cubicBezTo>
                    <a:pt x="127" y="48"/>
                    <a:pt x="124" y="48"/>
                    <a:pt x="124" y="51"/>
                  </a:cubicBezTo>
                  <a:cubicBezTo>
                    <a:pt x="114" y="45"/>
                    <a:pt x="104" y="45"/>
                    <a:pt x="94" y="51"/>
                  </a:cubicBezTo>
                  <a:cubicBezTo>
                    <a:pt x="94" y="51"/>
                    <a:pt x="94" y="48"/>
                    <a:pt x="91" y="48"/>
                  </a:cubicBezTo>
                  <a:cubicBezTo>
                    <a:pt x="60" y="48"/>
                    <a:pt x="27" y="35"/>
                    <a:pt x="0" y="62"/>
                  </a:cubicBezTo>
                  <a:cubicBezTo>
                    <a:pt x="0" y="68"/>
                    <a:pt x="0" y="75"/>
                    <a:pt x="0" y="78"/>
                  </a:cubicBezTo>
                  <a:cubicBezTo>
                    <a:pt x="37" y="78"/>
                    <a:pt x="74" y="85"/>
                    <a:pt x="107" y="72"/>
                  </a:cubicBezTo>
                  <a:lnTo>
                    <a:pt x="107" y="72"/>
                  </a:lnTo>
                  <a:cubicBezTo>
                    <a:pt x="111" y="72"/>
                    <a:pt x="114" y="72"/>
                    <a:pt x="117" y="72"/>
                  </a:cubicBezTo>
                  <a:cubicBezTo>
                    <a:pt x="154" y="78"/>
                    <a:pt x="188" y="72"/>
                    <a:pt x="221" y="62"/>
                  </a:cubicBezTo>
                  <a:lnTo>
                    <a:pt x="221" y="62"/>
                  </a:lnTo>
                  <a:cubicBezTo>
                    <a:pt x="302" y="62"/>
                    <a:pt x="386" y="62"/>
                    <a:pt x="466" y="51"/>
                  </a:cubicBezTo>
                  <a:lnTo>
                    <a:pt x="466" y="51"/>
                  </a:lnTo>
                  <a:cubicBezTo>
                    <a:pt x="483" y="51"/>
                    <a:pt x="500" y="51"/>
                    <a:pt x="517" y="51"/>
                  </a:cubicBezTo>
                  <a:lnTo>
                    <a:pt x="517" y="51"/>
                  </a:lnTo>
                  <a:lnTo>
                    <a:pt x="517" y="51"/>
                  </a:lnTo>
                  <a:cubicBezTo>
                    <a:pt x="604" y="55"/>
                    <a:pt x="690" y="51"/>
                    <a:pt x="774" y="41"/>
                  </a:cubicBezTo>
                  <a:lnTo>
                    <a:pt x="774" y="41"/>
                  </a:lnTo>
                  <a:lnTo>
                    <a:pt x="774" y="41"/>
                  </a:lnTo>
                  <a:cubicBezTo>
                    <a:pt x="845" y="41"/>
                    <a:pt x="915" y="48"/>
                    <a:pt x="986" y="35"/>
                  </a:cubicBezTo>
                  <a:lnTo>
                    <a:pt x="986" y="35"/>
                  </a:lnTo>
                  <a:cubicBezTo>
                    <a:pt x="1006" y="35"/>
                    <a:pt x="1026" y="38"/>
                    <a:pt x="1046" y="35"/>
                  </a:cubicBezTo>
                  <a:lnTo>
                    <a:pt x="1046" y="35"/>
                  </a:lnTo>
                  <a:lnTo>
                    <a:pt x="1046" y="35"/>
                  </a:lnTo>
                  <a:cubicBezTo>
                    <a:pt x="1053" y="35"/>
                    <a:pt x="1063" y="35"/>
                    <a:pt x="1070" y="31"/>
                  </a:cubicBezTo>
                  <a:moveTo>
                    <a:pt x="477" y="35"/>
                  </a:moveTo>
                  <a:lnTo>
                    <a:pt x="477" y="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88"/>
            <p:cNvSpPr/>
            <p:nvPr/>
          </p:nvSpPr>
          <p:spPr>
            <a:xfrm>
              <a:off x="4538880" y="5254920"/>
              <a:ext cx="142560" cy="17280"/>
            </a:xfrm>
            <a:custGeom>
              <a:rect b="b" l="l" r="r" t="t"/>
              <a:pathLst>
                <a:path extrusionOk="0" h="48" w="396">
                  <a:moveTo>
                    <a:pt x="347" y="32"/>
                  </a:moveTo>
                  <a:lnTo>
                    <a:pt x="347" y="32"/>
                  </a:lnTo>
                  <a:cubicBezTo>
                    <a:pt x="351" y="32"/>
                    <a:pt x="354" y="35"/>
                    <a:pt x="358" y="35"/>
                  </a:cubicBezTo>
                  <a:cubicBezTo>
                    <a:pt x="361" y="35"/>
                    <a:pt x="364" y="35"/>
                    <a:pt x="364" y="35"/>
                  </a:cubicBezTo>
                  <a:cubicBezTo>
                    <a:pt x="374" y="32"/>
                    <a:pt x="384" y="28"/>
                    <a:pt x="387" y="22"/>
                  </a:cubicBezTo>
                  <a:cubicBezTo>
                    <a:pt x="404" y="5"/>
                    <a:pt x="398" y="-2"/>
                    <a:pt x="368" y="1"/>
                  </a:cubicBezTo>
                  <a:cubicBezTo>
                    <a:pt x="317" y="-2"/>
                    <a:pt x="263" y="1"/>
                    <a:pt x="213" y="8"/>
                  </a:cubicBezTo>
                  <a:cubicBezTo>
                    <a:pt x="210" y="8"/>
                    <a:pt x="206" y="8"/>
                    <a:pt x="200" y="8"/>
                  </a:cubicBezTo>
                  <a:cubicBezTo>
                    <a:pt x="159" y="1"/>
                    <a:pt x="116" y="11"/>
                    <a:pt x="76" y="15"/>
                  </a:cubicBezTo>
                  <a:cubicBezTo>
                    <a:pt x="52" y="15"/>
                    <a:pt x="29" y="15"/>
                    <a:pt x="5" y="18"/>
                  </a:cubicBezTo>
                  <a:cubicBezTo>
                    <a:pt x="-12" y="42"/>
                    <a:pt x="19" y="38"/>
                    <a:pt x="35" y="45"/>
                  </a:cubicBezTo>
                  <a:lnTo>
                    <a:pt x="35" y="45"/>
                  </a:lnTo>
                  <a:cubicBezTo>
                    <a:pt x="35" y="48"/>
                    <a:pt x="39" y="48"/>
                    <a:pt x="42" y="48"/>
                  </a:cubicBezTo>
                  <a:cubicBezTo>
                    <a:pt x="42" y="45"/>
                    <a:pt x="45" y="45"/>
                    <a:pt x="45" y="45"/>
                  </a:cubicBezTo>
                  <a:lnTo>
                    <a:pt x="45" y="45"/>
                  </a:lnTo>
                  <a:cubicBezTo>
                    <a:pt x="69" y="32"/>
                    <a:pt x="99" y="48"/>
                    <a:pt x="122" y="35"/>
                  </a:cubicBezTo>
                  <a:lnTo>
                    <a:pt x="122" y="35"/>
                  </a:lnTo>
                  <a:cubicBezTo>
                    <a:pt x="126" y="35"/>
                    <a:pt x="129" y="35"/>
                    <a:pt x="133" y="35"/>
                  </a:cubicBezTo>
                  <a:cubicBezTo>
                    <a:pt x="136" y="35"/>
                    <a:pt x="136" y="35"/>
                    <a:pt x="136" y="38"/>
                  </a:cubicBezTo>
                  <a:cubicBezTo>
                    <a:pt x="156" y="45"/>
                    <a:pt x="176" y="45"/>
                    <a:pt x="200" y="45"/>
                  </a:cubicBezTo>
                  <a:cubicBezTo>
                    <a:pt x="206" y="42"/>
                    <a:pt x="213" y="42"/>
                    <a:pt x="216" y="35"/>
                  </a:cubicBezTo>
                  <a:lnTo>
                    <a:pt x="216" y="32"/>
                  </a:lnTo>
                  <a:cubicBezTo>
                    <a:pt x="250" y="48"/>
                    <a:pt x="283" y="42"/>
                    <a:pt x="317" y="35"/>
                  </a:cubicBezTo>
                  <a:cubicBezTo>
                    <a:pt x="320" y="35"/>
                    <a:pt x="324" y="38"/>
                    <a:pt x="330" y="38"/>
                  </a:cubicBezTo>
                  <a:cubicBezTo>
                    <a:pt x="334" y="38"/>
                    <a:pt x="337" y="38"/>
                    <a:pt x="337" y="38"/>
                  </a:cubicBezTo>
                  <a:cubicBezTo>
                    <a:pt x="341" y="38"/>
                    <a:pt x="344" y="38"/>
                    <a:pt x="344" y="35"/>
                  </a:cubicBezTo>
                  <a:cubicBezTo>
                    <a:pt x="341" y="35"/>
                    <a:pt x="341" y="35"/>
                    <a:pt x="341" y="35"/>
                  </a:cubicBezTo>
                  <a:cubicBezTo>
                    <a:pt x="344" y="35"/>
                    <a:pt x="347" y="32"/>
                    <a:pt x="347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188"/>
            <p:cNvSpPr/>
            <p:nvPr/>
          </p:nvSpPr>
          <p:spPr>
            <a:xfrm>
              <a:off x="4532040" y="5242320"/>
              <a:ext cx="35280" cy="10800"/>
            </a:xfrm>
            <a:custGeom>
              <a:rect b="b" l="l" r="r" t="t"/>
              <a:pathLst>
                <a:path extrusionOk="0" h="30" w="98">
                  <a:moveTo>
                    <a:pt x="91" y="26"/>
                  </a:moveTo>
                  <a:lnTo>
                    <a:pt x="91" y="26"/>
                  </a:lnTo>
                  <a:cubicBezTo>
                    <a:pt x="101" y="16"/>
                    <a:pt x="101" y="6"/>
                    <a:pt x="91" y="0"/>
                  </a:cubicBezTo>
                  <a:cubicBezTo>
                    <a:pt x="84" y="0"/>
                    <a:pt x="81" y="0"/>
                    <a:pt x="78" y="0"/>
                  </a:cubicBezTo>
                  <a:cubicBezTo>
                    <a:pt x="54" y="10"/>
                    <a:pt x="27" y="10"/>
                    <a:pt x="0" y="16"/>
                  </a:cubicBezTo>
                  <a:cubicBezTo>
                    <a:pt x="27" y="43"/>
                    <a:pt x="61" y="23"/>
                    <a:pt x="9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188"/>
            <p:cNvSpPr/>
            <p:nvPr/>
          </p:nvSpPr>
          <p:spPr>
            <a:xfrm>
              <a:off x="4570920" y="5242320"/>
              <a:ext cx="16920" cy="9360"/>
            </a:xfrm>
            <a:custGeom>
              <a:rect b="b" l="l" r="r" t="t"/>
              <a:pathLst>
                <a:path extrusionOk="0" h="26" w="47">
                  <a:moveTo>
                    <a:pt x="20" y="23"/>
                  </a:moveTo>
                  <a:lnTo>
                    <a:pt x="20" y="23"/>
                  </a:lnTo>
                  <a:cubicBezTo>
                    <a:pt x="30" y="16"/>
                    <a:pt x="50" y="13"/>
                    <a:pt x="47" y="0"/>
                  </a:cubicBezTo>
                  <a:cubicBezTo>
                    <a:pt x="33" y="0"/>
                    <a:pt x="20" y="0"/>
                    <a:pt x="10" y="0"/>
                  </a:cubicBezTo>
                  <a:lnTo>
                    <a:pt x="10" y="0"/>
                  </a:lnTo>
                  <a:cubicBezTo>
                    <a:pt x="-3" y="6"/>
                    <a:pt x="-3" y="16"/>
                    <a:pt x="10" y="26"/>
                  </a:cubicBezTo>
                  <a:cubicBezTo>
                    <a:pt x="13" y="26"/>
                    <a:pt x="17" y="26"/>
                    <a:pt x="20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188"/>
            <p:cNvSpPr/>
            <p:nvPr/>
          </p:nvSpPr>
          <p:spPr>
            <a:xfrm>
              <a:off x="4523040" y="5261400"/>
              <a:ext cx="11160" cy="9720"/>
            </a:xfrm>
            <a:custGeom>
              <a:rect b="b" l="l" r="r" t="t"/>
              <a:pathLst>
                <a:path extrusionOk="0" h="27" w="31">
                  <a:moveTo>
                    <a:pt x="2" y="0"/>
                  </a:moveTo>
                  <a:lnTo>
                    <a:pt x="2" y="0"/>
                  </a:lnTo>
                  <a:cubicBezTo>
                    <a:pt x="-1" y="14"/>
                    <a:pt x="-1" y="24"/>
                    <a:pt x="12" y="27"/>
                  </a:cubicBezTo>
                  <a:cubicBezTo>
                    <a:pt x="16" y="27"/>
                    <a:pt x="22" y="27"/>
                    <a:pt x="25" y="27"/>
                  </a:cubicBezTo>
                  <a:cubicBezTo>
                    <a:pt x="42" y="14"/>
                    <a:pt x="19" y="10"/>
                    <a:pt x="12" y="4"/>
                  </a:cubicBezTo>
                  <a:cubicBezTo>
                    <a:pt x="9" y="0"/>
                    <a:pt x="5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188"/>
            <p:cNvSpPr/>
            <p:nvPr/>
          </p:nvSpPr>
          <p:spPr>
            <a:xfrm>
              <a:off x="4495320" y="5153760"/>
              <a:ext cx="167400" cy="12600"/>
            </a:xfrm>
            <a:custGeom>
              <a:rect b="b" l="l" r="r" t="t"/>
              <a:pathLst>
                <a:path extrusionOk="0" h="35" w="465">
                  <a:moveTo>
                    <a:pt x="86" y="14"/>
                  </a:moveTo>
                  <a:lnTo>
                    <a:pt x="86" y="14"/>
                  </a:lnTo>
                  <a:cubicBezTo>
                    <a:pt x="69" y="7"/>
                    <a:pt x="49" y="4"/>
                    <a:pt x="25" y="4"/>
                  </a:cubicBezTo>
                  <a:cubicBezTo>
                    <a:pt x="-2" y="4"/>
                    <a:pt x="-2" y="17"/>
                    <a:pt x="2" y="31"/>
                  </a:cubicBezTo>
                  <a:cubicBezTo>
                    <a:pt x="39" y="31"/>
                    <a:pt x="76" y="34"/>
                    <a:pt x="116" y="34"/>
                  </a:cubicBezTo>
                  <a:lnTo>
                    <a:pt x="116" y="34"/>
                  </a:lnTo>
                  <a:cubicBezTo>
                    <a:pt x="126" y="34"/>
                    <a:pt x="136" y="31"/>
                    <a:pt x="143" y="24"/>
                  </a:cubicBezTo>
                  <a:lnTo>
                    <a:pt x="143" y="24"/>
                  </a:lnTo>
                  <a:cubicBezTo>
                    <a:pt x="176" y="41"/>
                    <a:pt x="213" y="34"/>
                    <a:pt x="247" y="31"/>
                  </a:cubicBezTo>
                  <a:cubicBezTo>
                    <a:pt x="264" y="27"/>
                    <a:pt x="280" y="24"/>
                    <a:pt x="294" y="31"/>
                  </a:cubicBezTo>
                  <a:cubicBezTo>
                    <a:pt x="297" y="31"/>
                    <a:pt x="301" y="27"/>
                    <a:pt x="304" y="27"/>
                  </a:cubicBezTo>
                  <a:cubicBezTo>
                    <a:pt x="304" y="27"/>
                    <a:pt x="307" y="31"/>
                    <a:pt x="314" y="31"/>
                  </a:cubicBezTo>
                  <a:cubicBezTo>
                    <a:pt x="314" y="31"/>
                    <a:pt x="317" y="31"/>
                    <a:pt x="321" y="31"/>
                  </a:cubicBezTo>
                  <a:cubicBezTo>
                    <a:pt x="344" y="44"/>
                    <a:pt x="364" y="21"/>
                    <a:pt x="388" y="31"/>
                  </a:cubicBezTo>
                  <a:lnTo>
                    <a:pt x="388" y="31"/>
                  </a:lnTo>
                  <a:cubicBezTo>
                    <a:pt x="401" y="27"/>
                    <a:pt x="411" y="21"/>
                    <a:pt x="425" y="14"/>
                  </a:cubicBezTo>
                  <a:lnTo>
                    <a:pt x="425" y="14"/>
                  </a:lnTo>
                  <a:lnTo>
                    <a:pt x="425" y="14"/>
                  </a:lnTo>
                  <a:cubicBezTo>
                    <a:pt x="425" y="17"/>
                    <a:pt x="425" y="21"/>
                    <a:pt x="425" y="21"/>
                  </a:cubicBezTo>
                  <a:cubicBezTo>
                    <a:pt x="438" y="21"/>
                    <a:pt x="451" y="21"/>
                    <a:pt x="462" y="21"/>
                  </a:cubicBezTo>
                  <a:cubicBezTo>
                    <a:pt x="462" y="17"/>
                    <a:pt x="462" y="10"/>
                    <a:pt x="465" y="4"/>
                  </a:cubicBezTo>
                  <a:cubicBezTo>
                    <a:pt x="451" y="4"/>
                    <a:pt x="438" y="-6"/>
                    <a:pt x="425" y="4"/>
                  </a:cubicBezTo>
                  <a:lnTo>
                    <a:pt x="425" y="4"/>
                  </a:lnTo>
                  <a:cubicBezTo>
                    <a:pt x="384" y="4"/>
                    <a:pt x="347" y="-3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cubicBezTo>
                    <a:pt x="257" y="0"/>
                    <a:pt x="207" y="7"/>
                    <a:pt x="153" y="7"/>
                  </a:cubicBezTo>
                  <a:lnTo>
                    <a:pt x="153" y="7"/>
                  </a:lnTo>
                  <a:cubicBezTo>
                    <a:pt x="146" y="7"/>
                    <a:pt x="136" y="7"/>
                    <a:pt x="129" y="7"/>
                  </a:cubicBezTo>
                  <a:lnTo>
                    <a:pt x="129" y="7"/>
                  </a:lnTo>
                  <a:lnTo>
                    <a:pt x="129" y="7"/>
                  </a:lnTo>
                  <a:cubicBezTo>
                    <a:pt x="112" y="4"/>
                    <a:pt x="99" y="4"/>
                    <a:pt x="86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188"/>
            <p:cNvSpPr/>
            <p:nvPr/>
          </p:nvSpPr>
          <p:spPr>
            <a:xfrm>
              <a:off x="4587840" y="3945600"/>
              <a:ext cx="510840" cy="25200"/>
            </a:xfrm>
            <a:custGeom>
              <a:rect b="b" l="l" r="r" t="t"/>
              <a:pathLst>
                <a:path extrusionOk="0" h="70" w="1419">
                  <a:moveTo>
                    <a:pt x="0" y="60"/>
                  </a:moveTo>
                  <a:lnTo>
                    <a:pt x="0" y="60"/>
                  </a:lnTo>
                  <a:cubicBezTo>
                    <a:pt x="0" y="63"/>
                    <a:pt x="0" y="63"/>
                    <a:pt x="0" y="6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3" y="70"/>
                    <a:pt x="67" y="70"/>
                    <a:pt x="104" y="67"/>
                  </a:cubicBezTo>
                  <a:cubicBezTo>
                    <a:pt x="137" y="70"/>
                    <a:pt x="171" y="70"/>
                    <a:pt x="205" y="60"/>
                  </a:cubicBezTo>
                  <a:lnTo>
                    <a:pt x="205" y="60"/>
                  </a:lnTo>
                  <a:cubicBezTo>
                    <a:pt x="218" y="70"/>
                    <a:pt x="232" y="70"/>
                    <a:pt x="248" y="60"/>
                  </a:cubicBezTo>
                  <a:cubicBezTo>
                    <a:pt x="299" y="57"/>
                    <a:pt x="352" y="63"/>
                    <a:pt x="403" y="53"/>
                  </a:cubicBezTo>
                  <a:lnTo>
                    <a:pt x="403" y="53"/>
                  </a:lnTo>
                  <a:lnTo>
                    <a:pt x="403" y="53"/>
                  </a:lnTo>
                  <a:cubicBezTo>
                    <a:pt x="436" y="57"/>
                    <a:pt x="470" y="50"/>
                    <a:pt x="503" y="50"/>
                  </a:cubicBezTo>
                  <a:lnTo>
                    <a:pt x="503" y="50"/>
                  </a:lnTo>
                  <a:cubicBezTo>
                    <a:pt x="550" y="50"/>
                    <a:pt x="597" y="57"/>
                    <a:pt x="644" y="40"/>
                  </a:cubicBezTo>
                  <a:lnTo>
                    <a:pt x="644" y="40"/>
                  </a:lnTo>
                  <a:cubicBezTo>
                    <a:pt x="675" y="43"/>
                    <a:pt x="705" y="43"/>
                    <a:pt x="735" y="40"/>
                  </a:cubicBezTo>
                  <a:lnTo>
                    <a:pt x="735" y="40"/>
                  </a:lnTo>
                  <a:cubicBezTo>
                    <a:pt x="890" y="37"/>
                    <a:pt x="1040" y="33"/>
                    <a:pt x="1195" y="30"/>
                  </a:cubicBezTo>
                  <a:cubicBezTo>
                    <a:pt x="1215" y="30"/>
                    <a:pt x="1232" y="27"/>
                    <a:pt x="1252" y="23"/>
                  </a:cubicBezTo>
                  <a:lnTo>
                    <a:pt x="1252" y="23"/>
                  </a:lnTo>
                  <a:cubicBezTo>
                    <a:pt x="1268" y="23"/>
                    <a:pt x="1285" y="23"/>
                    <a:pt x="1301" y="23"/>
                  </a:cubicBezTo>
                  <a:lnTo>
                    <a:pt x="1301" y="23"/>
                  </a:lnTo>
                  <a:lnTo>
                    <a:pt x="1301" y="23"/>
                  </a:lnTo>
                  <a:lnTo>
                    <a:pt x="1301" y="23"/>
                  </a:lnTo>
                  <a:cubicBezTo>
                    <a:pt x="1305" y="23"/>
                    <a:pt x="1311" y="23"/>
                    <a:pt x="1314" y="23"/>
                  </a:cubicBezTo>
                  <a:cubicBezTo>
                    <a:pt x="1325" y="30"/>
                    <a:pt x="1332" y="27"/>
                    <a:pt x="1338" y="23"/>
                  </a:cubicBezTo>
                  <a:cubicBezTo>
                    <a:pt x="1362" y="10"/>
                    <a:pt x="1399" y="20"/>
                    <a:pt x="1419" y="3"/>
                  </a:cubicBezTo>
                  <a:cubicBezTo>
                    <a:pt x="1392" y="-4"/>
                    <a:pt x="1318" y="3"/>
                    <a:pt x="1274" y="13"/>
                  </a:cubicBezTo>
                  <a:cubicBezTo>
                    <a:pt x="1268" y="13"/>
                    <a:pt x="1258" y="13"/>
                    <a:pt x="1252" y="13"/>
                  </a:cubicBezTo>
                  <a:cubicBezTo>
                    <a:pt x="1074" y="17"/>
                    <a:pt x="896" y="20"/>
                    <a:pt x="718" y="23"/>
                  </a:cubicBezTo>
                  <a:cubicBezTo>
                    <a:pt x="705" y="23"/>
                    <a:pt x="691" y="23"/>
                    <a:pt x="681" y="30"/>
                  </a:cubicBezTo>
                  <a:lnTo>
                    <a:pt x="681" y="30"/>
                  </a:lnTo>
                  <a:cubicBezTo>
                    <a:pt x="668" y="30"/>
                    <a:pt x="658" y="33"/>
                    <a:pt x="644" y="33"/>
                  </a:cubicBezTo>
                  <a:cubicBezTo>
                    <a:pt x="587" y="33"/>
                    <a:pt x="530" y="23"/>
                    <a:pt x="476" y="40"/>
                  </a:cubicBezTo>
                  <a:lnTo>
                    <a:pt x="476" y="40"/>
                  </a:lnTo>
                  <a:cubicBezTo>
                    <a:pt x="433" y="40"/>
                    <a:pt x="389" y="40"/>
                    <a:pt x="349" y="40"/>
                  </a:cubicBezTo>
                  <a:cubicBezTo>
                    <a:pt x="326" y="43"/>
                    <a:pt x="305" y="43"/>
                    <a:pt x="282" y="40"/>
                  </a:cubicBezTo>
                  <a:cubicBezTo>
                    <a:pt x="262" y="40"/>
                    <a:pt x="235" y="37"/>
                    <a:pt x="218" y="50"/>
                  </a:cubicBezTo>
                  <a:lnTo>
                    <a:pt x="218" y="50"/>
                  </a:lnTo>
                  <a:cubicBezTo>
                    <a:pt x="215" y="50"/>
                    <a:pt x="208" y="50"/>
                    <a:pt x="205" y="50"/>
                  </a:cubicBezTo>
                  <a:lnTo>
                    <a:pt x="205" y="50"/>
                  </a:lnTo>
                  <a:cubicBezTo>
                    <a:pt x="171" y="43"/>
                    <a:pt x="137" y="53"/>
                    <a:pt x="104" y="50"/>
                  </a:cubicBezTo>
                  <a:lnTo>
                    <a:pt x="104" y="50"/>
                  </a:lnTo>
                  <a:cubicBezTo>
                    <a:pt x="70" y="57"/>
                    <a:pt x="33" y="57"/>
                    <a:pt x="0" y="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188"/>
            <p:cNvSpPr/>
            <p:nvPr/>
          </p:nvSpPr>
          <p:spPr>
            <a:xfrm>
              <a:off x="4718160" y="3976920"/>
              <a:ext cx="6120" cy="2880"/>
            </a:xfrm>
            <a:custGeom>
              <a:rect b="b" l="l" r="r" t="t"/>
              <a:pathLst>
                <a:path extrusionOk="0" h="8" w="17">
                  <a:moveTo>
                    <a:pt x="17" y="7"/>
                  </a:moveTo>
                  <a:lnTo>
                    <a:pt x="17" y="7"/>
                  </a:lnTo>
                  <a:cubicBezTo>
                    <a:pt x="14" y="3"/>
                    <a:pt x="14" y="0"/>
                    <a:pt x="10" y="0"/>
                  </a:cubicBezTo>
                  <a:cubicBezTo>
                    <a:pt x="7" y="0"/>
                    <a:pt x="4" y="0"/>
                    <a:pt x="0" y="0"/>
                  </a:cubicBezTo>
                  <a:cubicBezTo>
                    <a:pt x="4" y="7"/>
                    <a:pt x="7" y="10"/>
                    <a:pt x="1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188"/>
            <p:cNvSpPr/>
            <p:nvPr/>
          </p:nvSpPr>
          <p:spPr>
            <a:xfrm>
              <a:off x="4610880" y="3998520"/>
              <a:ext cx="437400" cy="24120"/>
            </a:xfrm>
            <a:custGeom>
              <a:rect b="b" l="l" r="r" t="t"/>
              <a:pathLst>
                <a:path extrusionOk="0" h="67" w="1215">
                  <a:moveTo>
                    <a:pt x="1161" y="31"/>
                  </a:moveTo>
                  <a:lnTo>
                    <a:pt x="1161" y="31"/>
                  </a:lnTo>
                  <a:cubicBezTo>
                    <a:pt x="1178" y="20"/>
                    <a:pt x="1221" y="37"/>
                    <a:pt x="1214" y="14"/>
                  </a:cubicBezTo>
                  <a:cubicBezTo>
                    <a:pt x="1210" y="-6"/>
                    <a:pt x="1174" y="0"/>
                    <a:pt x="114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17" y="10"/>
                    <a:pt x="1090" y="7"/>
                    <a:pt x="1060" y="4"/>
                  </a:cubicBezTo>
                  <a:cubicBezTo>
                    <a:pt x="1054" y="4"/>
                    <a:pt x="1050" y="4"/>
                    <a:pt x="1047" y="4"/>
                  </a:cubicBezTo>
                  <a:cubicBezTo>
                    <a:pt x="1040" y="0"/>
                    <a:pt x="1037" y="0"/>
                    <a:pt x="1033" y="4"/>
                  </a:cubicBezTo>
                  <a:cubicBezTo>
                    <a:pt x="1030" y="7"/>
                    <a:pt x="1027" y="7"/>
                    <a:pt x="1023" y="7"/>
                  </a:cubicBezTo>
                  <a:cubicBezTo>
                    <a:pt x="1020" y="7"/>
                    <a:pt x="1020" y="7"/>
                    <a:pt x="1020" y="4"/>
                  </a:cubicBezTo>
                  <a:cubicBezTo>
                    <a:pt x="1017" y="4"/>
                    <a:pt x="1013" y="4"/>
                    <a:pt x="1010" y="4"/>
                  </a:cubicBezTo>
                  <a:lnTo>
                    <a:pt x="1007" y="4"/>
                  </a:lnTo>
                  <a:lnTo>
                    <a:pt x="1007" y="4"/>
                  </a:lnTo>
                  <a:cubicBezTo>
                    <a:pt x="997" y="14"/>
                    <a:pt x="990" y="27"/>
                    <a:pt x="966" y="14"/>
                  </a:cubicBezTo>
                  <a:lnTo>
                    <a:pt x="966" y="14"/>
                  </a:lnTo>
                  <a:lnTo>
                    <a:pt x="966" y="14"/>
                  </a:lnTo>
                  <a:cubicBezTo>
                    <a:pt x="963" y="4"/>
                    <a:pt x="953" y="4"/>
                    <a:pt x="943" y="7"/>
                  </a:cubicBezTo>
                  <a:cubicBezTo>
                    <a:pt x="926" y="7"/>
                    <a:pt x="906" y="0"/>
                    <a:pt x="893" y="14"/>
                  </a:cubicBezTo>
                  <a:lnTo>
                    <a:pt x="893" y="14"/>
                  </a:lnTo>
                  <a:lnTo>
                    <a:pt x="893" y="14"/>
                  </a:lnTo>
                  <a:cubicBezTo>
                    <a:pt x="883" y="14"/>
                    <a:pt x="876" y="14"/>
                    <a:pt x="866" y="14"/>
                  </a:cubicBezTo>
                  <a:lnTo>
                    <a:pt x="866" y="14"/>
                  </a:lnTo>
                  <a:cubicBezTo>
                    <a:pt x="822" y="10"/>
                    <a:pt x="778" y="0"/>
                    <a:pt x="735" y="14"/>
                  </a:cubicBezTo>
                  <a:lnTo>
                    <a:pt x="735" y="14"/>
                  </a:lnTo>
                  <a:lnTo>
                    <a:pt x="735" y="14"/>
                  </a:lnTo>
                  <a:cubicBezTo>
                    <a:pt x="725" y="10"/>
                    <a:pt x="711" y="4"/>
                    <a:pt x="698" y="14"/>
                  </a:cubicBezTo>
                  <a:cubicBezTo>
                    <a:pt x="691" y="14"/>
                    <a:pt x="688" y="14"/>
                    <a:pt x="684" y="14"/>
                  </a:cubicBezTo>
                  <a:lnTo>
                    <a:pt x="684" y="14"/>
                  </a:lnTo>
                  <a:lnTo>
                    <a:pt x="684" y="14"/>
                  </a:lnTo>
                  <a:cubicBezTo>
                    <a:pt x="658" y="4"/>
                    <a:pt x="634" y="4"/>
                    <a:pt x="607" y="14"/>
                  </a:cubicBezTo>
                  <a:lnTo>
                    <a:pt x="607" y="14"/>
                  </a:lnTo>
                  <a:cubicBezTo>
                    <a:pt x="577" y="14"/>
                    <a:pt x="547" y="14"/>
                    <a:pt x="516" y="14"/>
                  </a:cubicBezTo>
                  <a:lnTo>
                    <a:pt x="516" y="14"/>
                  </a:lnTo>
                  <a:lnTo>
                    <a:pt x="516" y="14"/>
                  </a:lnTo>
                  <a:cubicBezTo>
                    <a:pt x="500" y="10"/>
                    <a:pt x="486" y="10"/>
                    <a:pt x="476" y="20"/>
                  </a:cubicBezTo>
                  <a:lnTo>
                    <a:pt x="476" y="20"/>
                  </a:lnTo>
                  <a:cubicBezTo>
                    <a:pt x="446" y="14"/>
                    <a:pt x="419" y="14"/>
                    <a:pt x="389" y="14"/>
                  </a:cubicBezTo>
                  <a:cubicBezTo>
                    <a:pt x="359" y="31"/>
                    <a:pt x="322" y="14"/>
                    <a:pt x="295" y="31"/>
                  </a:cubicBezTo>
                  <a:lnTo>
                    <a:pt x="295" y="31"/>
                  </a:lnTo>
                  <a:cubicBezTo>
                    <a:pt x="292" y="31"/>
                    <a:pt x="288" y="31"/>
                    <a:pt x="285" y="31"/>
                  </a:cubicBezTo>
                  <a:lnTo>
                    <a:pt x="285" y="31"/>
                  </a:lnTo>
                  <a:cubicBezTo>
                    <a:pt x="282" y="24"/>
                    <a:pt x="275" y="27"/>
                    <a:pt x="272" y="31"/>
                  </a:cubicBezTo>
                  <a:cubicBezTo>
                    <a:pt x="262" y="31"/>
                    <a:pt x="255" y="31"/>
                    <a:pt x="248" y="31"/>
                  </a:cubicBezTo>
                  <a:lnTo>
                    <a:pt x="248" y="31"/>
                  </a:lnTo>
                  <a:cubicBezTo>
                    <a:pt x="238" y="24"/>
                    <a:pt x="228" y="24"/>
                    <a:pt x="218" y="31"/>
                  </a:cubicBezTo>
                  <a:lnTo>
                    <a:pt x="218" y="31"/>
                  </a:lnTo>
                  <a:lnTo>
                    <a:pt x="218" y="31"/>
                  </a:lnTo>
                  <a:cubicBezTo>
                    <a:pt x="184" y="31"/>
                    <a:pt x="151" y="34"/>
                    <a:pt x="117" y="34"/>
                  </a:cubicBezTo>
                  <a:cubicBezTo>
                    <a:pt x="100" y="31"/>
                    <a:pt x="87" y="34"/>
                    <a:pt x="77" y="41"/>
                  </a:cubicBezTo>
                  <a:lnTo>
                    <a:pt x="77" y="41"/>
                  </a:lnTo>
                  <a:cubicBezTo>
                    <a:pt x="53" y="44"/>
                    <a:pt x="23" y="41"/>
                    <a:pt x="0" y="51"/>
                  </a:cubicBezTo>
                  <a:cubicBezTo>
                    <a:pt x="6" y="57"/>
                    <a:pt x="16" y="61"/>
                    <a:pt x="26" y="61"/>
                  </a:cubicBezTo>
                  <a:cubicBezTo>
                    <a:pt x="47" y="61"/>
                    <a:pt x="63" y="57"/>
                    <a:pt x="80" y="57"/>
                  </a:cubicBezTo>
                  <a:cubicBezTo>
                    <a:pt x="83" y="61"/>
                    <a:pt x="90" y="64"/>
                    <a:pt x="100" y="67"/>
                  </a:cubicBezTo>
                  <a:cubicBezTo>
                    <a:pt x="174" y="64"/>
                    <a:pt x="248" y="71"/>
                    <a:pt x="319" y="54"/>
                  </a:cubicBezTo>
                  <a:cubicBezTo>
                    <a:pt x="325" y="47"/>
                    <a:pt x="325" y="44"/>
                    <a:pt x="325" y="41"/>
                  </a:cubicBezTo>
                  <a:cubicBezTo>
                    <a:pt x="325" y="44"/>
                    <a:pt x="325" y="44"/>
                    <a:pt x="325" y="44"/>
                  </a:cubicBezTo>
                  <a:cubicBezTo>
                    <a:pt x="329" y="44"/>
                    <a:pt x="329" y="44"/>
                    <a:pt x="332" y="44"/>
                  </a:cubicBezTo>
                  <a:cubicBezTo>
                    <a:pt x="335" y="44"/>
                    <a:pt x="339" y="47"/>
                    <a:pt x="342" y="47"/>
                  </a:cubicBezTo>
                  <a:cubicBezTo>
                    <a:pt x="396" y="54"/>
                    <a:pt x="446" y="57"/>
                    <a:pt x="497" y="47"/>
                  </a:cubicBezTo>
                  <a:cubicBezTo>
                    <a:pt x="503" y="44"/>
                    <a:pt x="507" y="41"/>
                    <a:pt x="507" y="34"/>
                  </a:cubicBezTo>
                  <a:lnTo>
                    <a:pt x="507" y="34"/>
                  </a:lnTo>
                  <a:cubicBezTo>
                    <a:pt x="530" y="34"/>
                    <a:pt x="557" y="37"/>
                    <a:pt x="580" y="31"/>
                  </a:cubicBezTo>
                  <a:cubicBezTo>
                    <a:pt x="594" y="31"/>
                    <a:pt x="607" y="31"/>
                    <a:pt x="621" y="31"/>
                  </a:cubicBezTo>
                  <a:cubicBezTo>
                    <a:pt x="705" y="31"/>
                    <a:pt x="792" y="31"/>
                    <a:pt x="879" y="31"/>
                  </a:cubicBezTo>
                  <a:cubicBezTo>
                    <a:pt x="973" y="34"/>
                    <a:pt x="1067" y="24"/>
                    <a:pt x="1161" y="31"/>
                  </a:cubicBezTo>
                  <a:moveTo>
                    <a:pt x="503" y="31"/>
                  </a:moveTo>
                  <a:lnTo>
                    <a:pt x="503" y="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188"/>
            <p:cNvSpPr/>
            <p:nvPr/>
          </p:nvSpPr>
          <p:spPr>
            <a:xfrm>
              <a:off x="4978080" y="399996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88"/>
            <p:cNvSpPr/>
            <p:nvPr/>
          </p:nvSpPr>
          <p:spPr>
            <a:xfrm>
              <a:off x="4932360" y="3985920"/>
              <a:ext cx="8280" cy="4320"/>
            </a:xfrm>
            <a:custGeom>
              <a:rect b="b" l="l" r="r" t="t"/>
              <a:pathLst>
                <a:path extrusionOk="0" h="12" w="23">
                  <a:moveTo>
                    <a:pt x="23" y="5"/>
                  </a:moveTo>
                  <a:lnTo>
                    <a:pt x="23" y="5"/>
                  </a:lnTo>
                  <a:cubicBezTo>
                    <a:pt x="16" y="-2"/>
                    <a:pt x="6" y="-2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lnTo>
                    <a:pt x="0" y="12"/>
                  </a:lnTo>
                  <a:cubicBezTo>
                    <a:pt x="6" y="12"/>
                    <a:pt x="16" y="12"/>
                    <a:pt x="23" y="12"/>
                  </a:cubicBezTo>
                  <a:cubicBezTo>
                    <a:pt x="23" y="8"/>
                    <a:pt x="23" y="5"/>
                    <a:pt x="23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88"/>
            <p:cNvSpPr/>
            <p:nvPr/>
          </p:nvSpPr>
          <p:spPr>
            <a:xfrm>
              <a:off x="4628880" y="4710240"/>
              <a:ext cx="169200" cy="23040"/>
            </a:xfrm>
            <a:custGeom>
              <a:rect b="b" l="l" r="r" t="t"/>
              <a:pathLst>
                <a:path extrusionOk="0" h="64" w="470">
                  <a:moveTo>
                    <a:pt x="171" y="24"/>
                  </a:moveTo>
                  <a:lnTo>
                    <a:pt x="171" y="24"/>
                  </a:lnTo>
                  <a:cubicBezTo>
                    <a:pt x="165" y="31"/>
                    <a:pt x="154" y="31"/>
                    <a:pt x="144" y="34"/>
                  </a:cubicBezTo>
                  <a:cubicBezTo>
                    <a:pt x="114" y="51"/>
                    <a:pt x="77" y="47"/>
                    <a:pt x="44" y="41"/>
                  </a:cubicBezTo>
                  <a:cubicBezTo>
                    <a:pt x="37" y="44"/>
                    <a:pt x="33" y="47"/>
                    <a:pt x="27" y="51"/>
                  </a:cubicBezTo>
                  <a:cubicBezTo>
                    <a:pt x="20" y="54"/>
                    <a:pt x="10" y="61"/>
                    <a:pt x="0" y="64"/>
                  </a:cubicBezTo>
                  <a:cubicBezTo>
                    <a:pt x="80" y="61"/>
                    <a:pt x="161" y="61"/>
                    <a:pt x="238" y="44"/>
                  </a:cubicBezTo>
                  <a:lnTo>
                    <a:pt x="238" y="44"/>
                  </a:lnTo>
                  <a:lnTo>
                    <a:pt x="238" y="44"/>
                  </a:lnTo>
                  <a:cubicBezTo>
                    <a:pt x="258" y="41"/>
                    <a:pt x="282" y="41"/>
                    <a:pt x="299" y="34"/>
                  </a:cubicBezTo>
                  <a:lnTo>
                    <a:pt x="299" y="34"/>
                  </a:lnTo>
                  <a:cubicBezTo>
                    <a:pt x="352" y="37"/>
                    <a:pt x="406" y="27"/>
                    <a:pt x="457" y="24"/>
                  </a:cubicBezTo>
                  <a:cubicBezTo>
                    <a:pt x="460" y="24"/>
                    <a:pt x="463" y="24"/>
                    <a:pt x="466" y="24"/>
                  </a:cubicBezTo>
                  <a:cubicBezTo>
                    <a:pt x="466" y="17"/>
                    <a:pt x="470" y="7"/>
                    <a:pt x="470" y="0"/>
                  </a:cubicBezTo>
                  <a:cubicBezTo>
                    <a:pt x="443" y="4"/>
                    <a:pt x="416" y="7"/>
                    <a:pt x="389" y="4"/>
                  </a:cubicBezTo>
                  <a:cubicBezTo>
                    <a:pt x="352" y="21"/>
                    <a:pt x="312" y="14"/>
                    <a:pt x="272" y="14"/>
                  </a:cubicBezTo>
                  <a:cubicBezTo>
                    <a:pt x="272" y="17"/>
                    <a:pt x="272" y="21"/>
                    <a:pt x="272" y="21"/>
                  </a:cubicBezTo>
                  <a:lnTo>
                    <a:pt x="272" y="21"/>
                  </a:lnTo>
                  <a:cubicBezTo>
                    <a:pt x="258" y="24"/>
                    <a:pt x="245" y="24"/>
                    <a:pt x="235" y="24"/>
                  </a:cubicBezTo>
                  <a:cubicBezTo>
                    <a:pt x="215" y="21"/>
                    <a:pt x="191" y="31"/>
                    <a:pt x="17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88"/>
            <p:cNvSpPr/>
            <p:nvPr/>
          </p:nvSpPr>
          <p:spPr>
            <a:xfrm>
              <a:off x="5340240" y="3923640"/>
              <a:ext cx="455040" cy="14040"/>
            </a:xfrm>
            <a:custGeom>
              <a:rect b="b" l="l" r="r" t="t"/>
              <a:pathLst>
                <a:path extrusionOk="0" h="39" w="1264">
                  <a:moveTo>
                    <a:pt x="259" y="17"/>
                  </a:moveTo>
                  <a:lnTo>
                    <a:pt x="259" y="17"/>
                  </a:lnTo>
                  <a:cubicBezTo>
                    <a:pt x="255" y="17"/>
                    <a:pt x="255" y="20"/>
                    <a:pt x="252" y="20"/>
                  </a:cubicBezTo>
                  <a:cubicBezTo>
                    <a:pt x="252" y="20"/>
                    <a:pt x="248" y="20"/>
                    <a:pt x="245" y="20"/>
                  </a:cubicBezTo>
                  <a:cubicBezTo>
                    <a:pt x="245" y="17"/>
                    <a:pt x="242" y="17"/>
                    <a:pt x="238" y="14"/>
                  </a:cubicBezTo>
                  <a:cubicBezTo>
                    <a:pt x="231" y="14"/>
                    <a:pt x="221" y="14"/>
                    <a:pt x="211" y="14"/>
                  </a:cubicBezTo>
                  <a:cubicBezTo>
                    <a:pt x="205" y="17"/>
                    <a:pt x="198" y="20"/>
                    <a:pt x="188" y="17"/>
                  </a:cubicBezTo>
                  <a:cubicBezTo>
                    <a:pt x="185" y="17"/>
                    <a:pt x="181" y="17"/>
                    <a:pt x="178" y="17"/>
                  </a:cubicBezTo>
                  <a:cubicBezTo>
                    <a:pt x="174" y="17"/>
                    <a:pt x="171" y="14"/>
                    <a:pt x="168" y="17"/>
                  </a:cubicBezTo>
                  <a:cubicBezTo>
                    <a:pt x="124" y="20"/>
                    <a:pt x="81" y="14"/>
                    <a:pt x="40" y="27"/>
                  </a:cubicBezTo>
                  <a:cubicBezTo>
                    <a:pt x="37" y="27"/>
                    <a:pt x="37" y="31"/>
                    <a:pt x="34" y="31"/>
                  </a:cubicBezTo>
                  <a:cubicBezTo>
                    <a:pt x="20" y="27"/>
                    <a:pt x="7" y="27"/>
                    <a:pt x="0" y="37"/>
                  </a:cubicBezTo>
                  <a:cubicBezTo>
                    <a:pt x="13" y="37"/>
                    <a:pt x="27" y="37"/>
                    <a:pt x="37" y="37"/>
                  </a:cubicBezTo>
                  <a:lnTo>
                    <a:pt x="37" y="37"/>
                  </a:lnTo>
                  <a:cubicBezTo>
                    <a:pt x="47" y="37"/>
                    <a:pt x="54" y="37"/>
                    <a:pt x="64" y="37"/>
                  </a:cubicBezTo>
                  <a:cubicBezTo>
                    <a:pt x="67" y="37"/>
                    <a:pt x="74" y="37"/>
                    <a:pt x="77" y="37"/>
                  </a:cubicBezTo>
                  <a:cubicBezTo>
                    <a:pt x="81" y="37"/>
                    <a:pt x="84" y="37"/>
                    <a:pt x="91" y="37"/>
                  </a:cubicBezTo>
                  <a:cubicBezTo>
                    <a:pt x="94" y="41"/>
                    <a:pt x="97" y="37"/>
                    <a:pt x="101" y="37"/>
                  </a:cubicBezTo>
                  <a:cubicBezTo>
                    <a:pt x="128" y="37"/>
                    <a:pt x="154" y="41"/>
                    <a:pt x="181" y="27"/>
                  </a:cubicBezTo>
                  <a:cubicBezTo>
                    <a:pt x="201" y="41"/>
                    <a:pt x="228" y="37"/>
                    <a:pt x="255" y="34"/>
                  </a:cubicBezTo>
                  <a:cubicBezTo>
                    <a:pt x="349" y="27"/>
                    <a:pt x="446" y="27"/>
                    <a:pt x="540" y="31"/>
                  </a:cubicBezTo>
                  <a:cubicBezTo>
                    <a:pt x="557" y="34"/>
                    <a:pt x="577" y="34"/>
                    <a:pt x="594" y="31"/>
                  </a:cubicBezTo>
                  <a:cubicBezTo>
                    <a:pt x="597" y="31"/>
                    <a:pt x="601" y="27"/>
                    <a:pt x="604" y="27"/>
                  </a:cubicBezTo>
                  <a:cubicBezTo>
                    <a:pt x="621" y="27"/>
                    <a:pt x="634" y="27"/>
                    <a:pt x="648" y="20"/>
                  </a:cubicBezTo>
                  <a:lnTo>
                    <a:pt x="648" y="20"/>
                  </a:lnTo>
                  <a:cubicBezTo>
                    <a:pt x="678" y="27"/>
                    <a:pt x="712" y="24"/>
                    <a:pt x="745" y="24"/>
                  </a:cubicBezTo>
                  <a:cubicBezTo>
                    <a:pt x="806" y="24"/>
                    <a:pt x="869" y="20"/>
                    <a:pt x="930" y="27"/>
                  </a:cubicBezTo>
                  <a:cubicBezTo>
                    <a:pt x="953" y="31"/>
                    <a:pt x="977" y="27"/>
                    <a:pt x="1000" y="20"/>
                  </a:cubicBezTo>
                  <a:lnTo>
                    <a:pt x="1000" y="20"/>
                  </a:lnTo>
                  <a:lnTo>
                    <a:pt x="1000" y="20"/>
                  </a:lnTo>
                  <a:cubicBezTo>
                    <a:pt x="1067" y="31"/>
                    <a:pt x="1135" y="31"/>
                    <a:pt x="1202" y="20"/>
                  </a:cubicBezTo>
                  <a:lnTo>
                    <a:pt x="1202" y="20"/>
                  </a:lnTo>
                  <a:cubicBezTo>
                    <a:pt x="1215" y="24"/>
                    <a:pt x="1232" y="24"/>
                    <a:pt x="1249" y="27"/>
                  </a:cubicBezTo>
                  <a:cubicBezTo>
                    <a:pt x="1255" y="20"/>
                    <a:pt x="1269" y="14"/>
                    <a:pt x="1262" y="3"/>
                  </a:cubicBezTo>
                  <a:cubicBezTo>
                    <a:pt x="1259" y="3"/>
                    <a:pt x="1259" y="3"/>
                    <a:pt x="1255" y="3"/>
                  </a:cubicBezTo>
                  <a:cubicBezTo>
                    <a:pt x="1238" y="10"/>
                    <a:pt x="1218" y="3"/>
                    <a:pt x="1198" y="7"/>
                  </a:cubicBezTo>
                  <a:cubicBezTo>
                    <a:pt x="1198" y="10"/>
                    <a:pt x="1198" y="10"/>
                    <a:pt x="1198" y="10"/>
                  </a:cubicBezTo>
                  <a:lnTo>
                    <a:pt x="1198" y="10"/>
                  </a:lnTo>
                  <a:lnTo>
                    <a:pt x="1198" y="10"/>
                  </a:lnTo>
                  <a:cubicBezTo>
                    <a:pt x="1192" y="10"/>
                    <a:pt x="1181" y="10"/>
                    <a:pt x="1171" y="7"/>
                  </a:cubicBezTo>
                  <a:lnTo>
                    <a:pt x="1168" y="10"/>
                  </a:lnTo>
                  <a:lnTo>
                    <a:pt x="1168" y="14"/>
                  </a:lnTo>
                  <a:lnTo>
                    <a:pt x="1168" y="14"/>
                  </a:lnTo>
                  <a:cubicBezTo>
                    <a:pt x="1165" y="10"/>
                    <a:pt x="1165" y="10"/>
                    <a:pt x="1165" y="10"/>
                  </a:cubicBezTo>
                  <a:lnTo>
                    <a:pt x="1161" y="7"/>
                  </a:lnTo>
                  <a:cubicBezTo>
                    <a:pt x="1155" y="7"/>
                    <a:pt x="1151" y="7"/>
                    <a:pt x="1145" y="7"/>
                  </a:cubicBezTo>
                  <a:cubicBezTo>
                    <a:pt x="1141" y="7"/>
                    <a:pt x="1141" y="7"/>
                    <a:pt x="1138" y="7"/>
                  </a:cubicBezTo>
                  <a:cubicBezTo>
                    <a:pt x="1128" y="10"/>
                    <a:pt x="1121" y="7"/>
                    <a:pt x="1111" y="7"/>
                  </a:cubicBezTo>
                  <a:cubicBezTo>
                    <a:pt x="1101" y="7"/>
                    <a:pt x="1091" y="3"/>
                    <a:pt x="1084" y="10"/>
                  </a:cubicBezTo>
                  <a:lnTo>
                    <a:pt x="1081" y="10"/>
                  </a:lnTo>
                  <a:cubicBezTo>
                    <a:pt x="1071" y="0"/>
                    <a:pt x="1051" y="10"/>
                    <a:pt x="1041" y="3"/>
                  </a:cubicBezTo>
                  <a:cubicBezTo>
                    <a:pt x="1037" y="3"/>
                    <a:pt x="1037" y="3"/>
                    <a:pt x="1037" y="3"/>
                  </a:cubicBezTo>
                  <a:cubicBezTo>
                    <a:pt x="987" y="7"/>
                    <a:pt x="936" y="7"/>
                    <a:pt x="886" y="0"/>
                  </a:cubicBezTo>
                  <a:cubicBezTo>
                    <a:pt x="879" y="0"/>
                    <a:pt x="873" y="0"/>
                    <a:pt x="866" y="0"/>
                  </a:cubicBezTo>
                  <a:cubicBezTo>
                    <a:pt x="853" y="7"/>
                    <a:pt x="836" y="7"/>
                    <a:pt x="822" y="0"/>
                  </a:cubicBezTo>
                  <a:cubicBezTo>
                    <a:pt x="772" y="0"/>
                    <a:pt x="725" y="3"/>
                    <a:pt x="675" y="3"/>
                  </a:cubicBezTo>
                  <a:cubicBezTo>
                    <a:pt x="658" y="7"/>
                    <a:pt x="645" y="7"/>
                    <a:pt x="628" y="3"/>
                  </a:cubicBezTo>
                  <a:cubicBezTo>
                    <a:pt x="624" y="3"/>
                    <a:pt x="624" y="3"/>
                    <a:pt x="624" y="3"/>
                  </a:cubicBezTo>
                  <a:cubicBezTo>
                    <a:pt x="617" y="3"/>
                    <a:pt x="617" y="3"/>
                    <a:pt x="617" y="7"/>
                  </a:cubicBezTo>
                  <a:cubicBezTo>
                    <a:pt x="604" y="3"/>
                    <a:pt x="591" y="7"/>
                    <a:pt x="577" y="0"/>
                  </a:cubicBezTo>
                  <a:cubicBezTo>
                    <a:pt x="544" y="14"/>
                    <a:pt x="507" y="7"/>
                    <a:pt x="470" y="10"/>
                  </a:cubicBezTo>
                  <a:cubicBezTo>
                    <a:pt x="406" y="10"/>
                    <a:pt x="346" y="10"/>
                    <a:pt x="282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75" y="17"/>
                    <a:pt x="265" y="14"/>
                    <a:pt x="259" y="17"/>
                  </a:cubicBezTo>
                  <a:moveTo>
                    <a:pt x="1168" y="14"/>
                  </a:moveTo>
                  <a:lnTo>
                    <a:pt x="1168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88"/>
            <p:cNvSpPr/>
            <p:nvPr/>
          </p:nvSpPr>
          <p:spPr>
            <a:xfrm>
              <a:off x="5340240" y="3987360"/>
              <a:ext cx="336960" cy="19080"/>
            </a:xfrm>
            <a:custGeom>
              <a:rect b="b" l="l" r="r" t="t"/>
              <a:pathLst>
                <a:path extrusionOk="0" h="53" w="936">
                  <a:moveTo>
                    <a:pt x="936" y="18"/>
                  </a:moveTo>
                  <a:lnTo>
                    <a:pt x="936" y="18"/>
                  </a:lnTo>
                  <a:cubicBezTo>
                    <a:pt x="926" y="1"/>
                    <a:pt x="913" y="-2"/>
                    <a:pt x="896" y="1"/>
                  </a:cubicBezTo>
                  <a:cubicBezTo>
                    <a:pt x="799" y="11"/>
                    <a:pt x="702" y="8"/>
                    <a:pt x="604" y="15"/>
                  </a:cubicBezTo>
                  <a:cubicBezTo>
                    <a:pt x="601" y="15"/>
                    <a:pt x="597" y="15"/>
                    <a:pt x="594" y="18"/>
                  </a:cubicBezTo>
                  <a:cubicBezTo>
                    <a:pt x="584" y="18"/>
                    <a:pt x="577" y="18"/>
                    <a:pt x="567" y="18"/>
                  </a:cubicBezTo>
                  <a:lnTo>
                    <a:pt x="567" y="18"/>
                  </a:lnTo>
                  <a:cubicBezTo>
                    <a:pt x="564" y="15"/>
                    <a:pt x="560" y="15"/>
                    <a:pt x="554" y="18"/>
                  </a:cubicBezTo>
                  <a:cubicBezTo>
                    <a:pt x="547" y="18"/>
                    <a:pt x="537" y="18"/>
                    <a:pt x="527" y="18"/>
                  </a:cubicBezTo>
                  <a:cubicBezTo>
                    <a:pt x="450" y="18"/>
                    <a:pt x="373" y="18"/>
                    <a:pt x="292" y="18"/>
                  </a:cubicBezTo>
                  <a:cubicBezTo>
                    <a:pt x="278" y="18"/>
                    <a:pt x="265" y="18"/>
                    <a:pt x="259" y="25"/>
                  </a:cubicBezTo>
                  <a:lnTo>
                    <a:pt x="259" y="25"/>
                  </a:lnTo>
                  <a:lnTo>
                    <a:pt x="259" y="25"/>
                  </a:lnTo>
                  <a:lnTo>
                    <a:pt x="259" y="25"/>
                  </a:lnTo>
                  <a:lnTo>
                    <a:pt x="259" y="25"/>
                  </a:lnTo>
                  <a:cubicBezTo>
                    <a:pt x="252" y="25"/>
                    <a:pt x="248" y="28"/>
                    <a:pt x="245" y="28"/>
                  </a:cubicBezTo>
                  <a:lnTo>
                    <a:pt x="245" y="28"/>
                  </a:lnTo>
                  <a:cubicBezTo>
                    <a:pt x="235" y="28"/>
                    <a:pt x="228" y="28"/>
                    <a:pt x="218" y="28"/>
                  </a:cubicBezTo>
                  <a:cubicBezTo>
                    <a:pt x="198" y="25"/>
                    <a:pt x="178" y="25"/>
                    <a:pt x="154" y="28"/>
                  </a:cubicBezTo>
                  <a:cubicBezTo>
                    <a:pt x="128" y="28"/>
                    <a:pt x="101" y="28"/>
                    <a:pt x="70" y="25"/>
                  </a:cubicBezTo>
                  <a:cubicBezTo>
                    <a:pt x="47" y="25"/>
                    <a:pt x="20" y="28"/>
                    <a:pt x="0" y="45"/>
                  </a:cubicBezTo>
                  <a:cubicBezTo>
                    <a:pt x="27" y="62"/>
                    <a:pt x="54" y="45"/>
                    <a:pt x="81" y="45"/>
                  </a:cubicBezTo>
                  <a:cubicBezTo>
                    <a:pt x="104" y="48"/>
                    <a:pt x="131" y="45"/>
                    <a:pt x="154" y="45"/>
                  </a:cubicBezTo>
                  <a:lnTo>
                    <a:pt x="154" y="45"/>
                  </a:lnTo>
                  <a:lnTo>
                    <a:pt x="154" y="45"/>
                  </a:lnTo>
                  <a:cubicBezTo>
                    <a:pt x="178" y="48"/>
                    <a:pt x="198" y="41"/>
                    <a:pt x="218" y="38"/>
                  </a:cubicBezTo>
                  <a:cubicBezTo>
                    <a:pt x="218" y="35"/>
                    <a:pt x="218" y="35"/>
                    <a:pt x="221" y="31"/>
                  </a:cubicBezTo>
                  <a:lnTo>
                    <a:pt x="221" y="31"/>
                  </a:lnTo>
                  <a:lnTo>
                    <a:pt x="221" y="31"/>
                  </a:lnTo>
                  <a:cubicBezTo>
                    <a:pt x="221" y="35"/>
                    <a:pt x="218" y="35"/>
                    <a:pt x="218" y="38"/>
                  </a:cubicBezTo>
                  <a:cubicBezTo>
                    <a:pt x="238" y="48"/>
                    <a:pt x="265" y="45"/>
                    <a:pt x="285" y="45"/>
                  </a:cubicBezTo>
                  <a:cubicBezTo>
                    <a:pt x="399" y="38"/>
                    <a:pt x="510" y="35"/>
                    <a:pt x="624" y="35"/>
                  </a:cubicBezTo>
                  <a:cubicBezTo>
                    <a:pt x="631" y="35"/>
                    <a:pt x="641" y="31"/>
                    <a:pt x="648" y="28"/>
                  </a:cubicBezTo>
                  <a:lnTo>
                    <a:pt x="648" y="28"/>
                  </a:lnTo>
                  <a:cubicBezTo>
                    <a:pt x="742" y="28"/>
                    <a:pt x="839" y="28"/>
                    <a:pt x="93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188"/>
            <p:cNvSpPr/>
            <p:nvPr/>
          </p:nvSpPr>
          <p:spPr>
            <a:xfrm>
              <a:off x="5255280" y="3952800"/>
              <a:ext cx="530640" cy="32040"/>
            </a:xfrm>
            <a:custGeom>
              <a:rect b="b" l="l" r="r" t="t"/>
              <a:pathLst>
                <a:path extrusionOk="0" h="89" w="1474">
                  <a:moveTo>
                    <a:pt x="4" y="84"/>
                  </a:moveTo>
                  <a:lnTo>
                    <a:pt x="4" y="84"/>
                  </a:lnTo>
                  <a:cubicBezTo>
                    <a:pt x="65" y="94"/>
                    <a:pt x="122" y="87"/>
                    <a:pt x="182" y="77"/>
                  </a:cubicBezTo>
                  <a:lnTo>
                    <a:pt x="182" y="77"/>
                  </a:lnTo>
                  <a:cubicBezTo>
                    <a:pt x="213" y="90"/>
                    <a:pt x="243" y="77"/>
                    <a:pt x="276" y="74"/>
                  </a:cubicBezTo>
                  <a:cubicBezTo>
                    <a:pt x="293" y="87"/>
                    <a:pt x="306" y="77"/>
                    <a:pt x="323" y="74"/>
                  </a:cubicBezTo>
                  <a:cubicBezTo>
                    <a:pt x="404" y="80"/>
                    <a:pt x="481" y="77"/>
                    <a:pt x="558" y="74"/>
                  </a:cubicBezTo>
                  <a:lnTo>
                    <a:pt x="558" y="74"/>
                  </a:lnTo>
                  <a:cubicBezTo>
                    <a:pt x="562" y="77"/>
                    <a:pt x="565" y="77"/>
                    <a:pt x="572" y="74"/>
                  </a:cubicBezTo>
                  <a:cubicBezTo>
                    <a:pt x="625" y="77"/>
                    <a:pt x="682" y="80"/>
                    <a:pt x="736" y="70"/>
                  </a:cubicBezTo>
                  <a:cubicBezTo>
                    <a:pt x="749" y="80"/>
                    <a:pt x="763" y="74"/>
                    <a:pt x="773" y="70"/>
                  </a:cubicBezTo>
                  <a:lnTo>
                    <a:pt x="773" y="70"/>
                  </a:lnTo>
                  <a:lnTo>
                    <a:pt x="773" y="70"/>
                  </a:lnTo>
                  <a:cubicBezTo>
                    <a:pt x="807" y="84"/>
                    <a:pt x="843" y="74"/>
                    <a:pt x="877" y="74"/>
                  </a:cubicBezTo>
                  <a:cubicBezTo>
                    <a:pt x="881" y="74"/>
                    <a:pt x="881" y="70"/>
                    <a:pt x="881" y="67"/>
                  </a:cubicBezTo>
                  <a:cubicBezTo>
                    <a:pt x="884" y="67"/>
                    <a:pt x="891" y="67"/>
                    <a:pt x="894" y="64"/>
                  </a:cubicBezTo>
                  <a:lnTo>
                    <a:pt x="894" y="64"/>
                  </a:lnTo>
                  <a:cubicBezTo>
                    <a:pt x="904" y="67"/>
                    <a:pt x="917" y="70"/>
                    <a:pt x="928" y="64"/>
                  </a:cubicBezTo>
                  <a:cubicBezTo>
                    <a:pt x="934" y="57"/>
                    <a:pt x="924" y="54"/>
                    <a:pt x="917" y="50"/>
                  </a:cubicBezTo>
                  <a:lnTo>
                    <a:pt x="917" y="50"/>
                  </a:lnTo>
                  <a:lnTo>
                    <a:pt x="917" y="50"/>
                  </a:lnTo>
                  <a:cubicBezTo>
                    <a:pt x="928" y="37"/>
                    <a:pt x="944" y="37"/>
                    <a:pt x="958" y="37"/>
                  </a:cubicBezTo>
                  <a:lnTo>
                    <a:pt x="958" y="37"/>
                  </a:lnTo>
                  <a:lnTo>
                    <a:pt x="958" y="37"/>
                  </a:lnTo>
                  <a:cubicBezTo>
                    <a:pt x="978" y="40"/>
                    <a:pt x="995" y="40"/>
                    <a:pt x="1011" y="37"/>
                  </a:cubicBezTo>
                  <a:lnTo>
                    <a:pt x="1011" y="37"/>
                  </a:lnTo>
                  <a:cubicBezTo>
                    <a:pt x="1008" y="40"/>
                    <a:pt x="1008" y="40"/>
                    <a:pt x="1008" y="40"/>
                  </a:cubicBezTo>
                  <a:cubicBezTo>
                    <a:pt x="1159" y="27"/>
                    <a:pt x="1310" y="37"/>
                    <a:pt x="1461" y="23"/>
                  </a:cubicBezTo>
                  <a:cubicBezTo>
                    <a:pt x="1464" y="23"/>
                    <a:pt x="1468" y="17"/>
                    <a:pt x="1474" y="10"/>
                  </a:cubicBezTo>
                  <a:cubicBezTo>
                    <a:pt x="1438" y="10"/>
                    <a:pt x="1404" y="10"/>
                    <a:pt x="1371" y="10"/>
                  </a:cubicBezTo>
                  <a:cubicBezTo>
                    <a:pt x="1367" y="7"/>
                    <a:pt x="1364" y="7"/>
                    <a:pt x="1357" y="10"/>
                  </a:cubicBezTo>
                  <a:cubicBezTo>
                    <a:pt x="1354" y="10"/>
                    <a:pt x="1350" y="10"/>
                    <a:pt x="1344" y="10"/>
                  </a:cubicBezTo>
                  <a:cubicBezTo>
                    <a:pt x="1337" y="7"/>
                    <a:pt x="1327" y="7"/>
                    <a:pt x="1320" y="10"/>
                  </a:cubicBezTo>
                  <a:cubicBezTo>
                    <a:pt x="1313" y="10"/>
                    <a:pt x="1310" y="13"/>
                    <a:pt x="1307" y="13"/>
                  </a:cubicBezTo>
                  <a:cubicBezTo>
                    <a:pt x="1270" y="-7"/>
                    <a:pt x="1226" y="0"/>
                    <a:pt x="1186" y="3"/>
                  </a:cubicBezTo>
                  <a:cubicBezTo>
                    <a:pt x="1172" y="3"/>
                    <a:pt x="1162" y="3"/>
                    <a:pt x="1149" y="3"/>
                  </a:cubicBezTo>
                  <a:cubicBezTo>
                    <a:pt x="1142" y="3"/>
                    <a:pt x="1135" y="3"/>
                    <a:pt x="1132" y="3"/>
                  </a:cubicBezTo>
                  <a:cubicBezTo>
                    <a:pt x="1109" y="0"/>
                    <a:pt x="1089" y="7"/>
                    <a:pt x="1068" y="13"/>
                  </a:cubicBezTo>
                  <a:cubicBezTo>
                    <a:pt x="1062" y="17"/>
                    <a:pt x="1055" y="17"/>
                    <a:pt x="1045" y="20"/>
                  </a:cubicBezTo>
                  <a:cubicBezTo>
                    <a:pt x="1028" y="20"/>
                    <a:pt x="1011" y="20"/>
                    <a:pt x="995" y="23"/>
                  </a:cubicBezTo>
                  <a:cubicBezTo>
                    <a:pt x="971" y="23"/>
                    <a:pt x="948" y="23"/>
                    <a:pt x="921" y="23"/>
                  </a:cubicBezTo>
                  <a:cubicBezTo>
                    <a:pt x="911" y="30"/>
                    <a:pt x="891" y="33"/>
                    <a:pt x="897" y="50"/>
                  </a:cubicBezTo>
                  <a:lnTo>
                    <a:pt x="897" y="50"/>
                  </a:lnTo>
                  <a:cubicBezTo>
                    <a:pt x="894" y="50"/>
                    <a:pt x="894" y="54"/>
                    <a:pt x="891" y="57"/>
                  </a:cubicBezTo>
                  <a:cubicBezTo>
                    <a:pt x="870" y="47"/>
                    <a:pt x="850" y="43"/>
                    <a:pt x="827" y="57"/>
                  </a:cubicBezTo>
                  <a:cubicBezTo>
                    <a:pt x="824" y="57"/>
                    <a:pt x="820" y="57"/>
                    <a:pt x="817" y="57"/>
                  </a:cubicBezTo>
                  <a:cubicBezTo>
                    <a:pt x="800" y="47"/>
                    <a:pt x="786" y="40"/>
                    <a:pt x="763" y="47"/>
                  </a:cubicBezTo>
                  <a:cubicBezTo>
                    <a:pt x="756" y="50"/>
                    <a:pt x="746" y="50"/>
                    <a:pt x="739" y="50"/>
                  </a:cubicBezTo>
                  <a:lnTo>
                    <a:pt x="739" y="50"/>
                  </a:lnTo>
                  <a:lnTo>
                    <a:pt x="739" y="50"/>
                  </a:lnTo>
                  <a:cubicBezTo>
                    <a:pt x="713" y="50"/>
                    <a:pt x="686" y="50"/>
                    <a:pt x="662" y="50"/>
                  </a:cubicBezTo>
                  <a:cubicBezTo>
                    <a:pt x="639" y="60"/>
                    <a:pt x="609" y="54"/>
                    <a:pt x="582" y="60"/>
                  </a:cubicBezTo>
                  <a:cubicBezTo>
                    <a:pt x="572" y="57"/>
                    <a:pt x="558" y="57"/>
                    <a:pt x="545" y="60"/>
                  </a:cubicBezTo>
                  <a:cubicBezTo>
                    <a:pt x="484" y="60"/>
                    <a:pt x="421" y="57"/>
                    <a:pt x="357" y="57"/>
                  </a:cubicBezTo>
                  <a:cubicBezTo>
                    <a:pt x="340" y="57"/>
                    <a:pt x="323" y="57"/>
                    <a:pt x="310" y="67"/>
                  </a:cubicBezTo>
                  <a:lnTo>
                    <a:pt x="310" y="67"/>
                  </a:lnTo>
                  <a:cubicBezTo>
                    <a:pt x="306" y="67"/>
                    <a:pt x="306" y="67"/>
                    <a:pt x="303" y="67"/>
                  </a:cubicBezTo>
                  <a:cubicBezTo>
                    <a:pt x="263" y="54"/>
                    <a:pt x="223" y="70"/>
                    <a:pt x="182" y="67"/>
                  </a:cubicBezTo>
                  <a:cubicBezTo>
                    <a:pt x="176" y="67"/>
                    <a:pt x="166" y="67"/>
                    <a:pt x="159" y="67"/>
                  </a:cubicBezTo>
                  <a:lnTo>
                    <a:pt x="159" y="67"/>
                  </a:lnTo>
                  <a:cubicBezTo>
                    <a:pt x="156" y="67"/>
                    <a:pt x="149" y="67"/>
                    <a:pt x="145" y="67"/>
                  </a:cubicBezTo>
                  <a:lnTo>
                    <a:pt x="145" y="67"/>
                  </a:lnTo>
                  <a:cubicBezTo>
                    <a:pt x="128" y="67"/>
                    <a:pt x="112" y="67"/>
                    <a:pt x="95" y="67"/>
                  </a:cubicBezTo>
                  <a:cubicBezTo>
                    <a:pt x="65" y="80"/>
                    <a:pt x="31" y="64"/>
                    <a:pt x="4" y="77"/>
                  </a:cubicBezTo>
                  <a:lnTo>
                    <a:pt x="4" y="77"/>
                  </a:lnTo>
                  <a:cubicBezTo>
                    <a:pt x="-2" y="80"/>
                    <a:pt x="-2" y="80"/>
                    <a:pt x="4" y="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188"/>
            <p:cNvSpPr/>
            <p:nvPr/>
          </p:nvSpPr>
          <p:spPr>
            <a:xfrm>
              <a:off x="5511960" y="3943080"/>
              <a:ext cx="37440" cy="10800"/>
            </a:xfrm>
            <a:custGeom>
              <a:rect b="b" l="l" r="r" t="t"/>
              <a:pathLst>
                <a:path extrusionOk="0" h="30" w="104">
                  <a:moveTo>
                    <a:pt x="100" y="3"/>
                  </a:moveTo>
                  <a:lnTo>
                    <a:pt x="100" y="3"/>
                  </a:lnTo>
                  <a:lnTo>
                    <a:pt x="104" y="3"/>
                  </a:lnTo>
                  <a:cubicBezTo>
                    <a:pt x="100" y="0"/>
                    <a:pt x="97" y="0"/>
                    <a:pt x="94" y="0"/>
                  </a:cubicBezTo>
                  <a:lnTo>
                    <a:pt x="90" y="3"/>
                  </a:lnTo>
                  <a:cubicBezTo>
                    <a:pt x="87" y="7"/>
                    <a:pt x="83" y="7"/>
                    <a:pt x="80" y="7"/>
                  </a:cubicBezTo>
                  <a:cubicBezTo>
                    <a:pt x="77" y="3"/>
                    <a:pt x="73" y="3"/>
                    <a:pt x="73" y="3"/>
                  </a:cubicBezTo>
                  <a:cubicBezTo>
                    <a:pt x="70" y="7"/>
                    <a:pt x="67" y="10"/>
                    <a:pt x="63" y="10"/>
                  </a:cubicBezTo>
                  <a:cubicBezTo>
                    <a:pt x="40" y="13"/>
                    <a:pt x="-4" y="3"/>
                    <a:pt x="0" y="17"/>
                  </a:cubicBezTo>
                  <a:cubicBezTo>
                    <a:pt x="0" y="44"/>
                    <a:pt x="40" y="20"/>
                    <a:pt x="60" y="27"/>
                  </a:cubicBezTo>
                  <a:cubicBezTo>
                    <a:pt x="63" y="30"/>
                    <a:pt x="70" y="30"/>
                    <a:pt x="77" y="30"/>
                  </a:cubicBezTo>
                  <a:cubicBezTo>
                    <a:pt x="80" y="27"/>
                    <a:pt x="83" y="24"/>
                    <a:pt x="90" y="20"/>
                  </a:cubicBezTo>
                  <a:lnTo>
                    <a:pt x="90" y="20"/>
                  </a:lnTo>
                  <a:lnTo>
                    <a:pt x="90" y="20"/>
                  </a:lnTo>
                  <a:cubicBezTo>
                    <a:pt x="100" y="17"/>
                    <a:pt x="100" y="10"/>
                    <a:pt x="100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88"/>
            <p:cNvSpPr/>
            <p:nvPr/>
          </p:nvSpPr>
          <p:spPr>
            <a:xfrm>
              <a:off x="5294160" y="3999960"/>
              <a:ext cx="37800" cy="7200"/>
            </a:xfrm>
            <a:custGeom>
              <a:rect b="b" l="l" r="r" t="t"/>
              <a:pathLst>
                <a:path extrusionOk="0" h="20" w="105">
                  <a:moveTo>
                    <a:pt x="105" y="6"/>
                  </a:moveTo>
                  <a:lnTo>
                    <a:pt x="105" y="6"/>
                  </a:lnTo>
                  <a:cubicBezTo>
                    <a:pt x="105" y="-4"/>
                    <a:pt x="88" y="0"/>
                    <a:pt x="81" y="0"/>
                  </a:cubicBezTo>
                  <a:cubicBezTo>
                    <a:pt x="71" y="0"/>
                    <a:pt x="61" y="0"/>
                    <a:pt x="51" y="3"/>
                  </a:cubicBezTo>
                  <a:cubicBezTo>
                    <a:pt x="34" y="6"/>
                    <a:pt x="17" y="0"/>
                    <a:pt x="0" y="3"/>
                  </a:cubicBezTo>
                  <a:cubicBezTo>
                    <a:pt x="0" y="6"/>
                    <a:pt x="0" y="13"/>
                    <a:pt x="0" y="16"/>
                  </a:cubicBezTo>
                  <a:cubicBezTo>
                    <a:pt x="27" y="16"/>
                    <a:pt x="54" y="27"/>
                    <a:pt x="77" y="10"/>
                  </a:cubicBezTo>
                  <a:lnTo>
                    <a:pt x="77" y="10"/>
                  </a:lnTo>
                  <a:cubicBezTo>
                    <a:pt x="88" y="10"/>
                    <a:pt x="105" y="13"/>
                    <a:pt x="105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88"/>
            <p:cNvSpPr/>
            <p:nvPr/>
          </p:nvSpPr>
          <p:spPr>
            <a:xfrm>
              <a:off x="5183280" y="4008240"/>
              <a:ext cx="5400" cy="5040"/>
            </a:xfrm>
            <a:custGeom>
              <a:rect b="b" l="l" r="r" t="t"/>
              <a:pathLst>
                <a:path extrusionOk="0" h="14" w="15">
                  <a:moveTo>
                    <a:pt x="10" y="14"/>
                  </a:moveTo>
                  <a:lnTo>
                    <a:pt x="10" y="14"/>
                  </a:lnTo>
                  <a:cubicBezTo>
                    <a:pt x="13" y="10"/>
                    <a:pt x="17" y="7"/>
                    <a:pt x="13" y="4"/>
                  </a:cubicBezTo>
                  <a:cubicBezTo>
                    <a:pt x="10" y="4"/>
                    <a:pt x="6" y="4"/>
                    <a:pt x="3" y="0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14"/>
                    <a:pt x="3" y="14"/>
                    <a:pt x="1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88"/>
            <p:cNvSpPr/>
            <p:nvPr/>
          </p:nvSpPr>
          <p:spPr>
            <a:xfrm>
              <a:off x="5234040" y="3979440"/>
              <a:ext cx="9720" cy="3960"/>
            </a:xfrm>
            <a:custGeom>
              <a:rect b="b" l="l" r="r" t="t"/>
              <a:pathLst>
                <a:path extrusionOk="0" h="11" w="27">
                  <a:moveTo>
                    <a:pt x="23" y="0"/>
                  </a:moveTo>
                  <a:lnTo>
                    <a:pt x="23" y="0"/>
                  </a:lnTo>
                  <a:cubicBezTo>
                    <a:pt x="13" y="0"/>
                    <a:pt x="6" y="3"/>
                    <a:pt x="0" y="3"/>
                  </a:cubicBezTo>
                  <a:cubicBezTo>
                    <a:pt x="3" y="10"/>
                    <a:pt x="13" y="13"/>
                    <a:pt x="23" y="10"/>
                  </a:cubicBezTo>
                  <a:cubicBezTo>
                    <a:pt x="30" y="6"/>
                    <a:pt x="26" y="3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88"/>
            <p:cNvSpPr/>
            <p:nvPr/>
          </p:nvSpPr>
          <p:spPr>
            <a:xfrm>
              <a:off x="5321880" y="3933720"/>
              <a:ext cx="3960" cy="2880"/>
            </a:xfrm>
            <a:custGeom>
              <a:rect b="b" l="l" r="r" t="t"/>
              <a:pathLst>
                <a:path extrusionOk="0" h="8" w="11">
                  <a:moveTo>
                    <a:pt x="11" y="3"/>
                  </a:moveTo>
                  <a:lnTo>
                    <a:pt x="11" y="3"/>
                  </a:lnTo>
                  <a:cubicBezTo>
                    <a:pt x="7" y="-1"/>
                    <a:pt x="4" y="-1"/>
                    <a:pt x="0" y="3"/>
                  </a:cubicBezTo>
                  <a:cubicBezTo>
                    <a:pt x="4" y="9"/>
                    <a:pt x="7" y="9"/>
                    <a:pt x="1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188"/>
            <p:cNvSpPr/>
            <p:nvPr/>
          </p:nvSpPr>
          <p:spPr>
            <a:xfrm>
              <a:off x="4737600" y="4023360"/>
              <a:ext cx="110160" cy="10440"/>
            </a:xfrm>
            <a:custGeom>
              <a:rect b="b" l="l" r="r" t="t"/>
              <a:pathLst>
                <a:path extrusionOk="0" h="29" w="306">
                  <a:moveTo>
                    <a:pt x="255" y="15"/>
                  </a:moveTo>
                  <a:lnTo>
                    <a:pt x="255" y="15"/>
                  </a:lnTo>
                  <a:lnTo>
                    <a:pt x="255" y="15"/>
                  </a:lnTo>
                  <a:cubicBezTo>
                    <a:pt x="275" y="19"/>
                    <a:pt x="292" y="22"/>
                    <a:pt x="306" y="8"/>
                  </a:cubicBezTo>
                  <a:cubicBezTo>
                    <a:pt x="302" y="5"/>
                    <a:pt x="299" y="2"/>
                    <a:pt x="292" y="2"/>
                  </a:cubicBezTo>
                  <a:cubicBezTo>
                    <a:pt x="285" y="2"/>
                    <a:pt x="275" y="2"/>
                    <a:pt x="269" y="2"/>
                  </a:cubicBezTo>
                  <a:cubicBezTo>
                    <a:pt x="212" y="2"/>
                    <a:pt x="155" y="-5"/>
                    <a:pt x="97" y="5"/>
                  </a:cubicBezTo>
                  <a:cubicBezTo>
                    <a:pt x="67" y="12"/>
                    <a:pt x="30" y="-5"/>
                    <a:pt x="0" y="12"/>
                  </a:cubicBezTo>
                  <a:cubicBezTo>
                    <a:pt x="13" y="39"/>
                    <a:pt x="54" y="12"/>
                    <a:pt x="74" y="25"/>
                  </a:cubicBezTo>
                  <a:cubicBezTo>
                    <a:pt x="77" y="25"/>
                    <a:pt x="84" y="29"/>
                    <a:pt x="87" y="29"/>
                  </a:cubicBezTo>
                  <a:cubicBezTo>
                    <a:pt x="121" y="15"/>
                    <a:pt x="151" y="29"/>
                    <a:pt x="185" y="25"/>
                  </a:cubicBezTo>
                  <a:cubicBezTo>
                    <a:pt x="195" y="25"/>
                    <a:pt x="202" y="22"/>
                    <a:pt x="208" y="19"/>
                  </a:cubicBezTo>
                  <a:cubicBezTo>
                    <a:pt x="212" y="19"/>
                    <a:pt x="215" y="19"/>
                    <a:pt x="215" y="19"/>
                  </a:cubicBezTo>
                  <a:cubicBezTo>
                    <a:pt x="228" y="19"/>
                    <a:pt x="242" y="15"/>
                    <a:pt x="255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188"/>
            <p:cNvSpPr/>
            <p:nvPr/>
          </p:nvSpPr>
          <p:spPr>
            <a:xfrm>
              <a:off x="4917600" y="4020120"/>
              <a:ext cx="97920" cy="7200"/>
            </a:xfrm>
            <a:custGeom>
              <a:rect b="b" l="l" r="r" t="t"/>
              <a:pathLst>
                <a:path extrusionOk="0" h="20" w="272">
                  <a:moveTo>
                    <a:pt x="181" y="17"/>
                  </a:moveTo>
                  <a:lnTo>
                    <a:pt x="181" y="17"/>
                  </a:lnTo>
                  <a:cubicBezTo>
                    <a:pt x="212" y="14"/>
                    <a:pt x="242" y="24"/>
                    <a:pt x="272" y="11"/>
                  </a:cubicBezTo>
                  <a:cubicBezTo>
                    <a:pt x="238" y="1"/>
                    <a:pt x="134" y="-3"/>
                    <a:pt x="51" y="1"/>
                  </a:cubicBezTo>
                  <a:lnTo>
                    <a:pt x="51" y="1"/>
                  </a:lnTo>
                  <a:cubicBezTo>
                    <a:pt x="34" y="1"/>
                    <a:pt x="17" y="1"/>
                    <a:pt x="0" y="1"/>
                  </a:cubicBezTo>
                  <a:cubicBezTo>
                    <a:pt x="3" y="28"/>
                    <a:pt x="31" y="17"/>
                    <a:pt x="51" y="17"/>
                  </a:cubicBezTo>
                  <a:cubicBezTo>
                    <a:pt x="91" y="17"/>
                    <a:pt x="128" y="17"/>
                    <a:pt x="168" y="17"/>
                  </a:cubicBezTo>
                  <a:cubicBezTo>
                    <a:pt x="171" y="21"/>
                    <a:pt x="178" y="21"/>
                    <a:pt x="181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88"/>
            <p:cNvSpPr/>
            <p:nvPr/>
          </p:nvSpPr>
          <p:spPr>
            <a:xfrm>
              <a:off x="5022720" y="4017960"/>
              <a:ext cx="28800" cy="6120"/>
            </a:xfrm>
            <a:custGeom>
              <a:rect b="b" l="l" r="r" t="t"/>
              <a:pathLst>
                <a:path extrusionOk="0" h="17" w="80">
                  <a:moveTo>
                    <a:pt x="80" y="13"/>
                  </a:moveTo>
                  <a:lnTo>
                    <a:pt x="80" y="13"/>
                  </a:lnTo>
                  <a:cubicBezTo>
                    <a:pt x="77" y="3"/>
                    <a:pt x="73" y="-3"/>
                    <a:pt x="60" y="0"/>
                  </a:cubicBezTo>
                  <a:cubicBezTo>
                    <a:pt x="44" y="0"/>
                    <a:pt x="24" y="3"/>
                    <a:pt x="0" y="7"/>
                  </a:cubicBezTo>
                  <a:cubicBezTo>
                    <a:pt x="30" y="20"/>
                    <a:pt x="54" y="17"/>
                    <a:pt x="8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88"/>
            <p:cNvSpPr/>
            <p:nvPr/>
          </p:nvSpPr>
          <p:spPr>
            <a:xfrm>
              <a:off x="5051520" y="402264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88"/>
            <p:cNvSpPr/>
            <p:nvPr/>
          </p:nvSpPr>
          <p:spPr>
            <a:xfrm>
              <a:off x="4847760" y="402624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188"/>
            <p:cNvSpPr/>
            <p:nvPr/>
          </p:nvSpPr>
          <p:spPr>
            <a:xfrm>
              <a:off x="4819680" y="4034520"/>
              <a:ext cx="46080" cy="8640"/>
            </a:xfrm>
            <a:custGeom>
              <a:rect b="b" l="l" r="r" t="t"/>
              <a:pathLst>
                <a:path extrusionOk="0" h="24" w="128">
                  <a:moveTo>
                    <a:pt x="125" y="1"/>
                  </a:moveTo>
                  <a:lnTo>
                    <a:pt x="125" y="1"/>
                  </a:lnTo>
                  <a:cubicBezTo>
                    <a:pt x="118" y="-2"/>
                    <a:pt x="111" y="1"/>
                    <a:pt x="104" y="8"/>
                  </a:cubicBezTo>
                  <a:cubicBezTo>
                    <a:pt x="74" y="15"/>
                    <a:pt x="44" y="1"/>
                    <a:pt x="14" y="5"/>
                  </a:cubicBezTo>
                  <a:cubicBezTo>
                    <a:pt x="7" y="11"/>
                    <a:pt x="-6" y="15"/>
                    <a:pt x="4" y="24"/>
                  </a:cubicBezTo>
                  <a:cubicBezTo>
                    <a:pt x="21" y="24"/>
                    <a:pt x="37" y="24"/>
                    <a:pt x="54" y="24"/>
                  </a:cubicBezTo>
                  <a:cubicBezTo>
                    <a:pt x="57" y="21"/>
                    <a:pt x="57" y="21"/>
                    <a:pt x="61" y="21"/>
                  </a:cubicBezTo>
                  <a:cubicBezTo>
                    <a:pt x="64" y="21"/>
                    <a:pt x="64" y="24"/>
                    <a:pt x="64" y="24"/>
                  </a:cubicBezTo>
                  <a:cubicBezTo>
                    <a:pt x="84" y="24"/>
                    <a:pt x="101" y="24"/>
                    <a:pt x="118" y="24"/>
                  </a:cubicBezTo>
                  <a:cubicBezTo>
                    <a:pt x="118" y="21"/>
                    <a:pt x="118" y="18"/>
                    <a:pt x="118" y="15"/>
                  </a:cubicBezTo>
                  <a:lnTo>
                    <a:pt x="118" y="15"/>
                  </a:lnTo>
                  <a:cubicBezTo>
                    <a:pt x="128" y="11"/>
                    <a:pt x="131" y="8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188"/>
            <p:cNvSpPr/>
            <p:nvPr/>
          </p:nvSpPr>
          <p:spPr>
            <a:xfrm>
              <a:off x="4846320" y="4019040"/>
              <a:ext cx="63000" cy="10080"/>
            </a:xfrm>
            <a:custGeom>
              <a:rect b="b" l="l" r="r" t="t"/>
              <a:pathLst>
                <a:path extrusionOk="0" h="28" w="175">
                  <a:moveTo>
                    <a:pt x="175" y="14"/>
                  </a:moveTo>
                  <a:lnTo>
                    <a:pt x="175" y="14"/>
                  </a:lnTo>
                  <a:cubicBezTo>
                    <a:pt x="165" y="7"/>
                    <a:pt x="158" y="10"/>
                    <a:pt x="148" y="14"/>
                  </a:cubicBezTo>
                  <a:cubicBezTo>
                    <a:pt x="121" y="14"/>
                    <a:pt x="94" y="10"/>
                    <a:pt x="67" y="10"/>
                  </a:cubicBezTo>
                  <a:lnTo>
                    <a:pt x="67" y="10"/>
                  </a:lnTo>
                  <a:cubicBezTo>
                    <a:pt x="67" y="14"/>
                    <a:pt x="64" y="14"/>
                    <a:pt x="61" y="14"/>
                  </a:cubicBezTo>
                  <a:cubicBezTo>
                    <a:pt x="57" y="14"/>
                    <a:pt x="54" y="14"/>
                    <a:pt x="54" y="14"/>
                  </a:cubicBezTo>
                  <a:cubicBezTo>
                    <a:pt x="51" y="14"/>
                    <a:pt x="47" y="14"/>
                    <a:pt x="44" y="10"/>
                  </a:cubicBezTo>
                  <a:cubicBezTo>
                    <a:pt x="40" y="7"/>
                    <a:pt x="34" y="4"/>
                    <a:pt x="30" y="4"/>
                  </a:cubicBezTo>
                  <a:lnTo>
                    <a:pt x="30" y="4"/>
                  </a:lnTo>
                  <a:cubicBezTo>
                    <a:pt x="27" y="0"/>
                    <a:pt x="24" y="0"/>
                    <a:pt x="24" y="0"/>
                  </a:cubicBezTo>
                  <a:cubicBezTo>
                    <a:pt x="20" y="0"/>
                    <a:pt x="17" y="4"/>
                    <a:pt x="17" y="4"/>
                  </a:cubicBezTo>
                  <a:lnTo>
                    <a:pt x="17" y="4"/>
                  </a:lnTo>
                  <a:cubicBezTo>
                    <a:pt x="14" y="7"/>
                    <a:pt x="10" y="10"/>
                    <a:pt x="4" y="10"/>
                  </a:cubicBezTo>
                  <a:lnTo>
                    <a:pt x="4" y="10"/>
                  </a:lnTo>
                  <a:cubicBezTo>
                    <a:pt x="4" y="14"/>
                    <a:pt x="0" y="14"/>
                    <a:pt x="0" y="17"/>
                  </a:cubicBezTo>
                  <a:lnTo>
                    <a:pt x="4" y="20"/>
                  </a:lnTo>
                  <a:cubicBezTo>
                    <a:pt x="54" y="34"/>
                    <a:pt x="101" y="27"/>
                    <a:pt x="148" y="20"/>
                  </a:cubicBezTo>
                  <a:lnTo>
                    <a:pt x="148" y="20"/>
                  </a:lnTo>
                  <a:cubicBezTo>
                    <a:pt x="158" y="20"/>
                    <a:pt x="165" y="24"/>
                    <a:pt x="175" y="17"/>
                  </a:cubicBezTo>
                  <a:lnTo>
                    <a:pt x="175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188"/>
            <p:cNvSpPr/>
            <p:nvPr/>
          </p:nvSpPr>
          <p:spPr>
            <a:xfrm>
              <a:off x="4566960" y="4311720"/>
              <a:ext cx="6480" cy="6120"/>
            </a:xfrm>
            <a:custGeom>
              <a:rect b="b" l="l" r="r" t="t"/>
              <a:pathLst>
                <a:path extrusionOk="0" h="17" w="18">
                  <a:moveTo>
                    <a:pt x="18" y="0"/>
                  </a:moveTo>
                  <a:lnTo>
                    <a:pt x="18" y="0"/>
                  </a:lnTo>
                  <a:cubicBezTo>
                    <a:pt x="-6" y="0"/>
                    <a:pt x="-2" y="7"/>
                    <a:pt x="8" y="17"/>
                  </a:cubicBezTo>
                  <a:cubicBezTo>
                    <a:pt x="18" y="13"/>
                    <a:pt x="18" y="7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88"/>
            <p:cNvSpPr/>
            <p:nvPr/>
          </p:nvSpPr>
          <p:spPr>
            <a:xfrm>
              <a:off x="4731480" y="3963240"/>
              <a:ext cx="368640" cy="20880"/>
            </a:xfrm>
            <a:custGeom>
              <a:rect b="b" l="l" r="r" t="t"/>
              <a:pathLst>
                <a:path extrusionOk="0" h="58" w="1024">
                  <a:moveTo>
                    <a:pt x="993" y="1"/>
                  </a:moveTo>
                  <a:lnTo>
                    <a:pt x="993" y="1"/>
                  </a:lnTo>
                  <a:cubicBezTo>
                    <a:pt x="959" y="11"/>
                    <a:pt x="922" y="1"/>
                    <a:pt x="886" y="8"/>
                  </a:cubicBezTo>
                  <a:cubicBezTo>
                    <a:pt x="886" y="8"/>
                    <a:pt x="882" y="8"/>
                    <a:pt x="879" y="8"/>
                  </a:cubicBezTo>
                  <a:cubicBezTo>
                    <a:pt x="875" y="4"/>
                    <a:pt x="869" y="8"/>
                    <a:pt x="865" y="8"/>
                  </a:cubicBezTo>
                  <a:cubicBezTo>
                    <a:pt x="865" y="1"/>
                    <a:pt x="865" y="-2"/>
                    <a:pt x="853" y="1"/>
                  </a:cubicBezTo>
                  <a:lnTo>
                    <a:pt x="853" y="1"/>
                  </a:lnTo>
                  <a:cubicBezTo>
                    <a:pt x="839" y="14"/>
                    <a:pt x="819" y="8"/>
                    <a:pt x="802" y="11"/>
                  </a:cubicBezTo>
                  <a:cubicBezTo>
                    <a:pt x="796" y="11"/>
                    <a:pt x="792" y="11"/>
                    <a:pt x="789" y="11"/>
                  </a:cubicBezTo>
                  <a:lnTo>
                    <a:pt x="789" y="11"/>
                  </a:lnTo>
                  <a:lnTo>
                    <a:pt x="789" y="11"/>
                  </a:lnTo>
                  <a:cubicBezTo>
                    <a:pt x="782" y="11"/>
                    <a:pt x="779" y="11"/>
                    <a:pt x="776" y="11"/>
                  </a:cubicBezTo>
                  <a:cubicBezTo>
                    <a:pt x="779" y="11"/>
                    <a:pt x="779" y="14"/>
                    <a:pt x="782" y="14"/>
                  </a:cubicBezTo>
                  <a:lnTo>
                    <a:pt x="779" y="14"/>
                  </a:lnTo>
                  <a:cubicBezTo>
                    <a:pt x="779" y="14"/>
                    <a:pt x="776" y="14"/>
                    <a:pt x="776" y="11"/>
                  </a:cubicBezTo>
                  <a:cubicBezTo>
                    <a:pt x="755" y="11"/>
                    <a:pt x="732" y="11"/>
                    <a:pt x="712" y="8"/>
                  </a:cubicBezTo>
                  <a:cubicBezTo>
                    <a:pt x="655" y="11"/>
                    <a:pt x="598" y="8"/>
                    <a:pt x="541" y="14"/>
                  </a:cubicBezTo>
                  <a:cubicBezTo>
                    <a:pt x="497" y="18"/>
                    <a:pt x="453" y="1"/>
                    <a:pt x="410" y="18"/>
                  </a:cubicBezTo>
                  <a:lnTo>
                    <a:pt x="410" y="18"/>
                  </a:lnTo>
                  <a:cubicBezTo>
                    <a:pt x="383" y="18"/>
                    <a:pt x="353" y="21"/>
                    <a:pt x="323" y="21"/>
                  </a:cubicBezTo>
                  <a:lnTo>
                    <a:pt x="323" y="21"/>
                  </a:lnTo>
                  <a:lnTo>
                    <a:pt x="323" y="21"/>
                  </a:lnTo>
                  <a:cubicBezTo>
                    <a:pt x="319" y="18"/>
                    <a:pt x="316" y="21"/>
                    <a:pt x="312" y="21"/>
                  </a:cubicBezTo>
                  <a:cubicBezTo>
                    <a:pt x="289" y="18"/>
                    <a:pt x="269" y="25"/>
                    <a:pt x="249" y="28"/>
                  </a:cubicBezTo>
                  <a:lnTo>
                    <a:pt x="249" y="28"/>
                  </a:lnTo>
                  <a:cubicBezTo>
                    <a:pt x="208" y="18"/>
                    <a:pt x="168" y="31"/>
                    <a:pt x="128" y="31"/>
                  </a:cubicBezTo>
                  <a:cubicBezTo>
                    <a:pt x="98" y="28"/>
                    <a:pt x="67" y="35"/>
                    <a:pt x="41" y="38"/>
                  </a:cubicBezTo>
                  <a:cubicBezTo>
                    <a:pt x="27" y="38"/>
                    <a:pt x="14" y="38"/>
                    <a:pt x="0" y="38"/>
                  </a:cubicBezTo>
                  <a:cubicBezTo>
                    <a:pt x="0" y="45"/>
                    <a:pt x="0" y="48"/>
                    <a:pt x="0" y="55"/>
                  </a:cubicBezTo>
                  <a:cubicBezTo>
                    <a:pt x="7" y="55"/>
                    <a:pt x="10" y="58"/>
                    <a:pt x="14" y="58"/>
                  </a:cubicBezTo>
                  <a:cubicBezTo>
                    <a:pt x="17" y="55"/>
                    <a:pt x="20" y="55"/>
                    <a:pt x="24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37" y="55"/>
                    <a:pt x="44" y="55"/>
                    <a:pt x="51" y="55"/>
                  </a:cubicBezTo>
                  <a:cubicBezTo>
                    <a:pt x="51" y="55"/>
                    <a:pt x="51" y="51"/>
                    <a:pt x="54" y="51"/>
                  </a:cubicBezTo>
                  <a:lnTo>
                    <a:pt x="57" y="51"/>
                  </a:lnTo>
                  <a:cubicBezTo>
                    <a:pt x="81" y="51"/>
                    <a:pt x="104" y="55"/>
                    <a:pt x="131" y="48"/>
                  </a:cubicBezTo>
                  <a:cubicBezTo>
                    <a:pt x="155" y="48"/>
                    <a:pt x="181" y="48"/>
                    <a:pt x="205" y="48"/>
                  </a:cubicBezTo>
                  <a:cubicBezTo>
                    <a:pt x="212" y="45"/>
                    <a:pt x="219" y="41"/>
                    <a:pt x="225" y="41"/>
                  </a:cubicBezTo>
                  <a:cubicBezTo>
                    <a:pt x="229" y="38"/>
                    <a:pt x="232" y="38"/>
                    <a:pt x="235" y="38"/>
                  </a:cubicBezTo>
                  <a:cubicBezTo>
                    <a:pt x="262" y="38"/>
                    <a:pt x="286" y="38"/>
                    <a:pt x="312" y="38"/>
                  </a:cubicBezTo>
                  <a:lnTo>
                    <a:pt x="312" y="38"/>
                  </a:lnTo>
                  <a:cubicBezTo>
                    <a:pt x="346" y="35"/>
                    <a:pt x="380" y="35"/>
                    <a:pt x="413" y="38"/>
                  </a:cubicBezTo>
                  <a:cubicBezTo>
                    <a:pt x="423" y="41"/>
                    <a:pt x="427" y="38"/>
                    <a:pt x="427" y="31"/>
                  </a:cubicBezTo>
                  <a:cubicBezTo>
                    <a:pt x="433" y="35"/>
                    <a:pt x="437" y="35"/>
                    <a:pt x="443" y="35"/>
                  </a:cubicBezTo>
                  <a:cubicBezTo>
                    <a:pt x="453" y="35"/>
                    <a:pt x="467" y="38"/>
                    <a:pt x="477" y="38"/>
                  </a:cubicBezTo>
                  <a:cubicBezTo>
                    <a:pt x="551" y="41"/>
                    <a:pt x="621" y="48"/>
                    <a:pt x="692" y="35"/>
                  </a:cubicBezTo>
                  <a:cubicBezTo>
                    <a:pt x="695" y="35"/>
                    <a:pt x="698" y="31"/>
                    <a:pt x="698" y="31"/>
                  </a:cubicBezTo>
                  <a:cubicBezTo>
                    <a:pt x="702" y="31"/>
                    <a:pt x="702" y="31"/>
                    <a:pt x="705" y="31"/>
                  </a:cubicBezTo>
                  <a:cubicBezTo>
                    <a:pt x="709" y="31"/>
                    <a:pt x="712" y="31"/>
                    <a:pt x="712" y="31"/>
                  </a:cubicBezTo>
                  <a:cubicBezTo>
                    <a:pt x="715" y="31"/>
                    <a:pt x="719" y="31"/>
                    <a:pt x="725" y="31"/>
                  </a:cubicBezTo>
                  <a:cubicBezTo>
                    <a:pt x="729" y="31"/>
                    <a:pt x="732" y="31"/>
                    <a:pt x="735" y="31"/>
                  </a:cubicBezTo>
                  <a:cubicBezTo>
                    <a:pt x="792" y="28"/>
                    <a:pt x="846" y="28"/>
                    <a:pt x="902" y="28"/>
                  </a:cubicBezTo>
                  <a:cubicBezTo>
                    <a:pt x="902" y="25"/>
                    <a:pt x="906" y="25"/>
                    <a:pt x="906" y="21"/>
                  </a:cubicBezTo>
                  <a:lnTo>
                    <a:pt x="906" y="21"/>
                  </a:lnTo>
                  <a:cubicBezTo>
                    <a:pt x="946" y="21"/>
                    <a:pt x="983" y="21"/>
                    <a:pt x="1023" y="21"/>
                  </a:cubicBezTo>
                  <a:cubicBezTo>
                    <a:pt x="1026" y="1"/>
                    <a:pt x="1006" y="4"/>
                    <a:pt x="9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188"/>
            <p:cNvSpPr/>
            <p:nvPr/>
          </p:nvSpPr>
          <p:spPr>
            <a:xfrm>
              <a:off x="4764600" y="3935880"/>
              <a:ext cx="4320" cy="4680"/>
            </a:xfrm>
            <a:custGeom>
              <a:rect b="b" l="l" r="r" t="t"/>
              <a:pathLst>
                <a:path extrusionOk="0" h="13" w="12">
                  <a:moveTo>
                    <a:pt x="12" y="13"/>
                  </a:moveTo>
                  <a:lnTo>
                    <a:pt x="12" y="13"/>
                  </a:lnTo>
                  <a:cubicBezTo>
                    <a:pt x="12" y="7"/>
                    <a:pt x="12" y="0"/>
                    <a:pt x="6" y="0"/>
                  </a:cubicBezTo>
                  <a:cubicBezTo>
                    <a:pt x="-1" y="0"/>
                    <a:pt x="-1" y="7"/>
                    <a:pt x="2" y="13"/>
                  </a:cubicBezTo>
                  <a:cubicBezTo>
                    <a:pt x="6" y="13"/>
                    <a:pt x="9" y="13"/>
                    <a:pt x="12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188"/>
            <p:cNvSpPr/>
            <p:nvPr/>
          </p:nvSpPr>
          <p:spPr>
            <a:xfrm>
              <a:off x="4490640" y="5263920"/>
              <a:ext cx="24480" cy="7200"/>
            </a:xfrm>
            <a:custGeom>
              <a:rect b="b" l="l" r="r" t="t"/>
              <a:pathLst>
                <a:path extrusionOk="0" h="20" w="68">
                  <a:moveTo>
                    <a:pt x="21" y="20"/>
                  </a:moveTo>
                  <a:lnTo>
                    <a:pt x="21" y="20"/>
                  </a:lnTo>
                  <a:cubicBezTo>
                    <a:pt x="31" y="20"/>
                    <a:pt x="42" y="20"/>
                    <a:pt x="52" y="20"/>
                  </a:cubicBezTo>
                  <a:cubicBezTo>
                    <a:pt x="48" y="13"/>
                    <a:pt x="82" y="13"/>
                    <a:pt x="62" y="0"/>
                  </a:cubicBezTo>
                  <a:cubicBezTo>
                    <a:pt x="45" y="0"/>
                    <a:pt x="28" y="3"/>
                    <a:pt x="11" y="3"/>
                  </a:cubicBezTo>
                  <a:cubicBezTo>
                    <a:pt x="1" y="13"/>
                    <a:pt x="-12" y="20"/>
                    <a:pt x="2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88"/>
            <p:cNvSpPr/>
            <p:nvPr/>
          </p:nvSpPr>
          <p:spPr>
            <a:xfrm>
              <a:off x="5878080" y="3898440"/>
              <a:ext cx="10800" cy="21600"/>
            </a:xfrm>
            <a:custGeom>
              <a:rect b="b" l="l" r="r" t="t"/>
              <a:pathLst>
                <a:path extrusionOk="0" h="60" w="30">
                  <a:moveTo>
                    <a:pt x="30" y="54"/>
                  </a:moveTo>
                  <a:lnTo>
                    <a:pt x="30" y="54"/>
                  </a:lnTo>
                  <a:cubicBezTo>
                    <a:pt x="23" y="33"/>
                    <a:pt x="20" y="16"/>
                    <a:pt x="13" y="0"/>
                  </a:cubicBezTo>
                  <a:cubicBezTo>
                    <a:pt x="10" y="3"/>
                    <a:pt x="3" y="6"/>
                    <a:pt x="0" y="10"/>
                  </a:cubicBezTo>
                  <a:cubicBezTo>
                    <a:pt x="6" y="27"/>
                    <a:pt x="10" y="44"/>
                    <a:pt x="16" y="60"/>
                  </a:cubicBezTo>
                  <a:cubicBezTo>
                    <a:pt x="20" y="57"/>
                    <a:pt x="26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188"/>
            <p:cNvSpPr/>
            <p:nvPr/>
          </p:nvSpPr>
          <p:spPr>
            <a:xfrm>
              <a:off x="5609880" y="3569760"/>
              <a:ext cx="4320" cy="3600"/>
            </a:xfrm>
            <a:custGeom>
              <a:rect b="b" l="l" r="r" t="t"/>
              <a:pathLst>
                <a:path extrusionOk="0" h="10" w="12">
                  <a:moveTo>
                    <a:pt x="10" y="0"/>
                  </a:moveTo>
                  <a:lnTo>
                    <a:pt x="10" y="0"/>
                  </a:lnTo>
                  <a:cubicBezTo>
                    <a:pt x="6" y="0"/>
                    <a:pt x="3" y="0"/>
                    <a:pt x="0" y="0"/>
                  </a:cubicBezTo>
                  <a:cubicBezTo>
                    <a:pt x="0" y="7"/>
                    <a:pt x="3" y="10"/>
                    <a:pt x="10" y="10"/>
                  </a:cubicBezTo>
                  <a:cubicBezTo>
                    <a:pt x="13" y="7"/>
                    <a:pt x="13" y="3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188"/>
            <p:cNvSpPr/>
            <p:nvPr/>
          </p:nvSpPr>
          <p:spPr>
            <a:xfrm>
              <a:off x="4853520" y="4297320"/>
              <a:ext cx="2520" cy="2160"/>
            </a:xfrm>
            <a:custGeom>
              <a:rect b="b" l="l" r="r" t="t"/>
              <a:pathLst>
                <a:path extrusionOk="0" h="6" w="7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0" y="0"/>
                    <a:pt x="0" y="3"/>
                  </a:cubicBezTo>
                  <a:lnTo>
                    <a:pt x="4" y="6"/>
                  </a:lnTo>
                  <a:cubicBezTo>
                    <a:pt x="7" y="6"/>
                    <a:pt x="7" y="6"/>
                    <a:pt x="7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188"/>
            <p:cNvSpPr/>
            <p:nvPr/>
          </p:nvSpPr>
          <p:spPr>
            <a:xfrm>
              <a:off x="4963680" y="5348520"/>
              <a:ext cx="468000" cy="42120"/>
            </a:xfrm>
            <a:custGeom>
              <a:rect b="b" l="l" r="r" t="t"/>
              <a:pathLst>
                <a:path extrusionOk="0" h="117" w="1300">
                  <a:moveTo>
                    <a:pt x="198" y="77"/>
                  </a:moveTo>
                  <a:lnTo>
                    <a:pt x="198" y="77"/>
                  </a:lnTo>
                  <a:cubicBezTo>
                    <a:pt x="198" y="77"/>
                    <a:pt x="194" y="77"/>
                    <a:pt x="194" y="80"/>
                  </a:cubicBezTo>
                  <a:lnTo>
                    <a:pt x="194" y="80"/>
                  </a:lnTo>
                  <a:cubicBezTo>
                    <a:pt x="191" y="77"/>
                    <a:pt x="184" y="80"/>
                    <a:pt x="181" y="80"/>
                  </a:cubicBezTo>
                  <a:lnTo>
                    <a:pt x="181" y="80"/>
                  </a:lnTo>
                  <a:cubicBezTo>
                    <a:pt x="178" y="80"/>
                    <a:pt x="174" y="80"/>
                    <a:pt x="168" y="80"/>
                  </a:cubicBezTo>
                  <a:lnTo>
                    <a:pt x="168" y="80"/>
                  </a:lnTo>
                  <a:cubicBezTo>
                    <a:pt x="164" y="80"/>
                    <a:pt x="161" y="80"/>
                    <a:pt x="157" y="80"/>
                  </a:cubicBezTo>
                  <a:cubicBezTo>
                    <a:pt x="104" y="84"/>
                    <a:pt x="47" y="87"/>
                    <a:pt x="0" y="107"/>
                  </a:cubicBezTo>
                  <a:cubicBezTo>
                    <a:pt x="3" y="111"/>
                    <a:pt x="6" y="114"/>
                    <a:pt x="13" y="117"/>
                  </a:cubicBezTo>
                  <a:cubicBezTo>
                    <a:pt x="57" y="107"/>
                    <a:pt x="104" y="114"/>
                    <a:pt x="147" y="111"/>
                  </a:cubicBezTo>
                  <a:cubicBezTo>
                    <a:pt x="157" y="111"/>
                    <a:pt x="168" y="107"/>
                    <a:pt x="178" y="104"/>
                  </a:cubicBezTo>
                  <a:cubicBezTo>
                    <a:pt x="184" y="101"/>
                    <a:pt x="188" y="97"/>
                    <a:pt x="188" y="94"/>
                  </a:cubicBezTo>
                  <a:lnTo>
                    <a:pt x="188" y="90"/>
                  </a:lnTo>
                  <a:cubicBezTo>
                    <a:pt x="191" y="90"/>
                    <a:pt x="191" y="90"/>
                    <a:pt x="191" y="90"/>
                  </a:cubicBezTo>
                  <a:cubicBezTo>
                    <a:pt x="198" y="90"/>
                    <a:pt x="201" y="90"/>
                    <a:pt x="204" y="87"/>
                  </a:cubicBezTo>
                  <a:cubicBezTo>
                    <a:pt x="208" y="90"/>
                    <a:pt x="208" y="90"/>
                    <a:pt x="208" y="94"/>
                  </a:cubicBezTo>
                  <a:cubicBezTo>
                    <a:pt x="220" y="101"/>
                    <a:pt x="237" y="101"/>
                    <a:pt x="254" y="101"/>
                  </a:cubicBezTo>
                  <a:cubicBezTo>
                    <a:pt x="267" y="101"/>
                    <a:pt x="281" y="101"/>
                    <a:pt x="294" y="97"/>
                  </a:cubicBezTo>
                  <a:cubicBezTo>
                    <a:pt x="304" y="94"/>
                    <a:pt x="314" y="87"/>
                    <a:pt x="321" y="80"/>
                  </a:cubicBezTo>
                  <a:cubicBezTo>
                    <a:pt x="324" y="80"/>
                    <a:pt x="324" y="84"/>
                    <a:pt x="328" y="84"/>
                  </a:cubicBezTo>
                  <a:cubicBezTo>
                    <a:pt x="341" y="90"/>
                    <a:pt x="358" y="90"/>
                    <a:pt x="375" y="90"/>
                  </a:cubicBezTo>
                  <a:cubicBezTo>
                    <a:pt x="425" y="80"/>
                    <a:pt x="479" y="90"/>
                    <a:pt x="529" y="74"/>
                  </a:cubicBezTo>
                  <a:cubicBezTo>
                    <a:pt x="532" y="67"/>
                    <a:pt x="532" y="64"/>
                    <a:pt x="529" y="64"/>
                  </a:cubicBezTo>
                  <a:cubicBezTo>
                    <a:pt x="546" y="74"/>
                    <a:pt x="566" y="74"/>
                    <a:pt x="586" y="70"/>
                  </a:cubicBezTo>
                  <a:cubicBezTo>
                    <a:pt x="599" y="67"/>
                    <a:pt x="610" y="67"/>
                    <a:pt x="623" y="64"/>
                  </a:cubicBezTo>
                  <a:cubicBezTo>
                    <a:pt x="640" y="64"/>
                    <a:pt x="653" y="64"/>
                    <a:pt x="670" y="57"/>
                  </a:cubicBezTo>
                  <a:cubicBezTo>
                    <a:pt x="670" y="54"/>
                    <a:pt x="670" y="54"/>
                    <a:pt x="673" y="54"/>
                  </a:cubicBezTo>
                  <a:cubicBezTo>
                    <a:pt x="680" y="60"/>
                    <a:pt x="694" y="60"/>
                    <a:pt x="707" y="57"/>
                  </a:cubicBezTo>
                  <a:cubicBezTo>
                    <a:pt x="710" y="57"/>
                    <a:pt x="717" y="54"/>
                    <a:pt x="720" y="50"/>
                  </a:cubicBezTo>
                  <a:cubicBezTo>
                    <a:pt x="845" y="44"/>
                    <a:pt x="972" y="44"/>
                    <a:pt x="1096" y="33"/>
                  </a:cubicBezTo>
                  <a:lnTo>
                    <a:pt x="1096" y="33"/>
                  </a:lnTo>
                  <a:cubicBezTo>
                    <a:pt x="1113" y="33"/>
                    <a:pt x="1130" y="37"/>
                    <a:pt x="1147" y="30"/>
                  </a:cubicBezTo>
                  <a:cubicBezTo>
                    <a:pt x="1160" y="33"/>
                    <a:pt x="1174" y="33"/>
                    <a:pt x="1187" y="33"/>
                  </a:cubicBezTo>
                  <a:cubicBezTo>
                    <a:pt x="1190" y="33"/>
                    <a:pt x="1197" y="33"/>
                    <a:pt x="1200" y="33"/>
                  </a:cubicBezTo>
                  <a:cubicBezTo>
                    <a:pt x="1227" y="23"/>
                    <a:pt x="1264" y="30"/>
                    <a:pt x="1291" y="16"/>
                  </a:cubicBezTo>
                  <a:cubicBezTo>
                    <a:pt x="1311" y="3"/>
                    <a:pt x="1294" y="0"/>
                    <a:pt x="1277" y="0"/>
                  </a:cubicBezTo>
                  <a:cubicBezTo>
                    <a:pt x="1234" y="7"/>
                    <a:pt x="1190" y="7"/>
                    <a:pt x="1147" y="7"/>
                  </a:cubicBezTo>
                  <a:cubicBezTo>
                    <a:pt x="1130" y="7"/>
                    <a:pt x="1110" y="3"/>
                    <a:pt x="1096" y="13"/>
                  </a:cubicBezTo>
                  <a:cubicBezTo>
                    <a:pt x="1019" y="16"/>
                    <a:pt x="945" y="16"/>
                    <a:pt x="868" y="16"/>
                  </a:cubicBezTo>
                  <a:cubicBezTo>
                    <a:pt x="821" y="30"/>
                    <a:pt x="771" y="23"/>
                    <a:pt x="724" y="27"/>
                  </a:cubicBezTo>
                  <a:cubicBezTo>
                    <a:pt x="717" y="27"/>
                    <a:pt x="717" y="30"/>
                    <a:pt x="720" y="33"/>
                  </a:cubicBezTo>
                  <a:lnTo>
                    <a:pt x="720" y="33"/>
                  </a:lnTo>
                  <a:cubicBezTo>
                    <a:pt x="720" y="30"/>
                    <a:pt x="717" y="30"/>
                    <a:pt x="714" y="30"/>
                  </a:cubicBezTo>
                  <a:cubicBezTo>
                    <a:pt x="714" y="27"/>
                    <a:pt x="714" y="27"/>
                    <a:pt x="710" y="27"/>
                  </a:cubicBezTo>
                  <a:lnTo>
                    <a:pt x="710" y="27"/>
                  </a:lnTo>
                  <a:cubicBezTo>
                    <a:pt x="704" y="27"/>
                    <a:pt x="697" y="30"/>
                    <a:pt x="694" y="33"/>
                  </a:cubicBezTo>
                  <a:cubicBezTo>
                    <a:pt x="680" y="33"/>
                    <a:pt x="670" y="33"/>
                    <a:pt x="660" y="37"/>
                  </a:cubicBezTo>
                  <a:cubicBezTo>
                    <a:pt x="647" y="33"/>
                    <a:pt x="633" y="33"/>
                    <a:pt x="620" y="33"/>
                  </a:cubicBezTo>
                  <a:lnTo>
                    <a:pt x="620" y="33"/>
                  </a:lnTo>
                  <a:lnTo>
                    <a:pt x="620" y="33"/>
                  </a:lnTo>
                  <a:cubicBezTo>
                    <a:pt x="593" y="37"/>
                    <a:pt x="566" y="33"/>
                    <a:pt x="539" y="44"/>
                  </a:cubicBezTo>
                  <a:cubicBezTo>
                    <a:pt x="532" y="44"/>
                    <a:pt x="526" y="44"/>
                    <a:pt x="516" y="44"/>
                  </a:cubicBezTo>
                  <a:cubicBezTo>
                    <a:pt x="465" y="47"/>
                    <a:pt x="412" y="47"/>
                    <a:pt x="361" y="60"/>
                  </a:cubicBezTo>
                  <a:lnTo>
                    <a:pt x="361" y="60"/>
                  </a:lnTo>
                  <a:lnTo>
                    <a:pt x="361" y="60"/>
                  </a:lnTo>
                  <a:cubicBezTo>
                    <a:pt x="358" y="60"/>
                    <a:pt x="355" y="60"/>
                    <a:pt x="348" y="64"/>
                  </a:cubicBezTo>
                  <a:cubicBezTo>
                    <a:pt x="351" y="64"/>
                    <a:pt x="351" y="64"/>
                    <a:pt x="351" y="64"/>
                  </a:cubicBezTo>
                  <a:lnTo>
                    <a:pt x="348" y="64"/>
                  </a:lnTo>
                  <a:cubicBezTo>
                    <a:pt x="345" y="64"/>
                    <a:pt x="341" y="64"/>
                    <a:pt x="334" y="64"/>
                  </a:cubicBezTo>
                  <a:lnTo>
                    <a:pt x="334" y="64"/>
                  </a:lnTo>
                  <a:lnTo>
                    <a:pt x="334" y="64"/>
                  </a:lnTo>
                  <a:cubicBezTo>
                    <a:pt x="291" y="60"/>
                    <a:pt x="247" y="67"/>
                    <a:pt x="208" y="80"/>
                  </a:cubicBezTo>
                  <a:lnTo>
                    <a:pt x="208" y="80"/>
                  </a:lnTo>
                  <a:lnTo>
                    <a:pt x="208" y="80"/>
                  </a:lnTo>
                  <a:cubicBezTo>
                    <a:pt x="204" y="77"/>
                    <a:pt x="201" y="77"/>
                    <a:pt x="198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188"/>
            <p:cNvSpPr/>
            <p:nvPr/>
          </p:nvSpPr>
          <p:spPr>
            <a:xfrm>
              <a:off x="5163840" y="5563440"/>
              <a:ext cx="406440" cy="19440"/>
            </a:xfrm>
            <a:custGeom>
              <a:rect b="b" l="l" r="r" t="t"/>
              <a:pathLst>
                <a:path extrusionOk="0" h="54" w="1129">
                  <a:moveTo>
                    <a:pt x="158" y="20"/>
                  </a:moveTo>
                  <a:lnTo>
                    <a:pt x="158" y="20"/>
                  </a:lnTo>
                  <a:cubicBezTo>
                    <a:pt x="154" y="20"/>
                    <a:pt x="148" y="24"/>
                    <a:pt x="141" y="27"/>
                  </a:cubicBezTo>
                  <a:cubicBezTo>
                    <a:pt x="94" y="17"/>
                    <a:pt x="47" y="30"/>
                    <a:pt x="0" y="27"/>
                  </a:cubicBezTo>
                  <a:cubicBezTo>
                    <a:pt x="0" y="34"/>
                    <a:pt x="3" y="37"/>
                    <a:pt x="20" y="37"/>
                  </a:cubicBezTo>
                  <a:cubicBezTo>
                    <a:pt x="60" y="37"/>
                    <a:pt x="101" y="37"/>
                    <a:pt x="141" y="37"/>
                  </a:cubicBezTo>
                  <a:cubicBezTo>
                    <a:pt x="289" y="37"/>
                    <a:pt x="433" y="40"/>
                    <a:pt x="581" y="44"/>
                  </a:cubicBezTo>
                  <a:cubicBezTo>
                    <a:pt x="584" y="44"/>
                    <a:pt x="587" y="44"/>
                    <a:pt x="594" y="44"/>
                  </a:cubicBezTo>
                  <a:lnTo>
                    <a:pt x="594" y="44"/>
                  </a:lnTo>
                  <a:lnTo>
                    <a:pt x="594" y="44"/>
                  </a:lnTo>
                  <a:cubicBezTo>
                    <a:pt x="681" y="47"/>
                    <a:pt x="772" y="51"/>
                    <a:pt x="863" y="54"/>
                  </a:cubicBezTo>
                  <a:cubicBezTo>
                    <a:pt x="930" y="51"/>
                    <a:pt x="993" y="57"/>
                    <a:pt x="1061" y="44"/>
                  </a:cubicBezTo>
                  <a:cubicBezTo>
                    <a:pt x="1071" y="40"/>
                    <a:pt x="1084" y="37"/>
                    <a:pt x="1094" y="34"/>
                  </a:cubicBezTo>
                  <a:lnTo>
                    <a:pt x="1094" y="34"/>
                  </a:lnTo>
                  <a:lnTo>
                    <a:pt x="1094" y="34"/>
                  </a:lnTo>
                  <a:cubicBezTo>
                    <a:pt x="1111" y="27"/>
                    <a:pt x="1145" y="24"/>
                    <a:pt x="1121" y="0"/>
                  </a:cubicBezTo>
                  <a:cubicBezTo>
                    <a:pt x="1111" y="14"/>
                    <a:pt x="1084" y="14"/>
                    <a:pt x="1067" y="24"/>
                  </a:cubicBezTo>
                  <a:cubicBezTo>
                    <a:pt x="936" y="40"/>
                    <a:pt x="806" y="27"/>
                    <a:pt x="675" y="24"/>
                  </a:cubicBezTo>
                  <a:cubicBezTo>
                    <a:pt x="651" y="24"/>
                    <a:pt x="628" y="27"/>
                    <a:pt x="604" y="27"/>
                  </a:cubicBezTo>
                  <a:lnTo>
                    <a:pt x="604" y="27"/>
                  </a:lnTo>
                  <a:lnTo>
                    <a:pt x="604" y="27"/>
                  </a:lnTo>
                  <a:cubicBezTo>
                    <a:pt x="567" y="24"/>
                    <a:pt x="527" y="20"/>
                    <a:pt x="490" y="27"/>
                  </a:cubicBezTo>
                  <a:cubicBezTo>
                    <a:pt x="379" y="17"/>
                    <a:pt x="268" y="24"/>
                    <a:pt x="158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188"/>
            <p:cNvSpPr/>
            <p:nvPr/>
          </p:nvSpPr>
          <p:spPr>
            <a:xfrm>
              <a:off x="5410080" y="5483160"/>
              <a:ext cx="106920" cy="14400"/>
            </a:xfrm>
            <a:custGeom>
              <a:rect b="b" l="l" r="r" t="t"/>
              <a:pathLst>
                <a:path extrusionOk="0" h="40" w="297">
                  <a:moveTo>
                    <a:pt x="65" y="9"/>
                  </a:moveTo>
                  <a:lnTo>
                    <a:pt x="65" y="9"/>
                  </a:lnTo>
                  <a:cubicBezTo>
                    <a:pt x="51" y="2"/>
                    <a:pt x="34" y="-2"/>
                    <a:pt x="17" y="2"/>
                  </a:cubicBezTo>
                  <a:cubicBezTo>
                    <a:pt x="7" y="5"/>
                    <a:pt x="-3" y="9"/>
                    <a:pt x="1" y="15"/>
                  </a:cubicBezTo>
                  <a:cubicBezTo>
                    <a:pt x="1" y="25"/>
                    <a:pt x="17" y="22"/>
                    <a:pt x="24" y="25"/>
                  </a:cubicBezTo>
                  <a:cubicBezTo>
                    <a:pt x="37" y="32"/>
                    <a:pt x="51" y="19"/>
                    <a:pt x="65" y="29"/>
                  </a:cubicBezTo>
                  <a:cubicBezTo>
                    <a:pt x="135" y="32"/>
                    <a:pt x="209" y="35"/>
                    <a:pt x="279" y="39"/>
                  </a:cubicBezTo>
                  <a:cubicBezTo>
                    <a:pt x="296" y="42"/>
                    <a:pt x="299" y="35"/>
                    <a:pt x="296" y="25"/>
                  </a:cubicBezTo>
                  <a:cubicBezTo>
                    <a:pt x="219" y="22"/>
                    <a:pt x="142" y="15"/>
                    <a:pt x="65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88"/>
            <p:cNvSpPr/>
            <p:nvPr/>
          </p:nvSpPr>
          <p:spPr>
            <a:xfrm>
              <a:off x="5316120" y="5552640"/>
              <a:ext cx="18720" cy="4680"/>
            </a:xfrm>
            <a:custGeom>
              <a:rect b="b" l="l" r="r" t="t"/>
              <a:pathLst>
                <a:path extrusionOk="0" h="13" w="52">
                  <a:moveTo>
                    <a:pt x="16" y="13"/>
                  </a:moveTo>
                  <a:lnTo>
                    <a:pt x="16" y="13"/>
                  </a:lnTo>
                  <a:cubicBezTo>
                    <a:pt x="23" y="10"/>
                    <a:pt x="34" y="10"/>
                    <a:pt x="40" y="10"/>
                  </a:cubicBezTo>
                  <a:lnTo>
                    <a:pt x="40" y="10"/>
                  </a:lnTo>
                  <a:cubicBezTo>
                    <a:pt x="47" y="10"/>
                    <a:pt x="54" y="10"/>
                    <a:pt x="50" y="3"/>
                  </a:cubicBezTo>
                  <a:cubicBezTo>
                    <a:pt x="50" y="3"/>
                    <a:pt x="44" y="0"/>
                    <a:pt x="40" y="0"/>
                  </a:cubicBezTo>
                  <a:cubicBezTo>
                    <a:pt x="34" y="0"/>
                    <a:pt x="23" y="0"/>
                    <a:pt x="16" y="0"/>
                  </a:cubicBezTo>
                  <a:cubicBezTo>
                    <a:pt x="7" y="0"/>
                    <a:pt x="-3" y="0"/>
                    <a:pt x="0" y="10"/>
                  </a:cubicBezTo>
                  <a:cubicBezTo>
                    <a:pt x="0" y="13"/>
                    <a:pt x="10" y="13"/>
                    <a:pt x="1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88"/>
            <p:cNvSpPr/>
            <p:nvPr/>
          </p:nvSpPr>
          <p:spPr>
            <a:xfrm>
              <a:off x="5196600" y="4876200"/>
              <a:ext cx="163080" cy="39600"/>
            </a:xfrm>
            <a:custGeom>
              <a:rect b="b" l="l" r="r" t="t"/>
              <a:pathLst>
                <a:path extrusionOk="0" h="110" w="453">
                  <a:moveTo>
                    <a:pt x="218" y="87"/>
                  </a:moveTo>
                  <a:lnTo>
                    <a:pt x="218" y="87"/>
                  </a:lnTo>
                  <a:cubicBezTo>
                    <a:pt x="238" y="87"/>
                    <a:pt x="255" y="90"/>
                    <a:pt x="268" y="77"/>
                  </a:cubicBezTo>
                  <a:cubicBezTo>
                    <a:pt x="275" y="83"/>
                    <a:pt x="285" y="83"/>
                    <a:pt x="295" y="87"/>
                  </a:cubicBezTo>
                  <a:cubicBezTo>
                    <a:pt x="305" y="100"/>
                    <a:pt x="325" y="103"/>
                    <a:pt x="342" y="107"/>
                  </a:cubicBezTo>
                  <a:cubicBezTo>
                    <a:pt x="362" y="113"/>
                    <a:pt x="376" y="107"/>
                    <a:pt x="386" y="97"/>
                  </a:cubicBezTo>
                  <a:cubicBezTo>
                    <a:pt x="416" y="73"/>
                    <a:pt x="426" y="40"/>
                    <a:pt x="453" y="13"/>
                  </a:cubicBezTo>
                  <a:cubicBezTo>
                    <a:pt x="453" y="10"/>
                    <a:pt x="453" y="6"/>
                    <a:pt x="449" y="3"/>
                  </a:cubicBezTo>
                  <a:lnTo>
                    <a:pt x="449" y="3"/>
                  </a:lnTo>
                  <a:cubicBezTo>
                    <a:pt x="443" y="-1"/>
                    <a:pt x="433" y="-1"/>
                    <a:pt x="423" y="3"/>
                  </a:cubicBezTo>
                  <a:lnTo>
                    <a:pt x="423" y="3"/>
                  </a:lnTo>
                  <a:cubicBezTo>
                    <a:pt x="416" y="10"/>
                    <a:pt x="402" y="13"/>
                    <a:pt x="399" y="23"/>
                  </a:cubicBezTo>
                  <a:cubicBezTo>
                    <a:pt x="402" y="50"/>
                    <a:pt x="376" y="63"/>
                    <a:pt x="359" y="83"/>
                  </a:cubicBezTo>
                  <a:cubicBezTo>
                    <a:pt x="345" y="97"/>
                    <a:pt x="325" y="80"/>
                    <a:pt x="312" y="73"/>
                  </a:cubicBezTo>
                  <a:lnTo>
                    <a:pt x="312" y="73"/>
                  </a:lnTo>
                  <a:lnTo>
                    <a:pt x="312" y="73"/>
                  </a:lnTo>
                  <a:cubicBezTo>
                    <a:pt x="298" y="63"/>
                    <a:pt x="285" y="63"/>
                    <a:pt x="268" y="70"/>
                  </a:cubicBezTo>
                  <a:lnTo>
                    <a:pt x="268" y="70"/>
                  </a:lnTo>
                  <a:lnTo>
                    <a:pt x="268" y="70"/>
                  </a:lnTo>
                  <a:cubicBezTo>
                    <a:pt x="251" y="67"/>
                    <a:pt x="234" y="70"/>
                    <a:pt x="218" y="77"/>
                  </a:cubicBezTo>
                  <a:lnTo>
                    <a:pt x="218" y="77"/>
                  </a:lnTo>
                  <a:lnTo>
                    <a:pt x="218" y="77"/>
                  </a:lnTo>
                  <a:cubicBezTo>
                    <a:pt x="157" y="80"/>
                    <a:pt x="97" y="83"/>
                    <a:pt x="37" y="87"/>
                  </a:cubicBezTo>
                  <a:cubicBezTo>
                    <a:pt x="26" y="97"/>
                    <a:pt x="-4" y="80"/>
                    <a:pt x="0" y="103"/>
                  </a:cubicBezTo>
                  <a:cubicBezTo>
                    <a:pt x="73" y="107"/>
                    <a:pt x="147" y="107"/>
                    <a:pt x="218" y="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88"/>
            <p:cNvSpPr/>
            <p:nvPr/>
          </p:nvSpPr>
          <p:spPr>
            <a:xfrm>
              <a:off x="5173560" y="4910040"/>
              <a:ext cx="3600" cy="2880"/>
            </a:xfrm>
            <a:custGeom>
              <a:rect b="b" l="l" r="r" t="t"/>
              <a:pathLst>
                <a:path extrusionOk="0" h="8" w="10">
                  <a:moveTo>
                    <a:pt x="0" y="3"/>
                  </a:moveTo>
                  <a:lnTo>
                    <a:pt x="0" y="3"/>
                  </a:lnTo>
                  <a:cubicBezTo>
                    <a:pt x="3" y="9"/>
                    <a:pt x="6" y="9"/>
                    <a:pt x="10" y="3"/>
                  </a:cubicBezTo>
                  <a:cubicBezTo>
                    <a:pt x="6" y="-1"/>
                    <a:pt x="3" y="-1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88"/>
            <p:cNvSpPr/>
            <p:nvPr/>
          </p:nvSpPr>
          <p:spPr>
            <a:xfrm>
              <a:off x="5499720" y="5005440"/>
              <a:ext cx="6120" cy="4320"/>
            </a:xfrm>
            <a:custGeom>
              <a:rect b="b" l="l" r="r" t="t"/>
              <a:pathLst>
                <a:path extrusionOk="0" h="12" w="17">
                  <a:moveTo>
                    <a:pt x="7" y="0"/>
                  </a:moveTo>
                  <a:lnTo>
                    <a:pt x="7" y="0"/>
                  </a:lnTo>
                  <a:cubicBezTo>
                    <a:pt x="7" y="3"/>
                    <a:pt x="0" y="3"/>
                    <a:pt x="0" y="6"/>
                  </a:cubicBezTo>
                  <a:cubicBezTo>
                    <a:pt x="0" y="13"/>
                    <a:pt x="7" y="13"/>
                    <a:pt x="13" y="10"/>
                  </a:cubicBezTo>
                  <a:cubicBezTo>
                    <a:pt x="17" y="10"/>
                    <a:pt x="17" y="6"/>
                    <a:pt x="17" y="3"/>
                  </a:cubicBezTo>
                  <a:cubicBezTo>
                    <a:pt x="17" y="0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188"/>
            <p:cNvSpPr/>
            <p:nvPr/>
          </p:nvSpPr>
          <p:spPr>
            <a:xfrm>
              <a:off x="5391000" y="4430160"/>
              <a:ext cx="2520" cy="0"/>
            </a:xfrm>
            <a:custGeom>
              <a:rect b="b" l="l" r="r" t="t"/>
              <a:pathLst>
                <a:path extrusionOk="0" h="120000" w="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" y="0"/>
                    <a:pt x="3" y="0"/>
                    <a:pt x="7" y="0"/>
                  </a:cubicBezTo>
                  <a:cubicBezTo>
                    <a:pt x="3" y="0"/>
                    <a:pt x="3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188"/>
            <p:cNvSpPr/>
            <p:nvPr/>
          </p:nvSpPr>
          <p:spPr>
            <a:xfrm>
              <a:off x="4766760" y="5198760"/>
              <a:ext cx="7200" cy="9360"/>
            </a:xfrm>
            <a:custGeom>
              <a:rect b="b" l="l" r="r" t="t"/>
              <a:pathLst>
                <a:path extrusionOk="0" h="26" w="20">
                  <a:moveTo>
                    <a:pt x="16" y="26"/>
                  </a:moveTo>
                  <a:lnTo>
                    <a:pt x="16" y="26"/>
                  </a:lnTo>
                  <a:cubicBezTo>
                    <a:pt x="16" y="16"/>
                    <a:pt x="20" y="10"/>
                    <a:pt x="20" y="0"/>
                  </a:cubicBezTo>
                  <a:cubicBezTo>
                    <a:pt x="13" y="0"/>
                    <a:pt x="10" y="0"/>
                    <a:pt x="6" y="3"/>
                  </a:cubicBezTo>
                  <a:cubicBezTo>
                    <a:pt x="13" y="10"/>
                    <a:pt x="-17" y="26"/>
                    <a:pt x="16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188"/>
            <p:cNvSpPr/>
            <p:nvPr/>
          </p:nvSpPr>
          <p:spPr>
            <a:xfrm>
              <a:off x="4785840" y="5202360"/>
              <a:ext cx="3960" cy="2160"/>
            </a:xfrm>
            <a:custGeom>
              <a:rect b="b" l="l" r="r" t="t"/>
              <a:pathLst>
                <a:path extrusionOk="0" h="6" w="11">
                  <a:moveTo>
                    <a:pt x="7" y="6"/>
                  </a:moveTo>
                  <a:lnTo>
                    <a:pt x="7" y="6"/>
                  </a:lnTo>
                  <a:lnTo>
                    <a:pt x="11" y="3"/>
                  </a:lnTo>
                  <a:cubicBezTo>
                    <a:pt x="7" y="3"/>
                    <a:pt x="7" y="3"/>
                    <a:pt x="4" y="0"/>
                  </a:cubicBezTo>
                  <a:lnTo>
                    <a:pt x="0" y="3"/>
                  </a:lnTo>
                  <a:cubicBezTo>
                    <a:pt x="4" y="3"/>
                    <a:pt x="4" y="3"/>
                    <a:pt x="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188"/>
            <p:cNvSpPr/>
            <p:nvPr/>
          </p:nvSpPr>
          <p:spPr>
            <a:xfrm>
              <a:off x="4731480" y="5138280"/>
              <a:ext cx="445680" cy="34200"/>
            </a:xfrm>
            <a:custGeom>
              <a:rect b="b" l="l" r="r" t="t"/>
              <a:pathLst>
                <a:path extrusionOk="0" h="95" w="1238">
                  <a:moveTo>
                    <a:pt x="0" y="84"/>
                  </a:moveTo>
                  <a:lnTo>
                    <a:pt x="0" y="84"/>
                  </a:lnTo>
                  <a:cubicBezTo>
                    <a:pt x="10" y="97"/>
                    <a:pt x="27" y="94"/>
                    <a:pt x="41" y="94"/>
                  </a:cubicBezTo>
                  <a:cubicBezTo>
                    <a:pt x="77" y="94"/>
                    <a:pt x="111" y="100"/>
                    <a:pt x="145" y="87"/>
                  </a:cubicBezTo>
                  <a:lnTo>
                    <a:pt x="145" y="87"/>
                  </a:lnTo>
                  <a:cubicBezTo>
                    <a:pt x="158" y="84"/>
                    <a:pt x="168" y="84"/>
                    <a:pt x="181" y="84"/>
                  </a:cubicBezTo>
                  <a:lnTo>
                    <a:pt x="181" y="84"/>
                  </a:lnTo>
                  <a:lnTo>
                    <a:pt x="181" y="84"/>
                  </a:lnTo>
                  <a:cubicBezTo>
                    <a:pt x="252" y="80"/>
                    <a:pt x="326" y="77"/>
                    <a:pt x="400" y="74"/>
                  </a:cubicBezTo>
                  <a:cubicBezTo>
                    <a:pt x="403" y="74"/>
                    <a:pt x="403" y="70"/>
                    <a:pt x="403" y="67"/>
                  </a:cubicBezTo>
                  <a:cubicBezTo>
                    <a:pt x="413" y="67"/>
                    <a:pt x="427" y="67"/>
                    <a:pt x="437" y="67"/>
                  </a:cubicBezTo>
                  <a:cubicBezTo>
                    <a:pt x="437" y="67"/>
                    <a:pt x="440" y="67"/>
                    <a:pt x="443" y="70"/>
                  </a:cubicBezTo>
                  <a:cubicBezTo>
                    <a:pt x="450" y="70"/>
                    <a:pt x="457" y="70"/>
                    <a:pt x="467" y="67"/>
                  </a:cubicBezTo>
                  <a:cubicBezTo>
                    <a:pt x="494" y="67"/>
                    <a:pt x="524" y="67"/>
                    <a:pt x="554" y="64"/>
                  </a:cubicBezTo>
                  <a:cubicBezTo>
                    <a:pt x="601" y="57"/>
                    <a:pt x="651" y="67"/>
                    <a:pt x="698" y="57"/>
                  </a:cubicBezTo>
                  <a:cubicBezTo>
                    <a:pt x="709" y="57"/>
                    <a:pt x="722" y="57"/>
                    <a:pt x="732" y="57"/>
                  </a:cubicBezTo>
                  <a:cubicBezTo>
                    <a:pt x="739" y="57"/>
                    <a:pt x="739" y="53"/>
                    <a:pt x="739" y="53"/>
                  </a:cubicBezTo>
                  <a:cubicBezTo>
                    <a:pt x="742" y="53"/>
                    <a:pt x="742" y="53"/>
                    <a:pt x="745" y="53"/>
                  </a:cubicBezTo>
                  <a:lnTo>
                    <a:pt x="749" y="53"/>
                  </a:lnTo>
                  <a:lnTo>
                    <a:pt x="752" y="57"/>
                  </a:lnTo>
                  <a:cubicBezTo>
                    <a:pt x="755" y="57"/>
                    <a:pt x="755" y="57"/>
                    <a:pt x="759" y="57"/>
                  </a:cubicBezTo>
                  <a:cubicBezTo>
                    <a:pt x="762" y="53"/>
                    <a:pt x="762" y="53"/>
                    <a:pt x="762" y="53"/>
                  </a:cubicBezTo>
                  <a:cubicBezTo>
                    <a:pt x="766" y="53"/>
                    <a:pt x="772" y="53"/>
                    <a:pt x="776" y="53"/>
                  </a:cubicBezTo>
                  <a:cubicBezTo>
                    <a:pt x="776" y="53"/>
                    <a:pt x="779" y="53"/>
                    <a:pt x="779" y="57"/>
                  </a:cubicBezTo>
                  <a:lnTo>
                    <a:pt x="786" y="57"/>
                  </a:lnTo>
                  <a:cubicBezTo>
                    <a:pt x="786" y="53"/>
                    <a:pt x="786" y="53"/>
                    <a:pt x="786" y="53"/>
                  </a:cubicBezTo>
                  <a:cubicBezTo>
                    <a:pt x="792" y="53"/>
                    <a:pt x="796" y="53"/>
                    <a:pt x="799" y="53"/>
                  </a:cubicBezTo>
                  <a:cubicBezTo>
                    <a:pt x="823" y="50"/>
                    <a:pt x="843" y="57"/>
                    <a:pt x="865" y="50"/>
                  </a:cubicBezTo>
                  <a:cubicBezTo>
                    <a:pt x="902" y="50"/>
                    <a:pt x="943" y="47"/>
                    <a:pt x="979" y="47"/>
                  </a:cubicBezTo>
                  <a:cubicBezTo>
                    <a:pt x="983" y="50"/>
                    <a:pt x="986" y="50"/>
                    <a:pt x="990" y="50"/>
                  </a:cubicBezTo>
                  <a:cubicBezTo>
                    <a:pt x="993" y="50"/>
                    <a:pt x="993" y="50"/>
                    <a:pt x="993" y="47"/>
                  </a:cubicBezTo>
                  <a:cubicBezTo>
                    <a:pt x="996" y="47"/>
                    <a:pt x="1003" y="47"/>
                    <a:pt x="1006" y="47"/>
                  </a:cubicBezTo>
                  <a:cubicBezTo>
                    <a:pt x="1013" y="43"/>
                    <a:pt x="1023" y="43"/>
                    <a:pt x="1033" y="40"/>
                  </a:cubicBezTo>
                  <a:lnTo>
                    <a:pt x="1033" y="40"/>
                  </a:lnTo>
                  <a:cubicBezTo>
                    <a:pt x="1050" y="40"/>
                    <a:pt x="1067" y="43"/>
                    <a:pt x="1083" y="37"/>
                  </a:cubicBezTo>
                  <a:cubicBezTo>
                    <a:pt x="1087" y="37"/>
                    <a:pt x="1094" y="37"/>
                    <a:pt x="1097" y="33"/>
                  </a:cubicBezTo>
                  <a:cubicBezTo>
                    <a:pt x="1100" y="33"/>
                    <a:pt x="1107" y="33"/>
                    <a:pt x="1110" y="33"/>
                  </a:cubicBezTo>
                  <a:cubicBezTo>
                    <a:pt x="1117" y="33"/>
                    <a:pt x="1124" y="33"/>
                    <a:pt x="1127" y="30"/>
                  </a:cubicBezTo>
                  <a:cubicBezTo>
                    <a:pt x="1157" y="33"/>
                    <a:pt x="1187" y="30"/>
                    <a:pt x="1211" y="20"/>
                  </a:cubicBezTo>
                  <a:lnTo>
                    <a:pt x="1211" y="20"/>
                  </a:lnTo>
                  <a:lnTo>
                    <a:pt x="1211" y="20"/>
                  </a:lnTo>
                  <a:cubicBezTo>
                    <a:pt x="1221" y="17"/>
                    <a:pt x="1231" y="13"/>
                    <a:pt x="1238" y="10"/>
                  </a:cubicBezTo>
                  <a:cubicBezTo>
                    <a:pt x="1234" y="7"/>
                    <a:pt x="1228" y="3"/>
                    <a:pt x="1225" y="0"/>
                  </a:cubicBezTo>
                  <a:cubicBezTo>
                    <a:pt x="1215" y="3"/>
                    <a:pt x="1204" y="3"/>
                    <a:pt x="1197" y="10"/>
                  </a:cubicBezTo>
                  <a:lnTo>
                    <a:pt x="1197" y="10"/>
                  </a:lnTo>
                  <a:cubicBezTo>
                    <a:pt x="1177" y="10"/>
                    <a:pt x="1157" y="10"/>
                    <a:pt x="1137" y="13"/>
                  </a:cubicBezTo>
                  <a:cubicBezTo>
                    <a:pt x="1134" y="13"/>
                    <a:pt x="1130" y="13"/>
                    <a:pt x="1127" y="13"/>
                  </a:cubicBezTo>
                  <a:cubicBezTo>
                    <a:pt x="1124" y="13"/>
                    <a:pt x="1124" y="13"/>
                    <a:pt x="1124" y="13"/>
                  </a:cubicBezTo>
                  <a:cubicBezTo>
                    <a:pt x="1114" y="13"/>
                    <a:pt x="1104" y="17"/>
                    <a:pt x="1097" y="17"/>
                  </a:cubicBezTo>
                  <a:cubicBezTo>
                    <a:pt x="973" y="30"/>
                    <a:pt x="853" y="27"/>
                    <a:pt x="729" y="33"/>
                  </a:cubicBezTo>
                  <a:cubicBezTo>
                    <a:pt x="715" y="37"/>
                    <a:pt x="698" y="37"/>
                    <a:pt x="685" y="40"/>
                  </a:cubicBezTo>
                  <a:cubicBezTo>
                    <a:pt x="635" y="30"/>
                    <a:pt x="584" y="40"/>
                    <a:pt x="534" y="43"/>
                  </a:cubicBezTo>
                  <a:cubicBezTo>
                    <a:pt x="507" y="43"/>
                    <a:pt x="480" y="47"/>
                    <a:pt x="453" y="50"/>
                  </a:cubicBezTo>
                  <a:lnTo>
                    <a:pt x="453" y="50"/>
                  </a:lnTo>
                  <a:lnTo>
                    <a:pt x="453" y="50"/>
                  </a:lnTo>
                  <a:cubicBezTo>
                    <a:pt x="380" y="43"/>
                    <a:pt x="306" y="53"/>
                    <a:pt x="232" y="64"/>
                  </a:cubicBezTo>
                  <a:cubicBezTo>
                    <a:pt x="208" y="67"/>
                    <a:pt x="181" y="67"/>
                    <a:pt x="158" y="67"/>
                  </a:cubicBezTo>
                  <a:cubicBezTo>
                    <a:pt x="151" y="67"/>
                    <a:pt x="151" y="70"/>
                    <a:pt x="151" y="74"/>
                  </a:cubicBezTo>
                  <a:cubicBezTo>
                    <a:pt x="148" y="74"/>
                    <a:pt x="141" y="77"/>
                    <a:pt x="134" y="77"/>
                  </a:cubicBezTo>
                  <a:cubicBezTo>
                    <a:pt x="134" y="74"/>
                    <a:pt x="131" y="74"/>
                    <a:pt x="131" y="74"/>
                  </a:cubicBezTo>
                  <a:cubicBezTo>
                    <a:pt x="118" y="77"/>
                    <a:pt x="108" y="80"/>
                    <a:pt x="101" y="67"/>
                  </a:cubicBezTo>
                  <a:cubicBezTo>
                    <a:pt x="94" y="67"/>
                    <a:pt x="88" y="67"/>
                    <a:pt x="81" y="67"/>
                  </a:cubicBezTo>
                  <a:cubicBezTo>
                    <a:pt x="61" y="80"/>
                    <a:pt x="37" y="74"/>
                    <a:pt x="14" y="77"/>
                  </a:cubicBezTo>
                  <a:lnTo>
                    <a:pt x="14" y="77"/>
                  </a:lnTo>
                  <a:cubicBezTo>
                    <a:pt x="10" y="77"/>
                    <a:pt x="4" y="80"/>
                    <a:pt x="0" y="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188"/>
            <p:cNvSpPr/>
            <p:nvPr/>
          </p:nvSpPr>
          <p:spPr>
            <a:xfrm>
              <a:off x="5131080" y="5149080"/>
              <a:ext cx="6120" cy="1800"/>
            </a:xfrm>
            <a:custGeom>
              <a:rect b="b" l="l" r="r" t="t"/>
              <a:pathLst>
                <a:path extrusionOk="0" h="5" w="17">
                  <a:moveTo>
                    <a:pt x="17" y="0"/>
                  </a:moveTo>
                  <a:lnTo>
                    <a:pt x="17" y="0"/>
                  </a:lnTo>
                  <a:cubicBezTo>
                    <a:pt x="14" y="0"/>
                    <a:pt x="7" y="3"/>
                    <a:pt x="0" y="3"/>
                  </a:cubicBezTo>
                  <a:cubicBezTo>
                    <a:pt x="7" y="7"/>
                    <a:pt x="14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188"/>
            <p:cNvSpPr/>
            <p:nvPr/>
          </p:nvSpPr>
          <p:spPr>
            <a:xfrm>
              <a:off x="4935960" y="5168520"/>
              <a:ext cx="1080" cy="1080"/>
            </a:xfrm>
            <a:custGeom>
              <a:rect b="b" l="l" r="r" t="t"/>
              <a:pathLst>
                <a:path extrusionOk="0" h="3" w="3">
                  <a:moveTo>
                    <a:pt x="0" y="3"/>
                  </a:moveTo>
                  <a:lnTo>
                    <a:pt x="0" y="3"/>
                  </a:lnTo>
                  <a:cubicBezTo>
                    <a:pt x="3" y="0"/>
                    <a:pt x="3" y="0"/>
                    <a:pt x="3" y="0"/>
                  </a:cubicBez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188"/>
            <p:cNvSpPr/>
            <p:nvPr/>
          </p:nvSpPr>
          <p:spPr>
            <a:xfrm>
              <a:off x="5595840" y="3968640"/>
              <a:ext cx="185400" cy="10800"/>
            </a:xfrm>
            <a:custGeom>
              <a:rect b="b" l="l" r="r" t="t"/>
              <a:pathLst>
                <a:path extrusionOk="0" h="30" w="515">
                  <a:moveTo>
                    <a:pt x="438" y="23"/>
                  </a:moveTo>
                  <a:lnTo>
                    <a:pt x="438" y="23"/>
                  </a:lnTo>
                  <a:lnTo>
                    <a:pt x="438" y="23"/>
                  </a:lnTo>
                  <a:cubicBezTo>
                    <a:pt x="465" y="23"/>
                    <a:pt x="485" y="16"/>
                    <a:pt x="515" y="6"/>
                  </a:cubicBezTo>
                  <a:cubicBezTo>
                    <a:pt x="478" y="-11"/>
                    <a:pt x="445" y="10"/>
                    <a:pt x="411" y="6"/>
                  </a:cubicBezTo>
                  <a:cubicBezTo>
                    <a:pt x="357" y="6"/>
                    <a:pt x="304" y="6"/>
                    <a:pt x="250" y="6"/>
                  </a:cubicBezTo>
                  <a:cubicBezTo>
                    <a:pt x="230" y="3"/>
                    <a:pt x="213" y="6"/>
                    <a:pt x="196" y="13"/>
                  </a:cubicBezTo>
                  <a:lnTo>
                    <a:pt x="196" y="13"/>
                  </a:lnTo>
                  <a:cubicBezTo>
                    <a:pt x="193" y="10"/>
                    <a:pt x="186" y="6"/>
                    <a:pt x="179" y="6"/>
                  </a:cubicBezTo>
                  <a:lnTo>
                    <a:pt x="179" y="6"/>
                  </a:lnTo>
                  <a:cubicBezTo>
                    <a:pt x="143" y="10"/>
                    <a:pt x="102" y="10"/>
                    <a:pt x="62" y="6"/>
                  </a:cubicBezTo>
                  <a:cubicBezTo>
                    <a:pt x="52" y="-4"/>
                    <a:pt x="42" y="-1"/>
                    <a:pt x="35" y="10"/>
                  </a:cubicBezTo>
                  <a:cubicBezTo>
                    <a:pt x="35" y="13"/>
                    <a:pt x="35" y="13"/>
                    <a:pt x="35" y="13"/>
                  </a:cubicBezTo>
                  <a:lnTo>
                    <a:pt x="32" y="13"/>
                  </a:lnTo>
                  <a:cubicBezTo>
                    <a:pt x="22" y="16"/>
                    <a:pt x="12" y="6"/>
                    <a:pt x="2" y="13"/>
                  </a:cubicBezTo>
                  <a:cubicBezTo>
                    <a:pt x="-5" y="20"/>
                    <a:pt x="8" y="26"/>
                    <a:pt x="15" y="30"/>
                  </a:cubicBezTo>
                  <a:cubicBezTo>
                    <a:pt x="32" y="30"/>
                    <a:pt x="49" y="26"/>
                    <a:pt x="65" y="23"/>
                  </a:cubicBezTo>
                  <a:lnTo>
                    <a:pt x="65" y="23"/>
                  </a:lnTo>
                  <a:lnTo>
                    <a:pt x="65" y="23"/>
                  </a:lnTo>
                  <a:cubicBezTo>
                    <a:pt x="79" y="30"/>
                    <a:pt x="96" y="30"/>
                    <a:pt x="112" y="30"/>
                  </a:cubicBezTo>
                  <a:cubicBezTo>
                    <a:pt x="132" y="20"/>
                    <a:pt x="159" y="26"/>
                    <a:pt x="179" y="20"/>
                  </a:cubicBezTo>
                  <a:lnTo>
                    <a:pt x="179" y="20"/>
                  </a:lnTo>
                  <a:cubicBezTo>
                    <a:pt x="183" y="23"/>
                    <a:pt x="189" y="23"/>
                    <a:pt x="193" y="23"/>
                  </a:cubicBezTo>
                  <a:lnTo>
                    <a:pt x="193" y="23"/>
                  </a:lnTo>
                  <a:cubicBezTo>
                    <a:pt x="274" y="26"/>
                    <a:pt x="354" y="23"/>
                    <a:pt x="438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188"/>
            <p:cNvSpPr/>
            <p:nvPr/>
          </p:nvSpPr>
          <p:spPr>
            <a:xfrm>
              <a:off x="5516640" y="3917160"/>
              <a:ext cx="9720" cy="3240"/>
            </a:xfrm>
            <a:custGeom>
              <a:rect b="b" l="l" r="r" t="t"/>
              <a:pathLst>
                <a:path extrusionOk="0" h="9" w="27">
                  <a:moveTo>
                    <a:pt x="0" y="5"/>
                  </a:moveTo>
                  <a:lnTo>
                    <a:pt x="0" y="5"/>
                  </a:lnTo>
                  <a:cubicBezTo>
                    <a:pt x="-3" y="11"/>
                    <a:pt x="17" y="8"/>
                    <a:pt x="27" y="8"/>
                  </a:cubicBezTo>
                  <a:cubicBezTo>
                    <a:pt x="27" y="5"/>
                    <a:pt x="27" y="5"/>
                    <a:pt x="27" y="2"/>
                  </a:cubicBezTo>
                  <a:cubicBezTo>
                    <a:pt x="17" y="2"/>
                    <a:pt x="0" y="-5"/>
                    <a:pt x="0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88"/>
            <p:cNvSpPr/>
            <p:nvPr/>
          </p:nvSpPr>
          <p:spPr>
            <a:xfrm>
              <a:off x="5488920" y="3917880"/>
              <a:ext cx="6120" cy="2160"/>
            </a:xfrm>
            <a:custGeom>
              <a:rect b="b" l="l" r="r" t="t"/>
              <a:pathLst>
                <a:path extrusionOk="0" h="6" w="17">
                  <a:moveTo>
                    <a:pt x="17" y="3"/>
                  </a:moveTo>
                  <a:lnTo>
                    <a:pt x="17" y="3"/>
                  </a:lnTo>
                  <a:cubicBezTo>
                    <a:pt x="10" y="0"/>
                    <a:pt x="7" y="0"/>
                    <a:pt x="0" y="0"/>
                  </a:cubicBezTo>
                  <a:cubicBezTo>
                    <a:pt x="3" y="3"/>
                    <a:pt x="7" y="3"/>
                    <a:pt x="13" y="6"/>
                  </a:cubicBezTo>
                  <a:cubicBezTo>
                    <a:pt x="13" y="3"/>
                    <a:pt x="17" y="3"/>
                    <a:pt x="17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88"/>
            <p:cNvSpPr/>
            <p:nvPr/>
          </p:nvSpPr>
          <p:spPr>
            <a:xfrm>
              <a:off x="5488920" y="391788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88"/>
            <p:cNvSpPr/>
            <p:nvPr/>
          </p:nvSpPr>
          <p:spPr>
            <a:xfrm>
              <a:off x="5564880" y="3964680"/>
              <a:ext cx="5040" cy="1440"/>
            </a:xfrm>
            <a:custGeom>
              <a:rect b="b" l="l" r="r" t="t"/>
              <a:pathLst>
                <a:path extrusionOk="0" h="4" w="14">
                  <a:moveTo>
                    <a:pt x="14" y="4"/>
                  </a:moveTo>
                  <a:lnTo>
                    <a:pt x="14" y="4"/>
                  </a:lnTo>
                  <a:cubicBezTo>
                    <a:pt x="10" y="0"/>
                    <a:pt x="7" y="0"/>
                    <a:pt x="4" y="0"/>
                  </a:cubicBezTo>
                  <a:lnTo>
                    <a:pt x="0" y="0"/>
                  </a:lnTo>
                  <a:cubicBezTo>
                    <a:pt x="4" y="4"/>
                    <a:pt x="7" y="4"/>
                    <a:pt x="10" y="4"/>
                  </a:cubicBezTo>
                  <a:lnTo>
                    <a:pt x="1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88"/>
            <p:cNvSpPr/>
            <p:nvPr/>
          </p:nvSpPr>
          <p:spPr>
            <a:xfrm>
              <a:off x="5621760" y="4587120"/>
              <a:ext cx="51840" cy="25200"/>
            </a:xfrm>
            <a:custGeom>
              <a:rect b="b" l="l" r="r" t="t"/>
              <a:pathLst>
                <a:path extrusionOk="0" h="70" w="144">
                  <a:moveTo>
                    <a:pt x="54" y="50"/>
                  </a:moveTo>
                  <a:lnTo>
                    <a:pt x="54" y="50"/>
                  </a:lnTo>
                  <a:cubicBezTo>
                    <a:pt x="37" y="50"/>
                    <a:pt x="20" y="44"/>
                    <a:pt x="0" y="50"/>
                  </a:cubicBezTo>
                  <a:cubicBezTo>
                    <a:pt x="-3" y="64"/>
                    <a:pt x="10" y="67"/>
                    <a:pt x="20" y="70"/>
                  </a:cubicBezTo>
                  <a:cubicBezTo>
                    <a:pt x="54" y="70"/>
                    <a:pt x="87" y="70"/>
                    <a:pt x="121" y="70"/>
                  </a:cubicBezTo>
                  <a:cubicBezTo>
                    <a:pt x="131" y="70"/>
                    <a:pt x="144" y="67"/>
                    <a:pt x="144" y="60"/>
                  </a:cubicBezTo>
                  <a:cubicBezTo>
                    <a:pt x="141" y="40"/>
                    <a:pt x="131" y="24"/>
                    <a:pt x="144" y="7"/>
                  </a:cubicBezTo>
                  <a:lnTo>
                    <a:pt x="138" y="0"/>
                  </a:lnTo>
                  <a:cubicBezTo>
                    <a:pt x="131" y="0"/>
                    <a:pt x="124" y="0"/>
                    <a:pt x="121" y="7"/>
                  </a:cubicBezTo>
                  <a:cubicBezTo>
                    <a:pt x="121" y="10"/>
                    <a:pt x="117" y="13"/>
                    <a:pt x="121" y="17"/>
                  </a:cubicBezTo>
                  <a:cubicBezTo>
                    <a:pt x="124" y="40"/>
                    <a:pt x="107" y="47"/>
                    <a:pt x="77" y="44"/>
                  </a:cubicBezTo>
                  <a:cubicBezTo>
                    <a:pt x="67" y="44"/>
                    <a:pt x="60" y="47"/>
                    <a:pt x="54" y="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188"/>
            <p:cNvSpPr/>
            <p:nvPr/>
          </p:nvSpPr>
          <p:spPr>
            <a:xfrm>
              <a:off x="5224320" y="535824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188"/>
            <p:cNvSpPr/>
            <p:nvPr/>
          </p:nvSpPr>
          <p:spPr>
            <a:xfrm>
              <a:off x="5005800" y="5367240"/>
              <a:ext cx="338400" cy="30600"/>
            </a:xfrm>
            <a:custGeom>
              <a:rect b="b" l="l" r="r" t="t"/>
              <a:pathLst>
                <a:path extrusionOk="0" h="85" w="940">
                  <a:moveTo>
                    <a:pt x="939" y="8"/>
                  </a:moveTo>
                  <a:lnTo>
                    <a:pt x="939" y="8"/>
                  </a:lnTo>
                  <a:cubicBezTo>
                    <a:pt x="929" y="-8"/>
                    <a:pt x="906" y="5"/>
                    <a:pt x="889" y="8"/>
                  </a:cubicBezTo>
                  <a:cubicBezTo>
                    <a:pt x="859" y="12"/>
                    <a:pt x="825" y="8"/>
                    <a:pt x="795" y="18"/>
                  </a:cubicBezTo>
                  <a:cubicBezTo>
                    <a:pt x="671" y="25"/>
                    <a:pt x="546" y="32"/>
                    <a:pt x="422" y="38"/>
                  </a:cubicBezTo>
                  <a:cubicBezTo>
                    <a:pt x="405" y="42"/>
                    <a:pt x="392" y="45"/>
                    <a:pt x="375" y="45"/>
                  </a:cubicBezTo>
                  <a:cubicBezTo>
                    <a:pt x="348" y="45"/>
                    <a:pt x="321" y="42"/>
                    <a:pt x="298" y="49"/>
                  </a:cubicBezTo>
                  <a:cubicBezTo>
                    <a:pt x="278" y="49"/>
                    <a:pt x="261" y="45"/>
                    <a:pt x="244" y="55"/>
                  </a:cubicBezTo>
                  <a:lnTo>
                    <a:pt x="244" y="55"/>
                  </a:lnTo>
                  <a:lnTo>
                    <a:pt x="244" y="55"/>
                  </a:lnTo>
                  <a:lnTo>
                    <a:pt x="244" y="55"/>
                  </a:lnTo>
                  <a:lnTo>
                    <a:pt x="244" y="55"/>
                  </a:lnTo>
                  <a:cubicBezTo>
                    <a:pt x="187" y="52"/>
                    <a:pt x="134" y="65"/>
                    <a:pt x="77" y="65"/>
                  </a:cubicBezTo>
                  <a:cubicBezTo>
                    <a:pt x="51" y="65"/>
                    <a:pt x="27" y="69"/>
                    <a:pt x="0" y="75"/>
                  </a:cubicBezTo>
                  <a:cubicBezTo>
                    <a:pt x="17" y="92"/>
                    <a:pt x="44" y="82"/>
                    <a:pt x="64" y="85"/>
                  </a:cubicBezTo>
                  <a:cubicBezTo>
                    <a:pt x="74" y="82"/>
                    <a:pt x="81" y="82"/>
                    <a:pt x="91" y="82"/>
                  </a:cubicBezTo>
                  <a:lnTo>
                    <a:pt x="91" y="82"/>
                  </a:lnTo>
                  <a:cubicBezTo>
                    <a:pt x="167" y="72"/>
                    <a:pt x="244" y="79"/>
                    <a:pt x="321" y="65"/>
                  </a:cubicBezTo>
                  <a:lnTo>
                    <a:pt x="321" y="65"/>
                  </a:lnTo>
                  <a:cubicBezTo>
                    <a:pt x="342" y="69"/>
                    <a:pt x="365" y="65"/>
                    <a:pt x="385" y="62"/>
                  </a:cubicBezTo>
                  <a:lnTo>
                    <a:pt x="385" y="62"/>
                  </a:lnTo>
                  <a:lnTo>
                    <a:pt x="385" y="62"/>
                  </a:lnTo>
                  <a:cubicBezTo>
                    <a:pt x="392" y="62"/>
                    <a:pt x="395" y="62"/>
                    <a:pt x="399" y="62"/>
                  </a:cubicBezTo>
                  <a:lnTo>
                    <a:pt x="399" y="62"/>
                  </a:lnTo>
                  <a:lnTo>
                    <a:pt x="399" y="62"/>
                  </a:lnTo>
                  <a:cubicBezTo>
                    <a:pt x="412" y="62"/>
                    <a:pt x="425" y="62"/>
                    <a:pt x="435" y="62"/>
                  </a:cubicBezTo>
                  <a:cubicBezTo>
                    <a:pt x="435" y="65"/>
                    <a:pt x="435" y="65"/>
                    <a:pt x="435" y="65"/>
                  </a:cubicBezTo>
                  <a:cubicBezTo>
                    <a:pt x="439" y="62"/>
                    <a:pt x="442" y="62"/>
                    <a:pt x="442" y="59"/>
                  </a:cubicBezTo>
                  <a:cubicBezTo>
                    <a:pt x="446" y="59"/>
                    <a:pt x="449" y="59"/>
                    <a:pt x="449" y="59"/>
                  </a:cubicBezTo>
                  <a:cubicBezTo>
                    <a:pt x="486" y="59"/>
                    <a:pt x="520" y="65"/>
                    <a:pt x="553" y="55"/>
                  </a:cubicBezTo>
                  <a:cubicBezTo>
                    <a:pt x="640" y="52"/>
                    <a:pt x="728" y="45"/>
                    <a:pt x="811" y="35"/>
                  </a:cubicBezTo>
                  <a:cubicBezTo>
                    <a:pt x="828" y="38"/>
                    <a:pt x="842" y="38"/>
                    <a:pt x="852" y="28"/>
                  </a:cubicBezTo>
                  <a:lnTo>
                    <a:pt x="852" y="28"/>
                  </a:lnTo>
                  <a:lnTo>
                    <a:pt x="852" y="28"/>
                  </a:lnTo>
                  <a:lnTo>
                    <a:pt x="852" y="28"/>
                  </a:lnTo>
                  <a:lnTo>
                    <a:pt x="852" y="28"/>
                  </a:lnTo>
                  <a:cubicBezTo>
                    <a:pt x="869" y="28"/>
                    <a:pt x="885" y="28"/>
                    <a:pt x="899" y="28"/>
                  </a:cubicBezTo>
                  <a:cubicBezTo>
                    <a:pt x="909" y="15"/>
                    <a:pt x="942" y="25"/>
                    <a:pt x="939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88"/>
            <p:cNvSpPr/>
            <p:nvPr/>
          </p:nvSpPr>
          <p:spPr>
            <a:xfrm>
              <a:off x="5558760" y="5383440"/>
              <a:ext cx="13680" cy="3960"/>
            </a:xfrm>
            <a:custGeom>
              <a:rect b="b" l="l" r="r" t="t"/>
              <a:pathLst>
                <a:path extrusionOk="0" h="11" w="38">
                  <a:moveTo>
                    <a:pt x="38" y="0"/>
                  </a:moveTo>
                  <a:lnTo>
                    <a:pt x="38" y="0"/>
                  </a:lnTo>
                  <a:cubicBezTo>
                    <a:pt x="24" y="0"/>
                    <a:pt x="14" y="4"/>
                    <a:pt x="0" y="4"/>
                  </a:cubicBezTo>
                  <a:cubicBezTo>
                    <a:pt x="14" y="14"/>
                    <a:pt x="27" y="14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188"/>
            <p:cNvSpPr/>
            <p:nvPr/>
          </p:nvSpPr>
          <p:spPr>
            <a:xfrm>
              <a:off x="5650920" y="532800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188"/>
            <p:cNvSpPr/>
            <p:nvPr/>
          </p:nvSpPr>
          <p:spPr>
            <a:xfrm>
              <a:off x="5594400" y="5333760"/>
              <a:ext cx="47160" cy="13680"/>
            </a:xfrm>
            <a:custGeom>
              <a:rect b="b" l="l" r="r" t="t"/>
              <a:pathLst>
                <a:path extrusionOk="0" h="38" w="131">
                  <a:moveTo>
                    <a:pt x="2" y="28"/>
                  </a:moveTo>
                  <a:lnTo>
                    <a:pt x="2" y="28"/>
                  </a:lnTo>
                  <a:cubicBezTo>
                    <a:pt x="-1" y="31"/>
                    <a:pt x="-1" y="34"/>
                    <a:pt x="2" y="38"/>
                  </a:cubicBezTo>
                  <a:cubicBezTo>
                    <a:pt x="46" y="34"/>
                    <a:pt x="89" y="31"/>
                    <a:pt x="130" y="28"/>
                  </a:cubicBezTo>
                  <a:cubicBezTo>
                    <a:pt x="133" y="10"/>
                    <a:pt x="116" y="14"/>
                    <a:pt x="103" y="10"/>
                  </a:cubicBezTo>
                  <a:cubicBezTo>
                    <a:pt x="100" y="10"/>
                    <a:pt x="96" y="10"/>
                    <a:pt x="93" y="10"/>
                  </a:cubicBezTo>
                  <a:cubicBezTo>
                    <a:pt x="89" y="4"/>
                    <a:pt x="86" y="0"/>
                    <a:pt x="79" y="0"/>
                  </a:cubicBezTo>
                  <a:cubicBezTo>
                    <a:pt x="69" y="0"/>
                    <a:pt x="63" y="0"/>
                    <a:pt x="56" y="4"/>
                  </a:cubicBezTo>
                  <a:lnTo>
                    <a:pt x="56" y="4"/>
                  </a:lnTo>
                  <a:lnTo>
                    <a:pt x="56" y="4"/>
                  </a:lnTo>
                  <a:cubicBezTo>
                    <a:pt x="49" y="4"/>
                    <a:pt x="46" y="0"/>
                    <a:pt x="43" y="0"/>
                  </a:cubicBezTo>
                  <a:cubicBezTo>
                    <a:pt x="43" y="4"/>
                    <a:pt x="43" y="7"/>
                    <a:pt x="43" y="10"/>
                  </a:cubicBezTo>
                  <a:cubicBezTo>
                    <a:pt x="46" y="10"/>
                    <a:pt x="49" y="10"/>
                    <a:pt x="53" y="10"/>
                  </a:cubicBezTo>
                  <a:lnTo>
                    <a:pt x="53" y="10"/>
                  </a:lnTo>
                  <a:cubicBezTo>
                    <a:pt x="49" y="34"/>
                    <a:pt x="19" y="24"/>
                    <a:pt x="2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88"/>
            <p:cNvSpPr/>
            <p:nvPr/>
          </p:nvSpPr>
          <p:spPr>
            <a:xfrm>
              <a:off x="5600160" y="5337360"/>
              <a:ext cx="9720" cy="3600"/>
            </a:xfrm>
            <a:custGeom>
              <a:rect b="b" l="l" r="r" t="t"/>
              <a:pathLst>
                <a:path extrusionOk="0" h="10" w="27">
                  <a:moveTo>
                    <a:pt x="13" y="7"/>
                  </a:move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cubicBezTo>
                    <a:pt x="20" y="7"/>
                    <a:pt x="23" y="4"/>
                    <a:pt x="27" y="0"/>
                  </a:cubicBezTo>
                  <a:cubicBezTo>
                    <a:pt x="20" y="0"/>
                    <a:pt x="16" y="0"/>
                    <a:pt x="13" y="0"/>
                  </a:cubicBezTo>
                  <a:cubicBezTo>
                    <a:pt x="6" y="4"/>
                    <a:pt x="0" y="4"/>
                    <a:pt x="0" y="4"/>
                  </a:cubicBezTo>
                  <a:cubicBezTo>
                    <a:pt x="0" y="11"/>
                    <a:pt x="6" y="11"/>
                    <a:pt x="13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188"/>
            <p:cNvSpPr/>
            <p:nvPr/>
          </p:nvSpPr>
          <p:spPr>
            <a:xfrm>
              <a:off x="5609880" y="533376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188"/>
            <p:cNvSpPr/>
            <p:nvPr/>
          </p:nvSpPr>
          <p:spPr>
            <a:xfrm>
              <a:off x="5609880" y="533736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188"/>
            <p:cNvSpPr/>
            <p:nvPr/>
          </p:nvSpPr>
          <p:spPr>
            <a:xfrm>
              <a:off x="5609880" y="5337360"/>
              <a:ext cx="0" cy="0"/>
            </a:xfrm>
            <a:custGeom>
              <a:rect b="b" l="l" r="r" t="t"/>
              <a:pathLst>
                <a:path extrusionOk="0" h="120000" w="1200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188"/>
            <p:cNvSpPr/>
            <p:nvPr/>
          </p:nvSpPr>
          <p:spPr>
            <a:xfrm>
              <a:off x="5474520" y="5519880"/>
              <a:ext cx="103680" cy="11160"/>
            </a:xfrm>
            <a:custGeom>
              <a:rect b="b" l="l" r="r" t="t"/>
              <a:pathLst>
                <a:path extrusionOk="0" h="31" w="288">
                  <a:moveTo>
                    <a:pt x="13" y="0"/>
                  </a:moveTo>
                  <a:lnTo>
                    <a:pt x="13" y="0"/>
                  </a:lnTo>
                  <a:cubicBezTo>
                    <a:pt x="10" y="7"/>
                    <a:pt x="6" y="11"/>
                    <a:pt x="0" y="17"/>
                  </a:cubicBezTo>
                  <a:cubicBezTo>
                    <a:pt x="23" y="21"/>
                    <a:pt x="47" y="14"/>
                    <a:pt x="67" y="27"/>
                  </a:cubicBezTo>
                  <a:cubicBezTo>
                    <a:pt x="70" y="27"/>
                    <a:pt x="73" y="31"/>
                    <a:pt x="73" y="31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100" y="27"/>
                    <a:pt x="117" y="14"/>
                    <a:pt x="140" y="21"/>
                  </a:cubicBezTo>
                  <a:lnTo>
                    <a:pt x="140" y="21"/>
                  </a:lnTo>
                  <a:lnTo>
                    <a:pt x="140" y="21"/>
                  </a:lnTo>
                  <a:cubicBezTo>
                    <a:pt x="140" y="21"/>
                    <a:pt x="140" y="24"/>
                    <a:pt x="144" y="27"/>
                  </a:cubicBezTo>
                  <a:lnTo>
                    <a:pt x="144" y="27"/>
                  </a:lnTo>
                  <a:cubicBezTo>
                    <a:pt x="181" y="27"/>
                    <a:pt x="221" y="27"/>
                    <a:pt x="258" y="27"/>
                  </a:cubicBezTo>
                  <a:lnTo>
                    <a:pt x="258" y="27"/>
                  </a:lnTo>
                  <a:cubicBezTo>
                    <a:pt x="268" y="27"/>
                    <a:pt x="282" y="31"/>
                    <a:pt x="288" y="24"/>
                  </a:cubicBezTo>
                  <a:cubicBezTo>
                    <a:pt x="288" y="21"/>
                    <a:pt x="288" y="17"/>
                    <a:pt x="285" y="14"/>
                  </a:cubicBezTo>
                  <a:cubicBezTo>
                    <a:pt x="275" y="7"/>
                    <a:pt x="265" y="11"/>
                    <a:pt x="258" y="17"/>
                  </a:cubicBezTo>
                  <a:cubicBezTo>
                    <a:pt x="231" y="14"/>
                    <a:pt x="208" y="4"/>
                    <a:pt x="181" y="11"/>
                  </a:cubicBezTo>
                  <a:cubicBezTo>
                    <a:pt x="167" y="7"/>
                    <a:pt x="154" y="7"/>
                    <a:pt x="144" y="11"/>
                  </a:cubicBezTo>
                  <a:lnTo>
                    <a:pt x="144" y="11"/>
                  </a:lnTo>
                  <a:cubicBezTo>
                    <a:pt x="100" y="-6"/>
                    <a:pt x="57" y="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88"/>
            <p:cNvSpPr/>
            <p:nvPr/>
          </p:nvSpPr>
          <p:spPr>
            <a:xfrm>
              <a:off x="5558760" y="5506920"/>
              <a:ext cx="5040" cy="4680"/>
            </a:xfrm>
            <a:custGeom>
              <a:rect b="b" l="l" r="r" t="t"/>
              <a:pathLst>
                <a:path extrusionOk="0" h="13" w="14">
                  <a:moveTo>
                    <a:pt x="0" y="0"/>
                  </a:moveTo>
                  <a:lnTo>
                    <a:pt x="0" y="0"/>
                  </a:lnTo>
                  <a:cubicBezTo>
                    <a:pt x="0" y="3"/>
                    <a:pt x="0" y="10"/>
                    <a:pt x="4" y="13"/>
                  </a:cubicBezTo>
                  <a:cubicBezTo>
                    <a:pt x="7" y="10"/>
                    <a:pt x="10" y="10"/>
                    <a:pt x="14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188"/>
            <p:cNvSpPr/>
            <p:nvPr/>
          </p:nvSpPr>
          <p:spPr>
            <a:xfrm>
              <a:off x="5461200" y="5524560"/>
              <a:ext cx="3600" cy="1440"/>
            </a:xfrm>
            <a:custGeom>
              <a:rect b="b" l="l" r="r" t="t"/>
              <a:pathLst>
                <a:path extrusionOk="0" h="4" w="10">
                  <a:moveTo>
                    <a:pt x="3" y="1"/>
                  </a:moveTo>
                  <a:lnTo>
                    <a:pt x="3" y="1"/>
                  </a:lnTo>
                  <a:cubicBezTo>
                    <a:pt x="0" y="1"/>
                    <a:pt x="0" y="4"/>
                    <a:pt x="0" y="4"/>
                  </a:cubicBezTo>
                  <a:cubicBezTo>
                    <a:pt x="3" y="4"/>
                    <a:pt x="6" y="4"/>
                    <a:pt x="10" y="4"/>
                  </a:cubicBezTo>
                  <a:cubicBezTo>
                    <a:pt x="10" y="1"/>
                    <a:pt x="6" y="-2"/>
                    <a:pt x="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188"/>
            <p:cNvSpPr/>
            <p:nvPr/>
          </p:nvSpPr>
          <p:spPr>
            <a:xfrm>
              <a:off x="5615640" y="3903840"/>
              <a:ext cx="21960" cy="5400"/>
            </a:xfrm>
            <a:custGeom>
              <a:rect b="b" l="l" r="r" t="t"/>
              <a:pathLst>
                <a:path extrusionOk="0" h="15" w="61">
                  <a:moveTo>
                    <a:pt x="34" y="12"/>
                  </a:moveTo>
                  <a:lnTo>
                    <a:pt x="34" y="12"/>
                  </a:lnTo>
                  <a:cubicBezTo>
                    <a:pt x="41" y="12"/>
                    <a:pt x="51" y="12"/>
                    <a:pt x="61" y="8"/>
                  </a:cubicBezTo>
                  <a:cubicBezTo>
                    <a:pt x="44" y="-9"/>
                    <a:pt x="20" y="5"/>
                    <a:pt x="0" y="1"/>
                  </a:cubicBezTo>
                  <a:cubicBezTo>
                    <a:pt x="4" y="8"/>
                    <a:pt x="14" y="8"/>
                    <a:pt x="24" y="12"/>
                  </a:cubicBezTo>
                  <a:cubicBezTo>
                    <a:pt x="27" y="15"/>
                    <a:pt x="30" y="15"/>
                    <a:pt x="34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188"/>
            <p:cNvSpPr/>
            <p:nvPr/>
          </p:nvSpPr>
          <p:spPr>
            <a:xfrm>
              <a:off x="5632560" y="5316840"/>
              <a:ext cx="125640" cy="24480"/>
            </a:xfrm>
            <a:custGeom>
              <a:rect b="b" l="l" r="r" t="t"/>
              <a:pathLst>
                <a:path extrusionOk="0" h="68" w="349">
                  <a:moveTo>
                    <a:pt x="232" y="41"/>
                  </a:moveTo>
                  <a:lnTo>
                    <a:pt x="232" y="41"/>
                  </a:lnTo>
                  <a:lnTo>
                    <a:pt x="232" y="41"/>
                  </a:lnTo>
                  <a:lnTo>
                    <a:pt x="232" y="41"/>
                  </a:lnTo>
                  <a:cubicBezTo>
                    <a:pt x="198" y="44"/>
                    <a:pt x="165" y="47"/>
                    <a:pt x="131" y="51"/>
                  </a:cubicBezTo>
                  <a:lnTo>
                    <a:pt x="131" y="51"/>
                  </a:lnTo>
                  <a:cubicBezTo>
                    <a:pt x="124" y="51"/>
                    <a:pt x="118" y="51"/>
                    <a:pt x="114" y="51"/>
                  </a:cubicBezTo>
                  <a:cubicBezTo>
                    <a:pt x="172" y="41"/>
                    <a:pt x="232" y="37"/>
                    <a:pt x="286" y="21"/>
                  </a:cubicBezTo>
                  <a:cubicBezTo>
                    <a:pt x="289" y="17"/>
                    <a:pt x="289" y="14"/>
                    <a:pt x="289" y="11"/>
                  </a:cubicBezTo>
                  <a:cubicBezTo>
                    <a:pt x="306" y="11"/>
                    <a:pt x="326" y="17"/>
                    <a:pt x="336" y="4"/>
                  </a:cubicBezTo>
                  <a:cubicBezTo>
                    <a:pt x="319" y="4"/>
                    <a:pt x="302" y="4"/>
                    <a:pt x="286" y="4"/>
                  </a:cubicBezTo>
                  <a:lnTo>
                    <a:pt x="286" y="0"/>
                  </a:lnTo>
                  <a:cubicBezTo>
                    <a:pt x="259" y="4"/>
                    <a:pt x="235" y="14"/>
                    <a:pt x="208" y="11"/>
                  </a:cubicBezTo>
                  <a:cubicBezTo>
                    <a:pt x="198" y="7"/>
                    <a:pt x="188" y="7"/>
                    <a:pt x="182" y="11"/>
                  </a:cubicBezTo>
                  <a:cubicBezTo>
                    <a:pt x="138" y="21"/>
                    <a:pt x="98" y="27"/>
                    <a:pt x="51" y="31"/>
                  </a:cubicBezTo>
                  <a:cubicBezTo>
                    <a:pt x="37" y="41"/>
                    <a:pt x="17" y="37"/>
                    <a:pt x="0" y="41"/>
                  </a:cubicBezTo>
                  <a:cubicBezTo>
                    <a:pt x="0" y="51"/>
                    <a:pt x="7" y="54"/>
                    <a:pt x="17" y="57"/>
                  </a:cubicBezTo>
                  <a:cubicBezTo>
                    <a:pt x="27" y="57"/>
                    <a:pt x="34" y="57"/>
                    <a:pt x="44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7" y="68"/>
                    <a:pt x="57" y="68"/>
                    <a:pt x="67" y="68"/>
                  </a:cubicBezTo>
                  <a:cubicBezTo>
                    <a:pt x="74" y="68"/>
                    <a:pt x="81" y="68"/>
                    <a:pt x="91" y="68"/>
                  </a:cubicBezTo>
                  <a:cubicBezTo>
                    <a:pt x="108" y="68"/>
                    <a:pt x="128" y="68"/>
                    <a:pt x="144" y="57"/>
                  </a:cubicBezTo>
                  <a:cubicBezTo>
                    <a:pt x="172" y="57"/>
                    <a:pt x="202" y="57"/>
                    <a:pt x="229" y="57"/>
                  </a:cubicBezTo>
                  <a:cubicBezTo>
                    <a:pt x="235" y="54"/>
                    <a:pt x="239" y="54"/>
                    <a:pt x="235" y="51"/>
                  </a:cubicBezTo>
                  <a:lnTo>
                    <a:pt x="235" y="51"/>
                  </a:lnTo>
                  <a:cubicBezTo>
                    <a:pt x="252" y="54"/>
                    <a:pt x="269" y="54"/>
                    <a:pt x="282" y="51"/>
                  </a:cubicBezTo>
                  <a:cubicBezTo>
                    <a:pt x="306" y="47"/>
                    <a:pt x="329" y="47"/>
                    <a:pt x="349" y="37"/>
                  </a:cubicBezTo>
                  <a:lnTo>
                    <a:pt x="349" y="34"/>
                  </a:lnTo>
                  <a:cubicBezTo>
                    <a:pt x="309" y="27"/>
                    <a:pt x="272" y="37"/>
                    <a:pt x="232" y="41"/>
                  </a:cubicBezTo>
                  <a:moveTo>
                    <a:pt x="94" y="51"/>
                  </a:moveTo>
                  <a:lnTo>
                    <a:pt x="94" y="51"/>
                  </a:lnTo>
                  <a:cubicBezTo>
                    <a:pt x="94" y="54"/>
                    <a:pt x="91" y="54"/>
                    <a:pt x="87" y="57"/>
                  </a:cubicBezTo>
                  <a:cubicBezTo>
                    <a:pt x="84" y="54"/>
                    <a:pt x="81" y="54"/>
                    <a:pt x="81" y="54"/>
                  </a:cubicBezTo>
                  <a:cubicBezTo>
                    <a:pt x="84" y="54"/>
                    <a:pt x="91" y="51"/>
                    <a:pt x="94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60" name="Google Shape;6160;p188"/>
          <p:cNvSpPr txBox="1"/>
          <p:nvPr/>
        </p:nvSpPr>
        <p:spPr>
          <a:xfrm>
            <a:off x="2226525" y="3561900"/>
            <a:ext cx="4956300" cy="42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Giovanni Miquelin, Miranda Hancock, Khadeja Monshin</a:t>
            </a:r>
            <a:endParaRPr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4" name="Shape 6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5" name="Google Shape;6165;p189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Understanding</a:t>
            </a:r>
            <a:endParaRPr/>
          </a:p>
        </p:txBody>
      </p:sp>
      <p:sp>
        <p:nvSpPr>
          <p:cNvPr id="6166" name="Google Shape;6166;p189"/>
          <p:cNvSpPr txBox="1"/>
          <p:nvPr>
            <p:ph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6167" name="Google Shape;6167;p189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Meeting the DataSet</a:t>
            </a:r>
            <a:endParaRPr/>
          </a:p>
        </p:txBody>
      </p:sp>
      <p:grpSp>
        <p:nvGrpSpPr>
          <p:cNvPr id="6168" name="Google Shape;6168;p189"/>
          <p:cNvGrpSpPr/>
          <p:nvPr/>
        </p:nvGrpSpPr>
        <p:grpSpPr>
          <a:xfrm>
            <a:off x="7075774" y="630953"/>
            <a:ext cx="2456304" cy="1165637"/>
            <a:chOff x="6907899" y="758528"/>
            <a:chExt cx="2456304" cy="1165637"/>
          </a:xfrm>
        </p:grpSpPr>
        <p:sp>
          <p:nvSpPr>
            <p:cNvPr id="6169" name="Google Shape;6169;p189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89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89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189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189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189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189"/>
            <p:cNvSpPr/>
            <p:nvPr/>
          </p:nvSpPr>
          <p:spPr>
            <a:xfrm flipH="1">
              <a:off x="6916144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89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89"/>
            <p:cNvSpPr/>
            <p:nvPr/>
          </p:nvSpPr>
          <p:spPr>
            <a:xfrm flipH="1">
              <a:off x="7354141" y="1140009"/>
              <a:ext cx="1217444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189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189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189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189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189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189"/>
            <p:cNvSpPr/>
            <p:nvPr/>
          </p:nvSpPr>
          <p:spPr>
            <a:xfrm flipH="1">
              <a:off x="7378867" y="758528"/>
              <a:ext cx="1126783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189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189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189"/>
            <p:cNvSpPr/>
            <p:nvPr/>
          </p:nvSpPr>
          <p:spPr>
            <a:xfrm flipH="1">
              <a:off x="7275255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189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89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189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189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89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189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189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89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89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89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89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189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189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89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89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89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06" name="Shape 6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7" name="Google Shape;6207;p190"/>
          <p:cNvSpPr txBox="1"/>
          <p:nvPr>
            <p:ph type="title"/>
          </p:nvPr>
        </p:nvSpPr>
        <p:spPr>
          <a:xfrm>
            <a:off x="720000" y="30537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</a:t>
            </a:r>
            <a:endParaRPr/>
          </a:p>
        </p:txBody>
      </p:sp>
      <p:grpSp>
        <p:nvGrpSpPr>
          <p:cNvPr id="6208" name="Google Shape;6208;p190"/>
          <p:cNvGrpSpPr/>
          <p:nvPr/>
        </p:nvGrpSpPr>
        <p:grpSpPr>
          <a:xfrm>
            <a:off x="825921" y="1125500"/>
            <a:ext cx="3477411" cy="3257700"/>
            <a:chOff x="-92550" y="-9525"/>
            <a:chExt cx="2578725" cy="3257700"/>
          </a:xfrm>
        </p:grpSpPr>
        <p:pic>
          <p:nvPicPr>
            <p:cNvPr id="6209" name="Google Shape;6209;p19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-9525" y="-9525"/>
              <a:ext cx="2495700" cy="3257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10" name="Google Shape;6210;p190"/>
            <p:cNvSpPr/>
            <p:nvPr/>
          </p:nvSpPr>
          <p:spPr>
            <a:xfrm>
              <a:off x="152400" y="152400"/>
              <a:ext cx="514500" cy="400200"/>
            </a:xfrm>
            <a:prstGeom prst="roundRect">
              <a:avLst>
                <a:gd fmla="val 14285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190"/>
            <p:cNvSpPr txBox="1"/>
            <p:nvPr/>
          </p:nvSpPr>
          <p:spPr>
            <a:xfrm>
              <a:off x="152400" y="152400"/>
              <a:ext cx="514500" cy="40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20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01</a:t>
              </a:r>
              <a:endParaRPr b="1" sz="2000">
                <a:solidFill>
                  <a:srgbClr val="E2D9C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12" name="Google Shape;6212;p190"/>
            <p:cNvSpPr txBox="1"/>
            <p:nvPr/>
          </p:nvSpPr>
          <p:spPr>
            <a:xfrm>
              <a:off x="762000" y="152400"/>
              <a:ext cx="1562100" cy="40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Earnings</a:t>
              </a:r>
              <a:endParaRPr b="1" sz="1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13" name="Google Shape;6213;p190"/>
            <p:cNvSpPr txBox="1"/>
            <p:nvPr/>
          </p:nvSpPr>
          <p:spPr>
            <a:xfrm>
              <a:off x="152400" y="647700"/>
              <a:ext cx="2171700" cy="457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0" lang="en" sz="1100">
                  <a:solidFill>
                    <a:srgbClr val="2A292A"/>
                  </a:solidFill>
                  <a:latin typeface="Albert Sans SemiBold"/>
                  <a:ea typeface="Albert Sans SemiBold"/>
                  <a:cs typeface="Albert Sans SemiBold"/>
                  <a:sym typeface="Albert Sans SemiBold"/>
                </a:rPr>
                <a:t>General Student information</a:t>
              </a:r>
              <a:r>
                <a:rPr lang="en" sz="1100">
                  <a:solidFill>
                    <a:srgbClr val="2A292A"/>
                  </a:solidFill>
                  <a:latin typeface="Albert Sans SemiBold"/>
                  <a:ea typeface="Albert Sans SemiBold"/>
                  <a:cs typeface="Albert Sans SemiBold"/>
                  <a:sym typeface="Albert Sans SemiBold"/>
                </a:rPr>
                <a:t>:</a:t>
              </a:r>
              <a:endParaRPr b="0" sz="1100">
                <a:solidFill>
                  <a:srgbClr val="2A292A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endParaRPr>
            </a:p>
          </p:txBody>
        </p:sp>
        <p:pic>
          <p:nvPicPr>
            <p:cNvPr id="6214" name="Google Shape;6214;p19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2400" y="1138238"/>
              <a:ext cx="2171700" cy="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15" name="Google Shape;6215;p190"/>
            <p:cNvSpPr txBox="1"/>
            <p:nvPr/>
          </p:nvSpPr>
          <p:spPr>
            <a:xfrm>
              <a:off x="-92550" y="1257300"/>
              <a:ext cx="2416800" cy="1809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152400" spcFirstLastPara="1" rIns="0" wrap="square" tIns="0">
              <a:noAutofit/>
            </a:bodyPr>
            <a:lstStyle/>
            <a:p>
              <a:pPr indent="-304800" lvl="0" marL="457200" rtl="0" algn="l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Median Earnings </a:t>
              </a:r>
              <a:r>
                <a:rPr b="1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after</a:t>
              </a: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 graduation</a:t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750"/>
                </a:spcBef>
                <a:spcAft>
                  <a:spcPts val="0"/>
                </a:spcAft>
                <a:buClr>
                  <a:schemeClr val="dk1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chemeClr val="dk1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Median Earnings</a:t>
              </a:r>
              <a:r>
                <a:rPr b="1" lang="en" sz="1200">
                  <a:solidFill>
                    <a:schemeClr val="dk1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 post</a:t>
              </a:r>
              <a:r>
                <a:rPr lang="en" sz="1200">
                  <a:solidFill>
                    <a:schemeClr val="dk1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 graduation</a:t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75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Projection</a:t>
              </a:r>
              <a:r>
                <a:rPr b="1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 2034</a:t>
              </a:r>
              <a:endParaRPr b="1"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75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National Earning </a:t>
              </a:r>
              <a:r>
                <a:rPr b="1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Median</a:t>
              </a:r>
              <a:endParaRPr b="1"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grpSp>
        <p:nvGrpSpPr>
          <p:cNvPr id="6216" name="Google Shape;6216;p190"/>
          <p:cNvGrpSpPr/>
          <p:nvPr/>
        </p:nvGrpSpPr>
        <p:grpSpPr>
          <a:xfrm>
            <a:off x="4557350" y="1125500"/>
            <a:ext cx="3037267" cy="3257700"/>
            <a:chOff x="-9525" y="-9525"/>
            <a:chExt cx="2495700" cy="3257700"/>
          </a:xfrm>
        </p:grpSpPr>
        <p:pic>
          <p:nvPicPr>
            <p:cNvPr id="6217" name="Google Shape;6217;p19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-9525" y="-9525"/>
              <a:ext cx="2495700" cy="3257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18" name="Google Shape;6218;p190"/>
            <p:cNvSpPr/>
            <p:nvPr/>
          </p:nvSpPr>
          <p:spPr>
            <a:xfrm>
              <a:off x="152400" y="152400"/>
              <a:ext cx="514500" cy="400200"/>
            </a:xfrm>
            <a:prstGeom prst="roundRect">
              <a:avLst>
                <a:gd fmla="val 14285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190"/>
            <p:cNvSpPr txBox="1"/>
            <p:nvPr/>
          </p:nvSpPr>
          <p:spPr>
            <a:xfrm>
              <a:off x="152400" y="152400"/>
              <a:ext cx="514500" cy="40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20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02</a:t>
              </a:r>
              <a:endParaRPr b="1" sz="2000">
                <a:solidFill>
                  <a:srgbClr val="E2D9C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20" name="Google Shape;6220;p190"/>
            <p:cNvSpPr txBox="1"/>
            <p:nvPr/>
          </p:nvSpPr>
          <p:spPr>
            <a:xfrm>
              <a:off x="762000" y="152400"/>
              <a:ext cx="1562100" cy="40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Debts</a:t>
              </a:r>
              <a:endParaRPr b="1" sz="1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21" name="Google Shape;6221;p190"/>
            <p:cNvSpPr txBox="1"/>
            <p:nvPr/>
          </p:nvSpPr>
          <p:spPr>
            <a:xfrm>
              <a:off x="152400" y="647700"/>
              <a:ext cx="2171700" cy="457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0" lang="en" sz="1100">
                  <a:solidFill>
                    <a:srgbClr val="2A292A"/>
                  </a:solidFill>
                  <a:latin typeface="Albert Sans SemiBold"/>
                  <a:ea typeface="Albert Sans SemiBold"/>
                  <a:cs typeface="Albert Sans SemiBold"/>
                  <a:sym typeface="Albert Sans SemiBold"/>
                </a:rPr>
                <a:t>General Debt </a:t>
              </a:r>
              <a:r>
                <a:rPr lang="en" sz="1100">
                  <a:solidFill>
                    <a:srgbClr val="2A292A"/>
                  </a:solidFill>
                  <a:latin typeface="Albert Sans SemiBold"/>
                  <a:ea typeface="Albert Sans SemiBold"/>
                  <a:cs typeface="Albert Sans SemiBold"/>
                  <a:sym typeface="Albert Sans SemiBold"/>
                </a:rPr>
                <a:t>Informatio</a:t>
              </a:r>
              <a:r>
                <a:rPr b="0" lang="en" sz="1100">
                  <a:solidFill>
                    <a:srgbClr val="2A292A"/>
                  </a:solidFill>
                  <a:latin typeface="Albert Sans SemiBold"/>
                  <a:ea typeface="Albert Sans SemiBold"/>
                  <a:cs typeface="Albert Sans SemiBold"/>
                  <a:sym typeface="Albert Sans SemiBold"/>
                </a:rPr>
                <a:t>n:</a:t>
              </a:r>
              <a:endParaRPr b="0" sz="1100">
                <a:solidFill>
                  <a:srgbClr val="2A292A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endParaRPr>
            </a:p>
          </p:txBody>
        </p:sp>
        <p:pic>
          <p:nvPicPr>
            <p:cNvPr id="6222" name="Google Shape;6222;p19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2400" y="1138238"/>
              <a:ext cx="2171700" cy="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23" name="Google Shape;6223;p190"/>
            <p:cNvSpPr txBox="1"/>
            <p:nvPr/>
          </p:nvSpPr>
          <p:spPr>
            <a:xfrm>
              <a:off x="152400" y="1257300"/>
              <a:ext cx="2171700" cy="1809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152400" spcFirstLastPara="1" rIns="0" wrap="square" tIns="0">
              <a:noAutofit/>
            </a:bodyPr>
            <a:lstStyle/>
            <a:p>
              <a:pPr indent="-304800" lvl="0" marL="457200" rtl="0" algn="l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Debt to earnings </a:t>
              </a:r>
              <a:r>
                <a:rPr b="1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(ROI)</a:t>
              </a:r>
              <a:endParaRPr b="1"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75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Debt amount</a:t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75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Loans</a:t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Privacy Status</a:t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45720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45720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45720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cxnSp>
        <p:nvCxnSpPr>
          <p:cNvPr id="6224" name="Google Shape;6224;p190"/>
          <p:cNvCxnSpPr/>
          <p:nvPr/>
        </p:nvCxnSpPr>
        <p:spPr>
          <a:xfrm flipH="1" rot="10800000">
            <a:off x="1138500" y="835475"/>
            <a:ext cx="6867000" cy="426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28" name="Shape 6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29" name="Google Shape;6229;p191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6230" name="Google Shape;6230;p191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231" name="Google Shape;6231;p191"/>
            <p:cNvSpPr/>
            <p:nvPr/>
          </p:nvSpPr>
          <p:spPr>
            <a:xfrm>
              <a:off x="376850" y="4764550"/>
              <a:ext cx="832217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191"/>
            <p:cNvSpPr/>
            <p:nvPr/>
          </p:nvSpPr>
          <p:spPr>
            <a:xfrm rot="-5400000">
              <a:off x="-970750" y="3410575"/>
              <a:ext cx="2675675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191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191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35" name="Google Shape;6235;p191"/>
          <p:cNvGrpSpPr/>
          <p:nvPr/>
        </p:nvGrpSpPr>
        <p:grpSpPr>
          <a:xfrm>
            <a:off x="-498149" y="884153"/>
            <a:ext cx="1175174" cy="1017149"/>
            <a:chOff x="-498149" y="884153"/>
            <a:chExt cx="1175174" cy="1017149"/>
          </a:xfrm>
        </p:grpSpPr>
        <p:sp>
          <p:nvSpPr>
            <p:cNvPr id="6236" name="Google Shape;6236;p191"/>
            <p:cNvSpPr/>
            <p:nvPr/>
          </p:nvSpPr>
          <p:spPr>
            <a:xfrm flipH="1">
              <a:off x="319527" y="1747538"/>
              <a:ext cx="150687" cy="153765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191"/>
            <p:cNvSpPr/>
            <p:nvPr/>
          </p:nvSpPr>
          <p:spPr>
            <a:xfrm flipH="1">
              <a:off x="441000" y="1750613"/>
              <a:ext cx="6919" cy="109942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191"/>
            <p:cNvSpPr/>
            <p:nvPr/>
          </p:nvSpPr>
          <p:spPr>
            <a:xfrm flipH="1">
              <a:off x="426392" y="1750613"/>
              <a:ext cx="6919" cy="74576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191"/>
            <p:cNvSpPr/>
            <p:nvPr/>
          </p:nvSpPr>
          <p:spPr>
            <a:xfrm flipH="1">
              <a:off x="358737" y="1750613"/>
              <a:ext cx="6151" cy="96872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191"/>
            <p:cNvSpPr/>
            <p:nvPr/>
          </p:nvSpPr>
          <p:spPr>
            <a:xfrm flipH="1">
              <a:off x="395640" y="1815194"/>
              <a:ext cx="6919" cy="59968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191"/>
            <p:cNvSpPr/>
            <p:nvPr/>
          </p:nvSpPr>
          <p:spPr>
            <a:xfrm flipH="1">
              <a:off x="-498149" y="1676025"/>
              <a:ext cx="1175174" cy="79975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191"/>
            <p:cNvSpPr/>
            <p:nvPr/>
          </p:nvSpPr>
          <p:spPr>
            <a:xfrm flipH="1">
              <a:off x="-208647" y="1699102"/>
              <a:ext cx="882597" cy="6151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191"/>
            <p:cNvSpPr/>
            <p:nvPr/>
          </p:nvSpPr>
          <p:spPr>
            <a:xfrm flipH="1">
              <a:off x="-116389" y="1713710"/>
              <a:ext cx="466669" cy="461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191"/>
            <p:cNvSpPr/>
            <p:nvPr/>
          </p:nvSpPr>
          <p:spPr>
            <a:xfrm flipH="1">
              <a:off x="-317050" y="1731393"/>
              <a:ext cx="130698" cy="6151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191"/>
            <p:cNvSpPr/>
            <p:nvPr/>
          </p:nvSpPr>
          <p:spPr>
            <a:xfrm flipH="1" rot="5400000">
              <a:off x="-194051" y="1176693"/>
              <a:ext cx="800347" cy="215268"/>
            </a:xfrm>
            <a:custGeom>
              <a:rect b="b" l="l" r="r" t="t"/>
              <a:pathLst>
                <a:path extrusionOk="0" h="280" w="1041">
                  <a:moveTo>
                    <a:pt x="1037" y="9"/>
                  </a:moveTo>
                  <a:lnTo>
                    <a:pt x="1037" y="9"/>
                  </a:lnTo>
                  <a:cubicBezTo>
                    <a:pt x="1039" y="139"/>
                    <a:pt x="1039" y="139"/>
                    <a:pt x="1039" y="139"/>
                  </a:cubicBezTo>
                  <a:cubicBezTo>
                    <a:pt x="1041" y="274"/>
                    <a:pt x="1041" y="274"/>
                    <a:pt x="1041" y="274"/>
                  </a:cubicBezTo>
                  <a:cubicBezTo>
                    <a:pt x="1041" y="278"/>
                    <a:pt x="1041" y="278"/>
                    <a:pt x="1041" y="278"/>
                  </a:cubicBezTo>
                  <a:cubicBezTo>
                    <a:pt x="1034" y="278"/>
                    <a:pt x="1034" y="278"/>
                    <a:pt x="1034" y="278"/>
                  </a:cubicBezTo>
                  <a:cubicBezTo>
                    <a:pt x="951" y="280"/>
                    <a:pt x="864" y="280"/>
                    <a:pt x="778" y="280"/>
                  </a:cubicBezTo>
                  <a:cubicBezTo>
                    <a:pt x="650" y="280"/>
                    <a:pt x="650" y="280"/>
                    <a:pt x="650" y="280"/>
                  </a:cubicBezTo>
                  <a:cubicBezTo>
                    <a:pt x="522" y="278"/>
                    <a:pt x="522" y="278"/>
                    <a:pt x="522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6" y="278"/>
                    <a:pt x="6" y="278"/>
                    <a:pt x="6" y="278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2"/>
                    <a:pt x="524" y="2"/>
                    <a:pt x="524" y="2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7" y="9"/>
                  </a:lnTo>
                  <a:moveTo>
                    <a:pt x="1034" y="11"/>
                  </a:moveTo>
                  <a:lnTo>
                    <a:pt x="1034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7" y="17"/>
                    <a:pt x="517" y="17"/>
                    <a:pt x="517" y="17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263" y="270"/>
                    <a:pt x="263" y="270"/>
                    <a:pt x="263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2" y="267"/>
                    <a:pt x="522" y="267"/>
                    <a:pt x="522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5"/>
                    <a:pt x="778" y="265"/>
                    <a:pt x="778" y="265"/>
                  </a:cubicBezTo>
                  <a:cubicBezTo>
                    <a:pt x="864" y="265"/>
                    <a:pt x="951" y="265"/>
                    <a:pt x="1034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4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191"/>
            <p:cNvSpPr/>
            <p:nvPr/>
          </p:nvSpPr>
          <p:spPr>
            <a:xfrm flipH="1" rot="5400000">
              <a:off x="189593" y="147345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4" y="2"/>
                  </a:moveTo>
                  <a:lnTo>
                    <a:pt x="34" y="2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6" y="221"/>
                    <a:pt x="36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2"/>
                    <a:pt x="0" y="221"/>
                    <a:pt x="0" y="197"/>
                  </a:cubicBezTo>
                  <a:cubicBezTo>
                    <a:pt x="0" y="176"/>
                    <a:pt x="0" y="155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2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8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5"/>
                    <a:pt x="8" y="176"/>
                    <a:pt x="8" y="197"/>
                  </a:cubicBezTo>
                  <a:cubicBezTo>
                    <a:pt x="8" y="221"/>
                    <a:pt x="8" y="242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4" y="242"/>
                    <a:pt x="34" y="221"/>
                    <a:pt x="32" y="200"/>
                  </a:cubicBezTo>
                  <a:cubicBezTo>
                    <a:pt x="32" y="176"/>
                    <a:pt x="32" y="155"/>
                    <a:pt x="32" y="134"/>
                  </a:cubicBezTo>
                  <a:cubicBezTo>
                    <a:pt x="29" y="113"/>
                    <a:pt x="32" y="90"/>
                    <a:pt x="32" y="69"/>
                  </a:cubicBezTo>
                  <a:cubicBezTo>
                    <a:pt x="32" y="46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191"/>
            <p:cNvSpPr/>
            <p:nvPr/>
          </p:nvSpPr>
          <p:spPr>
            <a:xfrm flipH="1" rot="5400000">
              <a:off x="286079" y="1576096"/>
              <a:ext cx="17683" cy="2306"/>
            </a:xfrm>
            <a:custGeom>
              <a:rect b="b" l="l" r="r" t="t"/>
              <a:pathLst>
                <a:path extrusionOk="0" fill="none" h="3" w="23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3"/>
                    <a:pt x="23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191"/>
            <p:cNvSpPr/>
            <p:nvPr/>
          </p:nvSpPr>
          <p:spPr>
            <a:xfrm flipH="1" rot="5400000">
              <a:off x="132315" y="932590"/>
              <a:ext cx="145308" cy="206811"/>
            </a:xfrm>
            <a:custGeom>
              <a:rect b="b" l="l" r="r" t="t"/>
              <a:pathLst>
                <a:path extrusionOk="0" h="269" w="189">
                  <a:moveTo>
                    <a:pt x="185" y="4"/>
                  </a:moveTo>
                  <a:lnTo>
                    <a:pt x="185" y="4"/>
                  </a:lnTo>
                  <a:cubicBezTo>
                    <a:pt x="187" y="46"/>
                    <a:pt x="187" y="90"/>
                    <a:pt x="187" y="134"/>
                  </a:cubicBezTo>
                  <a:cubicBezTo>
                    <a:pt x="187" y="155"/>
                    <a:pt x="189" y="178"/>
                    <a:pt x="189" y="199"/>
                  </a:cubicBezTo>
                  <a:cubicBezTo>
                    <a:pt x="189" y="223"/>
                    <a:pt x="187" y="244"/>
                    <a:pt x="187" y="267"/>
                  </a:cubicBezTo>
                  <a:cubicBezTo>
                    <a:pt x="187" y="269"/>
                    <a:pt x="187" y="269"/>
                    <a:pt x="187" y="269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94" y="267"/>
                    <a:pt x="94" y="267"/>
                    <a:pt x="94" y="267"/>
                  </a:cubicBezTo>
                  <a:cubicBezTo>
                    <a:pt x="65" y="267"/>
                    <a:pt x="33" y="267"/>
                    <a:pt x="4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23"/>
                    <a:pt x="0" y="178"/>
                    <a:pt x="0" y="134"/>
                  </a:cubicBezTo>
                  <a:cubicBezTo>
                    <a:pt x="0" y="113"/>
                    <a:pt x="0" y="90"/>
                    <a:pt x="0" y="6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4" y="0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92" y="6"/>
                    <a:pt x="92" y="6"/>
                    <a:pt x="92" y="6"/>
                  </a:cubicBezTo>
                  <a:cubicBezTo>
                    <a:pt x="63" y="6"/>
                    <a:pt x="33" y="6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90"/>
                    <a:pt x="8" y="113"/>
                    <a:pt x="8" y="134"/>
                  </a:cubicBezTo>
                  <a:cubicBezTo>
                    <a:pt x="8" y="178"/>
                    <a:pt x="8" y="223"/>
                    <a:pt x="6" y="267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33" y="265"/>
                    <a:pt x="65" y="265"/>
                    <a:pt x="94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0" y="244"/>
                    <a:pt x="180" y="223"/>
                    <a:pt x="180" y="202"/>
                  </a:cubicBezTo>
                  <a:cubicBezTo>
                    <a:pt x="180" y="178"/>
                    <a:pt x="180" y="157"/>
                    <a:pt x="180" y="136"/>
                  </a:cubicBezTo>
                  <a:cubicBezTo>
                    <a:pt x="183" y="92"/>
                    <a:pt x="183" y="48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191"/>
            <p:cNvSpPr/>
            <p:nvPr/>
          </p:nvSpPr>
          <p:spPr>
            <a:xfrm flipH="1" rot="5400000">
              <a:off x="49899" y="1307168"/>
              <a:ext cx="622266" cy="120700"/>
            </a:xfrm>
            <a:custGeom>
              <a:rect b="b" l="l" r="r" t="t"/>
              <a:pathLst>
                <a:path extrusionOk="0" h="157" w="1034">
                  <a:moveTo>
                    <a:pt x="1028" y="149"/>
                  </a:moveTo>
                  <a:lnTo>
                    <a:pt x="1028" y="149"/>
                  </a:lnTo>
                  <a:cubicBezTo>
                    <a:pt x="1026" y="77"/>
                    <a:pt x="1026" y="77"/>
                    <a:pt x="1026" y="77"/>
                  </a:cubicBezTo>
                  <a:cubicBezTo>
                    <a:pt x="1026" y="54"/>
                    <a:pt x="1026" y="31"/>
                    <a:pt x="1024" y="8"/>
                  </a:cubicBezTo>
                  <a:cubicBezTo>
                    <a:pt x="1030" y="12"/>
                    <a:pt x="1030" y="12"/>
                    <a:pt x="1030" y="12"/>
                  </a:cubicBezTo>
                  <a:cubicBezTo>
                    <a:pt x="902" y="14"/>
                    <a:pt x="902" y="14"/>
                    <a:pt x="902" y="14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582" y="14"/>
                    <a:pt x="582" y="14"/>
                    <a:pt x="582" y="14"/>
                  </a:cubicBezTo>
                  <a:cubicBezTo>
                    <a:pt x="517" y="14"/>
                    <a:pt x="517" y="14"/>
                    <a:pt x="517" y="14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47" y="10"/>
                    <a:pt x="305" y="10"/>
                    <a:pt x="263" y="10"/>
                  </a:cubicBezTo>
                  <a:cubicBezTo>
                    <a:pt x="177" y="10"/>
                    <a:pt x="92" y="10"/>
                    <a:pt x="6" y="1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92" y="140"/>
                    <a:pt x="177" y="140"/>
                    <a:pt x="261" y="140"/>
                  </a:cubicBezTo>
                  <a:cubicBezTo>
                    <a:pt x="345" y="140"/>
                    <a:pt x="431" y="140"/>
                    <a:pt x="515" y="140"/>
                  </a:cubicBezTo>
                  <a:cubicBezTo>
                    <a:pt x="599" y="140"/>
                    <a:pt x="685" y="142"/>
                    <a:pt x="769" y="145"/>
                  </a:cubicBezTo>
                  <a:lnTo>
                    <a:pt x="1028" y="149"/>
                  </a:lnTo>
                  <a:moveTo>
                    <a:pt x="1030" y="149"/>
                  </a:moveTo>
                  <a:lnTo>
                    <a:pt x="1030" y="149"/>
                  </a:lnTo>
                  <a:cubicBezTo>
                    <a:pt x="778" y="153"/>
                    <a:pt x="778" y="153"/>
                    <a:pt x="778" y="153"/>
                  </a:cubicBezTo>
                  <a:cubicBezTo>
                    <a:pt x="692" y="155"/>
                    <a:pt x="608" y="157"/>
                    <a:pt x="521" y="157"/>
                  </a:cubicBezTo>
                  <a:cubicBezTo>
                    <a:pt x="435" y="157"/>
                    <a:pt x="351" y="157"/>
                    <a:pt x="265" y="157"/>
                  </a:cubicBezTo>
                  <a:cubicBezTo>
                    <a:pt x="179" y="157"/>
                    <a:pt x="92" y="155"/>
                    <a:pt x="6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92" y="4"/>
                    <a:pt x="177" y="6"/>
                    <a:pt x="263" y="6"/>
                  </a:cubicBezTo>
                  <a:cubicBezTo>
                    <a:pt x="305" y="4"/>
                    <a:pt x="347" y="4"/>
                    <a:pt x="391" y="4"/>
                  </a:cubicBezTo>
                  <a:cubicBezTo>
                    <a:pt x="517" y="2"/>
                    <a:pt x="517" y="2"/>
                    <a:pt x="517" y="2"/>
                  </a:cubicBezTo>
                  <a:cubicBezTo>
                    <a:pt x="582" y="2"/>
                    <a:pt x="582" y="2"/>
                    <a:pt x="582" y="2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710" y="0"/>
                    <a:pt x="710" y="0"/>
                    <a:pt x="710" y="0"/>
                  </a:cubicBezTo>
                  <a:cubicBezTo>
                    <a:pt x="774" y="2"/>
                    <a:pt x="774" y="2"/>
                    <a:pt x="774" y="2"/>
                  </a:cubicBezTo>
                  <a:cubicBezTo>
                    <a:pt x="902" y="2"/>
                    <a:pt x="902" y="2"/>
                    <a:pt x="902" y="2"/>
                  </a:cubicBezTo>
                  <a:cubicBezTo>
                    <a:pt x="1030" y="4"/>
                    <a:pt x="1030" y="4"/>
                    <a:pt x="1030" y="4"/>
                  </a:cubicBezTo>
                  <a:cubicBezTo>
                    <a:pt x="1034" y="4"/>
                    <a:pt x="1034" y="4"/>
                    <a:pt x="1034" y="4"/>
                  </a:cubicBezTo>
                  <a:cubicBezTo>
                    <a:pt x="1034" y="8"/>
                    <a:pt x="1034" y="8"/>
                    <a:pt x="1034" y="8"/>
                  </a:cubicBezTo>
                  <a:cubicBezTo>
                    <a:pt x="1032" y="33"/>
                    <a:pt x="1032" y="56"/>
                    <a:pt x="1032" y="79"/>
                  </a:cubicBezTo>
                  <a:lnTo>
                    <a:pt x="1030" y="14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191"/>
            <p:cNvSpPr/>
            <p:nvPr/>
          </p:nvSpPr>
          <p:spPr>
            <a:xfrm flipH="1" rot="5400000">
              <a:off x="355548" y="1552369"/>
              <a:ext cx="18656" cy="109937"/>
            </a:xfrm>
            <a:custGeom>
              <a:rect b="b" l="l" r="r" t="t"/>
              <a:pathLst>
                <a:path extrusionOk="0" h="143" w="31">
                  <a:moveTo>
                    <a:pt x="27" y="140"/>
                  </a:moveTo>
                  <a:lnTo>
                    <a:pt x="27" y="140"/>
                  </a:lnTo>
                  <a:cubicBezTo>
                    <a:pt x="25" y="128"/>
                    <a:pt x="25" y="115"/>
                    <a:pt x="25" y="105"/>
                  </a:cubicBezTo>
                  <a:cubicBezTo>
                    <a:pt x="23" y="92"/>
                    <a:pt x="23" y="82"/>
                    <a:pt x="23" y="71"/>
                  </a:cubicBezTo>
                  <a:cubicBezTo>
                    <a:pt x="23" y="59"/>
                    <a:pt x="25" y="48"/>
                    <a:pt x="25" y="37"/>
                  </a:cubicBezTo>
                  <a:cubicBezTo>
                    <a:pt x="25" y="27"/>
                    <a:pt x="27" y="14"/>
                    <a:pt x="25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6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27"/>
                    <a:pt x="8" y="48"/>
                    <a:pt x="8" y="71"/>
                  </a:cubicBezTo>
                  <a:cubicBezTo>
                    <a:pt x="8" y="84"/>
                    <a:pt x="8" y="94"/>
                    <a:pt x="8" y="107"/>
                  </a:cubicBezTo>
                  <a:cubicBezTo>
                    <a:pt x="8" y="117"/>
                    <a:pt x="6" y="130"/>
                    <a:pt x="6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" y="138"/>
                    <a:pt x="19" y="140"/>
                    <a:pt x="27" y="140"/>
                  </a:cubicBezTo>
                  <a:moveTo>
                    <a:pt x="27" y="140"/>
                  </a:moveTo>
                  <a:lnTo>
                    <a:pt x="27" y="140"/>
                  </a:lnTo>
                  <a:cubicBezTo>
                    <a:pt x="19" y="143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0"/>
                    <a:pt x="0" y="117"/>
                    <a:pt x="0" y="107"/>
                  </a:cubicBezTo>
                  <a:cubicBezTo>
                    <a:pt x="0" y="94"/>
                    <a:pt x="0" y="84"/>
                    <a:pt x="0" y="71"/>
                  </a:cubicBezTo>
                  <a:cubicBezTo>
                    <a:pt x="0" y="48"/>
                    <a:pt x="0" y="27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2" y="2"/>
                    <a:pt x="21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14"/>
                    <a:pt x="29" y="27"/>
                    <a:pt x="29" y="37"/>
                  </a:cubicBezTo>
                  <a:cubicBezTo>
                    <a:pt x="29" y="50"/>
                    <a:pt x="31" y="63"/>
                    <a:pt x="31" y="73"/>
                  </a:cubicBezTo>
                  <a:cubicBezTo>
                    <a:pt x="29" y="86"/>
                    <a:pt x="29" y="96"/>
                    <a:pt x="29" y="109"/>
                  </a:cubicBezTo>
                  <a:cubicBezTo>
                    <a:pt x="29" y="120"/>
                    <a:pt x="27" y="130"/>
                    <a:pt x="27" y="14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191"/>
            <p:cNvSpPr/>
            <p:nvPr/>
          </p:nvSpPr>
          <p:spPr>
            <a:xfrm flipH="1" rot="5400000">
              <a:off x="351236" y="1074234"/>
              <a:ext cx="18054" cy="109937"/>
            </a:xfrm>
            <a:custGeom>
              <a:rect b="b" l="l" r="r" t="t"/>
              <a:pathLst>
                <a:path extrusionOk="0" h="143" w="30">
                  <a:moveTo>
                    <a:pt x="25" y="141"/>
                  </a:moveTo>
                  <a:lnTo>
                    <a:pt x="25" y="141"/>
                  </a:lnTo>
                  <a:cubicBezTo>
                    <a:pt x="25" y="128"/>
                    <a:pt x="25" y="116"/>
                    <a:pt x="25" y="105"/>
                  </a:cubicBezTo>
                  <a:cubicBezTo>
                    <a:pt x="23" y="93"/>
                    <a:pt x="23" y="82"/>
                    <a:pt x="23" y="69"/>
                  </a:cubicBezTo>
                  <a:cubicBezTo>
                    <a:pt x="23" y="59"/>
                    <a:pt x="25" y="48"/>
                    <a:pt x="25" y="38"/>
                  </a:cubicBezTo>
                  <a:cubicBezTo>
                    <a:pt x="25" y="25"/>
                    <a:pt x="25" y="15"/>
                    <a:pt x="25" y="2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12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8" y="48"/>
                    <a:pt x="8" y="71"/>
                  </a:cubicBezTo>
                  <a:cubicBezTo>
                    <a:pt x="8" y="84"/>
                    <a:pt x="8" y="95"/>
                    <a:pt x="8" y="105"/>
                  </a:cubicBezTo>
                  <a:cubicBezTo>
                    <a:pt x="8" y="118"/>
                    <a:pt x="6" y="128"/>
                    <a:pt x="6" y="141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0" y="139"/>
                    <a:pt x="19" y="139"/>
                    <a:pt x="25" y="141"/>
                  </a:cubicBezTo>
                  <a:moveTo>
                    <a:pt x="27" y="141"/>
                  </a:moveTo>
                  <a:lnTo>
                    <a:pt x="27" y="141"/>
                  </a:lnTo>
                  <a:cubicBezTo>
                    <a:pt x="19" y="141"/>
                    <a:pt x="12" y="143"/>
                    <a:pt x="4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28"/>
                    <a:pt x="0" y="118"/>
                    <a:pt x="0" y="105"/>
                  </a:cubicBezTo>
                  <a:cubicBezTo>
                    <a:pt x="0" y="95"/>
                    <a:pt x="0" y="84"/>
                    <a:pt x="0" y="71"/>
                  </a:cubicBezTo>
                  <a:cubicBezTo>
                    <a:pt x="0" y="48"/>
                    <a:pt x="0" y="25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0"/>
                    <a:pt x="19" y="2"/>
                    <a:pt x="27" y="2"/>
                  </a:cubicBezTo>
                  <a:cubicBezTo>
                    <a:pt x="29" y="2"/>
                    <a:pt x="29" y="2"/>
                    <a:pt x="29" y="2"/>
                  </a:cubicBezTo>
                  <a:lnTo>
                    <a:pt x="29" y="2"/>
                  </a:lnTo>
                  <a:cubicBezTo>
                    <a:pt x="27" y="15"/>
                    <a:pt x="29" y="25"/>
                    <a:pt x="29" y="38"/>
                  </a:cubicBezTo>
                  <a:cubicBezTo>
                    <a:pt x="29" y="50"/>
                    <a:pt x="31" y="61"/>
                    <a:pt x="29" y="74"/>
                  </a:cubicBezTo>
                  <a:cubicBezTo>
                    <a:pt x="29" y="84"/>
                    <a:pt x="29" y="97"/>
                    <a:pt x="29" y="107"/>
                  </a:cubicBezTo>
                  <a:cubicBezTo>
                    <a:pt x="29" y="120"/>
                    <a:pt x="27" y="130"/>
                    <a:pt x="27" y="14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191"/>
            <p:cNvSpPr/>
            <p:nvPr/>
          </p:nvSpPr>
          <p:spPr>
            <a:xfrm flipH="1" rot="5400000">
              <a:off x="117702" y="1177087"/>
              <a:ext cx="800347" cy="214499"/>
            </a:xfrm>
            <a:custGeom>
              <a:rect b="b" l="l" r="r" t="t"/>
              <a:pathLst>
                <a:path extrusionOk="0" h="279" w="1041">
                  <a:moveTo>
                    <a:pt x="1037" y="8"/>
                  </a:moveTo>
                  <a:lnTo>
                    <a:pt x="1037" y="8"/>
                  </a:lnTo>
                  <a:cubicBezTo>
                    <a:pt x="1039" y="138"/>
                    <a:pt x="1039" y="138"/>
                    <a:pt x="1039" y="138"/>
                  </a:cubicBezTo>
                  <a:cubicBezTo>
                    <a:pt x="1041" y="271"/>
                    <a:pt x="1041" y="271"/>
                    <a:pt x="1041" y="271"/>
                  </a:cubicBezTo>
                  <a:cubicBezTo>
                    <a:pt x="1041" y="277"/>
                    <a:pt x="1041" y="277"/>
                    <a:pt x="1041" y="277"/>
                  </a:cubicBezTo>
                  <a:cubicBezTo>
                    <a:pt x="1034" y="277"/>
                    <a:pt x="1034" y="277"/>
                    <a:pt x="1034" y="277"/>
                  </a:cubicBezTo>
                  <a:cubicBezTo>
                    <a:pt x="950" y="277"/>
                    <a:pt x="864" y="277"/>
                    <a:pt x="778" y="279"/>
                  </a:cubicBezTo>
                  <a:cubicBezTo>
                    <a:pt x="650" y="277"/>
                    <a:pt x="650" y="277"/>
                    <a:pt x="650" y="277"/>
                  </a:cubicBezTo>
                  <a:cubicBezTo>
                    <a:pt x="521" y="275"/>
                    <a:pt x="521" y="275"/>
                    <a:pt x="521" y="275"/>
                  </a:cubicBezTo>
                  <a:cubicBezTo>
                    <a:pt x="393" y="275"/>
                    <a:pt x="393" y="275"/>
                    <a:pt x="393" y="275"/>
                  </a:cubicBezTo>
                  <a:cubicBezTo>
                    <a:pt x="265" y="273"/>
                    <a:pt x="265" y="273"/>
                    <a:pt x="265" y="273"/>
                  </a:cubicBezTo>
                  <a:cubicBezTo>
                    <a:pt x="137" y="275"/>
                    <a:pt x="137" y="275"/>
                    <a:pt x="137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782" y="4"/>
                    <a:pt x="782" y="4"/>
                    <a:pt x="782" y="4"/>
                  </a:cubicBezTo>
                  <a:lnTo>
                    <a:pt x="1037" y="8"/>
                  </a:lnTo>
                  <a:moveTo>
                    <a:pt x="1034" y="8"/>
                  </a:moveTo>
                  <a:lnTo>
                    <a:pt x="1034" y="8"/>
                  </a:lnTo>
                  <a:cubicBezTo>
                    <a:pt x="776" y="12"/>
                    <a:pt x="776" y="12"/>
                    <a:pt x="776" y="12"/>
                  </a:cubicBezTo>
                  <a:cubicBezTo>
                    <a:pt x="517" y="16"/>
                    <a:pt x="517" y="16"/>
                    <a:pt x="517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271"/>
                    <a:pt x="13" y="271"/>
                    <a:pt x="13" y="271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137" y="269"/>
                    <a:pt x="137" y="269"/>
                    <a:pt x="137" y="269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393" y="267"/>
                    <a:pt x="393" y="267"/>
                    <a:pt x="393" y="267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0" y="265"/>
                    <a:pt x="650" y="265"/>
                    <a:pt x="650" y="265"/>
                  </a:cubicBezTo>
                  <a:cubicBezTo>
                    <a:pt x="778" y="262"/>
                    <a:pt x="778" y="262"/>
                    <a:pt x="778" y="262"/>
                  </a:cubicBezTo>
                  <a:cubicBezTo>
                    <a:pt x="864" y="265"/>
                    <a:pt x="950" y="265"/>
                    <a:pt x="1034" y="265"/>
                  </a:cubicBezTo>
                  <a:cubicBezTo>
                    <a:pt x="1030" y="271"/>
                    <a:pt x="1030" y="271"/>
                    <a:pt x="1030" y="271"/>
                  </a:cubicBezTo>
                  <a:cubicBezTo>
                    <a:pt x="1032" y="140"/>
                    <a:pt x="1032" y="140"/>
                    <a:pt x="1032" y="140"/>
                  </a:cubicBezTo>
                  <a:lnTo>
                    <a:pt x="1034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191"/>
            <p:cNvSpPr/>
            <p:nvPr/>
          </p:nvSpPr>
          <p:spPr>
            <a:xfrm flipH="1" rot="5400000">
              <a:off x="445222" y="959508"/>
              <a:ext cx="145308" cy="117628"/>
            </a:xfrm>
            <a:custGeom>
              <a:rect b="b" l="l" r="r" t="t"/>
              <a:pathLst>
                <a:path extrusionOk="0" h="153" w="189">
                  <a:moveTo>
                    <a:pt x="185" y="4"/>
                  </a:moveTo>
                  <a:lnTo>
                    <a:pt x="185" y="4"/>
                  </a:lnTo>
                  <a:cubicBezTo>
                    <a:pt x="187" y="27"/>
                    <a:pt x="187" y="50"/>
                    <a:pt x="187" y="75"/>
                  </a:cubicBezTo>
                  <a:cubicBezTo>
                    <a:pt x="187" y="101"/>
                    <a:pt x="189" y="124"/>
                    <a:pt x="189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55" y="153"/>
                    <a:pt x="124" y="151"/>
                    <a:pt x="94" y="151"/>
                  </a:cubicBezTo>
                  <a:cubicBezTo>
                    <a:pt x="65" y="151"/>
                    <a:pt x="35" y="151"/>
                    <a:pt x="4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26"/>
                    <a:pt x="2" y="101"/>
                    <a:pt x="0" y="77"/>
                  </a:cubicBezTo>
                  <a:cubicBezTo>
                    <a:pt x="0" y="52"/>
                    <a:pt x="0" y="2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5" y="0"/>
                    <a:pt x="65" y="0"/>
                    <a:pt x="96" y="0"/>
                  </a:cubicBezTo>
                  <a:cubicBezTo>
                    <a:pt x="141" y="2"/>
                    <a:pt x="141" y="2"/>
                    <a:pt x="141" y="2"/>
                  </a:cubicBezTo>
                  <a:lnTo>
                    <a:pt x="185" y="4"/>
                  </a:lnTo>
                  <a:moveTo>
                    <a:pt x="185" y="4"/>
                  </a:moveTo>
                  <a:lnTo>
                    <a:pt x="185" y="4"/>
                  </a:lnTo>
                  <a:cubicBezTo>
                    <a:pt x="138" y="6"/>
                    <a:pt x="138" y="6"/>
                    <a:pt x="138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7"/>
                    <a:pt x="8" y="52"/>
                    <a:pt x="8" y="77"/>
                  </a:cubicBezTo>
                  <a:cubicBezTo>
                    <a:pt x="8" y="101"/>
                    <a:pt x="8" y="126"/>
                    <a:pt x="6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35" y="149"/>
                    <a:pt x="65" y="149"/>
                    <a:pt x="94" y="147"/>
                  </a:cubicBezTo>
                  <a:cubicBezTo>
                    <a:pt x="124" y="147"/>
                    <a:pt x="155" y="147"/>
                    <a:pt x="185" y="14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1" y="126"/>
                    <a:pt x="181" y="103"/>
                    <a:pt x="183" y="77"/>
                  </a:cubicBezTo>
                  <a:cubicBezTo>
                    <a:pt x="183" y="54"/>
                    <a:pt x="183" y="29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075" lIns="90000" spcFirstLastPara="1" rIns="90000" wrap="square" tIns="10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191"/>
            <p:cNvSpPr/>
            <p:nvPr/>
          </p:nvSpPr>
          <p:spPr>
            <a:xfrm flipH="1" rot="5400000">
              <a:off x="503268" y="1473469"/>
              <a:ext cx="29215" cy="205273"/>
            </a:xfrm>
            <a:custGeom>
              <a:rect b="b" l="l" r="r" t="t"/>
              <a:pathLst>
                <a:path extrusionOk="0" h="267" w="38">
                  <a:moveTo>
                    <a:pt x="36" y="2"/>
                  </a:moveTo>
                  <a:lnTo>
                    <a:pt x="36" y="2"/>
                  </a:lnTo>
                  <a:cubicBezTo>
                    <a:pt x="36" y="23"/>
                    <a:pt x="36" y="44"/>
                    <a:pt x="38" y="65"/>
                  </a:cubicBezTo>
                  <a:cubicBezTo>
                    <a:pt x="38" y="88"/>
                    <a:pt x="38" y="109"/>
                    <a:pt x="38" y="132"/>
                  </a:cubicBezTo>
                  <a:cubicBezTo>
                    <a:pt x="38" y="153"/>
                    <a:pt x="38" y="176"/>
                    <a:pt x="36" y="200"/>
                  </a:cubicBezTo>
                  <a:cubicBezTo>
                    <a:pt x="36" y="221"/>
                    <a:pt x="36" y="244"/>
                    <a:pt x="36" y="265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44"/>
                    <a:pt x="2" y="221"/>
                    <a:pt x="0" y="200"/>
                  </a:cubicBezTo>
                  <a:cubicBezTo>
                    <a:pt x="0" y="176"/>
                    <a:pt x="0" y="155"/>
                    <a:pt x="0" y="134"/>
                  </a:cubicBezTo>
                  <a:cubicBezTo>
                    <a:pt x="0" y="111"/>
                    <a:pt x="0" y="90"/>
                    <a:pt x="2" y="67"/>
                  </a:cubicBezTo>
                  <a:cubicBezTo>
                    <a:pt x="2" y="46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6" y="2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3"/>
                    <a:pt x="8" y="46"/>
                    <a:pt x="8" y="67"/>
                  </a:cubicBezTo>
                  <a:cubicBezTo>
                    <a:pt x="8" y="90"/>
                    <a:pt x="8" y="111"/>
                    <a:pt x="8" y="134"/>
                  </a:cubicBezTo>
                  <a:cubicBezTo>
                    <a:pt x="8" y="155"/>
                    <a:pt x="8" y="176"/>
                    <a:pt x="8" y="200"/>
                  </a:cubicBezTo>
                  <a:cubicBezTo>
                    <a:pt x="8" y="221"/>
                    <a:pt x="8" y="244"/>
                    <a:pt x="6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44"/>
                    <a:pt x="34" y="221"/>
                    <a:pt x="34" y="200"/>
                  </a:cubicBezTo>
                  <a:cubicBezTo>
                    <a:pt x="31" y="179"/>
                    <a:pt x="31" y="158"/>
                    <a:pt x="31" y="134"/>
                  </a:cubicBezTo>
                  <a:cubicBezTo>
                    <a:pt x="31" y="113"/>
                    <a:pt x="31" y="92"/>
                    <a:pt x="31" y="69"/>
                  </a:cubicBezTo>
                  <a:cubicBezTo>
                    <a:pt x="31" y="48"/>
                    <a:pt x="34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191"/>
            <p:cNvSpPr/>
            <p:nvPr/>
          </p:nvSpPr>
          <p:spPr>
            <a:xfrm flipH="1" rot="5400000">
              <a:off x="413702" y="1573030"/>
              <a:ext cx="27678" cy="1538"/>
            </a:xfrm>
            <a:custGeom>
              <a:rect b="b" l="l" r="r" t="t"/>
              <a:pathLst>
                <a:path extrusionOk="0" fill="none" h="2" w="3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3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191"/>
            <p:cNvSpPr/>
            <p:nvPr/>
          </p:nvSpPr>
          <p:spPr>
            <a:xfrm rot="-5400000">
              <a:off x="552472" y="1576490"/>
              <a:ext cx="19221" cy="0"/>
            </a:xfrm>
            <a:custGeom>
              <a:rect b="b" l="l" r="r" t="t"/>
              <a:pathLst>
                <a:path extrusionOk="0" fill="none" h="120000" w="25">
                  <a:moveTo>
                    <a:pt x="0" y="0"/>
                  </a:moveTo>
                  <a:lnTo>
                    <a:pt x="0" y="0"/>
                  </a:lnTo>
                  <a:cubicBezTo>
                    <a:pt x="9" y="0"/>
                    <a:pt x="17" y="0"/>
                    <a:pt x="2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191"/>
            <p:cNvSpPr/>
            <p:nvPr/>
          </p:nvSpPr>
          <p:spPr>
            <a:xfrm flipH="1" rot="5400000">
              <a:off x="376413" y="1223599"/>
              <a:ext cx="143770" cy="1538"/>
            </a:xfrm>
            <a:custGeom>
              <a:rect b="b" l="l" r="r" t="t"/>
              <a:pathLst>
                <a:path extrusionOk="0" h="2" w="187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63" y="0"/>
                    <a:pt x="92" y="0"/>
                  </a:cubicBezTo>
                  <a:cubicBezTo>
                    <a:pt x="124" y="0"/>
                    <a:pt x="155" y="0"/>
                    <a:pt x="187" y="0"/>
                  </a:cubicBezTo>
                  <a:cubicBezTo>
                    <a:pt x="155" y="2"/>
                    <a:pt x="124" y="2"/>
                    <a:pt x="92" y="2"/>
                  </a:cubicBezTo>
                  <a:cubicBezTo>
                    <a:pt x="63" y="2"/>
                    <a:pt x="31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191"/>
            <p:cNvSpPr/>
            <p:nvPr/>
          </p:nvSpPr>
          <p:spPr>
            <a:xfrm flipH="1" rot="5400000">
              <a:off x="443301" y="1135952"/>
              <a:ext cx="9995" cy="1538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3" y="0"/>
                    <a:pt x="5" y="0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191"/>
            <p:cNvSpPr/>
            <p:nvPr/>
          </p:nvSpPr>
          <p:spPr>
            <a:xfrm flipH="1" rot="5400000">
              <a:off x="472515" y="1644147"/>
              <a:ext cx="59200" cy="1538"/>
            </a:xfrm>
            <a:custGeom>
              <a:rect b="b" l="l" r="r" t="t"/>
              <a:pathLst>
                <a:path extrusionOk="0" h="2" w="77">
                  <a:moveTo>
                    <a:pt x="0" y="2"/>
                  </a:moveTo>
                  <a:lnTo>
                    <a:pt x="0" y="2"/>
                  </a:lnTo>
                  <a:cubicBezTo>
                    <a:pt x="12" y="0"/>
                    <a:pt x="25" y="0"/>
                    <a:pt x="37" y="0"/>
                  </a:cubicBezTo>
                  <a:cubicBezTo>
                    <a:pt x="50" y="0"/>
                    <a:pt x="65" y="0"/>
                    <a:pt x="77" y="2"/>
                  </a:cubicBezTo>
                  <a:cubicBezTo>
                    <a:pt x="65" y="2"/>
                    <a:pt x="50" y="2"/>
                    <a:pt x="37" y="2"/>
                  </a:cubicBezTo>
                  <a:cubicBezTo>
                    <a:pt x="25" y="2"/>
                    <a:pt x="1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191"/>
            <p:cNvSpPr/>
            <p:nvPr/>
          </p:nvSpPr>
          <p:spPr>
            <a:xfrm flipH="1" rot="5400000">
              <a:off x="497118" y="1659523"/>
              <a:ext cx="25371" cy="1538"/>
            </a:xfrm>
            <a:custGeom>
              <a:rect b="b" l="l" r="r" t="t"/>
              <a:pathLst>
                <a:path extrusionOk="0" h="2" w="33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2" y="0"/>
                    <a:pt x="17" y="0"/>
                  </a:cubicBezTo>
                  <a:cubicBezTo>
                    <a:pt x="23" y="0"/>
                    <a:pt x="27" y="0"/>
                    <a:pt x="33" y="0"/>
                  </a:cubicBezTo>
                  <a:cubicBezTo>
                    <a:pt x="27" y="2"/>
                    <a:pt x="23" y="2"/>
                    <a:pt x="17" y="2"/>
                  </a:cubicBezTo>
                  <a:cubicBezTo>
                    <a:pt x="12" y="2"/>
                    <a:pt x="6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61" name="Google Shape;6261;p19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</a:t>
            </a:r>
            <a:endParaRPr/>
          </a:p>
        </p:txBody>
      </p:sp>
      <p:grpSp>
        <p:nvGrpSpPr>
          <p:cNvPr id="6262" name="Google Shape;6262;p191"/>
          <p:cNvGrpSpPr/>
          <p:nvPr/>
        </p:nvGrpSpPr>
        <p:grpSpPr>
          <a:xfrm>
            <a:off x="1210705" y="1133475"/>
            <a:ext cx="2963644" cy="3257700"/>
            <a:chOff x="1059675" y="-104775"/>
            <a:chExt cx="2495700" cy="3257700"/>
          </a:xfrm>
        </p:grpSpPr>
        <p:pic>
          <p:nvPicPr>
            <p:cNvPr id="6263" name="Google Shape;6263;p19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059675" y="-104775"/>
              <a:ext cx="2495700" cy="3257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64" name="Google Shape;6264;p191"/>
            <p:cNvSpPr/>
            <p:nvPr/>
          </p:nvSpPr>
          <p:spPr>
            <a:xfrm>
              <a:off x="1221600" y="57150"/>
              <a:ext cx="514500" cy="400200"/>
            </a:xfrm>
            <a:prstGeom prst="roundRect">
              <a:avLst>
                <a:gd fmla="val 14284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191"/>
            <p:cNvSpPr txBox="1"/>
            <p:nvPr/>
          </p:nvSpPr>
          <p:spPr>
            <a:xfrm>
              <a:off x="1221600" y="57150"/>
              <a:ext cx="514500" cy="4002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i="0" lang="en" sz="20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03</a:t>
              </a:r>
              <a:endParaRPr b="1" i="0" sz="2000">
                <a:solidFill>
                  <a:srgbClr val="E2D9C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66" name="Google Shape;6266;p191"/>
            <p:cNvSpPr txBox="1"/>
            <p:nvPr/>
          </p:nvSpPr>
          <p:spPr>
            <a:xfrm>
              <a:off x="1831200" y="57150"/>
              <a:ext cx="1562100" cy="4002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i="0" lang="en" sz="18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Institutions</a:t>
              </a:r>
              <a:endParaRPr b="1" i="0" sz="1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67" name="Google Shape;6267;p191"/>
            <p:cNvSpPr txBox="1"/>
            <p:nvPr/>
          </p:nvSpPr>
          <p:spPr>
            <a:xfrm>
              <a:off x="1221600" y="552450"/>
              <a:ext cx="2171700" cy="4572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0" i="0" lang="en" sz="1100">
                  <a:solidFill>
                    <a:srgbClr val="2A292A"/>
                  </a:solidFill>
                  <a:latin typeface="Albert Sans SemiBold"/>
                  <a:ea typeface="Albert Sans SemiBold"/>
                  <a:cs typeface="Albert Sans SemiBold"/>
                  <a:sym typeface="Albert Sans SemiBold"/>
                </a:rPr>
                <a:t>General University Informations:</a:t>
              </a:r>
              <a:endParaRPr b="0" i="0" sz="1100">
                <a:solidFill>
                  <a:srgbClr val="2A292A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endParaRPr>
            </a:p>
          </p:txBody>
        </p:sp>
        <p:pic>
          <p:nvPicPr>
            <p:cNvPr id="6268" name="Google Shape;6268;p191"/>
            <p:cNvPicPr preferRelativeResize="0"/>
            <p:nvPr/>
          </p:nvPicPr>
          <p:blipFill rotWithShape="1">
            <a:blip r:embed="rId5">
              <a:alphaModFix/>
            </a:blip>
            <a:srcRect b="0" l="397" r="387" t="0"/>
            <a:stretch/>
          </p:blipFill>
          <p:spPr>
            <a:xfrm>
              <a:off x="1221600" y="1042988"/>
              <a:ext cx="2171700" cy="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69" name="Google Shape;6269;p191"/>
            <p:cNvSpPr txBox="1"/>
            <p:nvPr/>
          </p:nvSpPr>
          <p:spPr>
            <a:xfrm>
              <a:off x="1221600" y="1162050"/>
              <a:ext cx="2171700" cy="18096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t" bIns="0" lIns="152400" spcFirstLastPara="1" rIns="0" wrap="square" tIns="0">
              <a:noAutofit/>
            </a:bodyPr>
            <a:lstStyle/>
            <a:p>
              <a:pPr indent="-304800" lvl="0" marL="457200" rtl="0" algn="l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b="0" i="0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Location and Name</a:t>
              </a:r>
              <a:endParaRPr b="0" i="0"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b="0" i="0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Admission Information</a:t>
              </a:r>
              <a:endParaRPr b="0" i="0"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b="0" i="0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Tuition Prices</a:t>
              </a:r>
              <a:endParaRPr b="0" i="0"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4800" lvl="0" marL="457200" rtl="0" algn="l">
                <a:lnSpc>
                  <a:spcPct val="2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2A292A"/>
                </a:buClr>
                <a:buSzPts val="1200"/>
                <a:buFont typeface="Albert Sans"/>
                <a:buChar char="●"/>
              </a:pPr>
              <a:r>
                <a:rPr b="0" i="0" lang="en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Majors</a:t>
              </a:r>
              <a:endParaRPr b="0" i="0" sz="1200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grpSp>
        <p:nvGrpSpPr>
          <p:cNvPr id="6270" name="Google Shape;6270;p191"/>
          <p:cNvGrpSpPr/>
          <p:nvPr/>
        </p:nvGrpSpPr>
        <p:grpSpPr>
          <a:xfrm>
            <a:off x="4557350" y="1133475"/>
            <a:ext cx="3314040" cy="3257700"/>
            <a:chOff x="-9525" y="-9525"/>
            <a:chExt cx="2495700" cy="3257700"/>
          </a:xfrm>
        </p:grpSpPr>
        <p:pic>
          <p:nvPicPr>
            <p:cNvPr id="6271" name="Google Shape;6271;p19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-9525" y="-9525"/>
              <a:ext cx="2495700" cy="3257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72" name="Google Shape;6272;p191"/>
            <p:cNvSpPr/>
            <p:nvPr/>
          </p:nvSpPr>
          <p:spPr>
            <a:xfrm>
              <a:off x="152400" y="152400"/>
              <a:ext cx="514500" cy="400200"/>
            </a:xfrm>
            <a:prstGeom prst="roundRect">
              <a:avLst>
                <a:gd fmla="val 14284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191"/>
            <p:cNvSpPr txBox="1"/>
            <p:nvPr/>
          </p:nvSpPr>
          <p:spPr>
            <a:xfrm>
              <a:off x="152400" y="152400"/>
              <a:ext cx="514500" cy="4002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i="0" lang="en" sz="20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04</a:t>
              </a:r>
              <a:endParaRPr b="1" i="0" sz="2000">
                <a:solidFill>
                  <a:srgbClr val="E2D9C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74" name="Google Shape;6274;p191"/>
            <p:cNvSpPr txBox="1"/>
            <p:nvPr/>
          </p:nvSpPr>
          <p:spPr>
            <a:xfrm>
              <a:off x="762000" y="152400"/>
              <a:ext cx="1562100" cy="4002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i="0" lang="en" sz="18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AI Tools</a:t>
              </a:r>
              <a:endParaRPr b="1" i="0" sz="1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6275" name="Google Shape;6275;p191"/>
            <p:cNvSpPr txBox="1"/>
            <p:nvPr/>
          </p:nvSpPr>
          <p:spPr>
            <a:xfrm>
              <a:off x="152400" y="647700"/>
              <a:ext cx="2171700" cy="4572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0" i="0" lang="en" sz="1100">
                  <a:solidFill>
                    <a:srgbClr val="2A292A"/>
                  </a:solidFill>
                  <a:latin typeface="Albert Sans SemiBold"/>
                  <a:ea typeface="Albert Sans SemiBold"/>
                  <a:cs typeface="Albert Sans SemiBold"/>
                  <a:sym typeface="Albert Sans SemiBold"/>
                </a:rPr>
                <a:t>General AI Information:</a:t>
              </a:r>
              <a:endParaRPr b="0" i="0" sz="1100">
                <a:solidFill>
                  <a:srgbClr val="2A292A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endParaRPr>
            </a:p>
          </p:txBody>
        </p:sp>
        <p:pic>
          <p:nvPicPr>
            <p:cNvPr id="6276" name="Google Shape;6276;p191"/>
            <p:cNvPicPr preferRelativeResize="0"/>
            <p:nvPr/>
          </p:nvPicPr>
          <p:blipFill rotWithShape="1">
            <a:blip r:embed="rId5">
              <a:alphaModFix/>
            </a:blip>
            <a:srcRect b="0" l="397" r="387" t="0"/>
            <a:stretch/>
          </p:blipFill>
          <p:spPr>
            <a:xfrm>
              <a:off x="152400" y="1138238"/>
              <a:ext cx="2171700" cy="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77" name="Google Shape;6277;p191"/>
            <p:cNvSpPr txBox="1"/>
            <p:nvPr/>
          </p:nvSpPr>
          <p:spPr>
            <a:xfrm>
              <a:off x="-9525" y="1257300"/>
              <a:ext cx="2395500" cy="18096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t" bIns="0" lIns="152400" spcFirstLastPara="1" rIns="0" wrap="square" tIns="0">
              <a:noAutofit/>
            </a:bodyPr>
            <a:lstStyle/>
            <a:p>
              <a:pPr indent="-309721" lvl="0" marL="457200" rtl="0" algn="l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292A"/>
                </a:buClr>
                <a:buSzPts val="1278"/>
                <a:buFont typeface="Albert Sans"/>
                <a:buChar char="●"/>
              </a:pPr>
              <a:r>
                <a:rPr b="0" i="0" lang="en" sz="1278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AI Adoption by Occupation</a:t>
              </a:r>
              <a:endParaRPr b="0" i="0" sz="1278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9721" lvl="0" marL="457200" rtl="0" algn="l">
                <a:lnSpc>
                  <a:spcPct val="20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2A292A"/>
                </a:buClr>
                <a:buSzPts val="1278"/>
                <a:buFont typeface="Albert Sans"/>
                <a:buChar char="●"/>
              </a:pPr>
              <a:r>
                <a:rPr b="0" i="0" lang="en" sz="1278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Daily Tool Usage</a:t>
              </a:r>
              <a:endParaRPr b="0" i="0" sz="1278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9721" lvl="0" marL="457200" rtl="0" algn="l">
                <a:lnSpc>
                  <a:spcPct val="20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2A292A"/>
                </a:buClr>
                <a:buSzPts val="1278"/>
                <a:buFont typeface="Albert Sans"/>
                <a:buChar char="●"/>
              </a:pPr>
              <a:r>
                <a:rPr b="0" i="0" lang="en" sz="1278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Career Path Exposure Percentage</a:t>
              </a:r>
              <a:endParaRPr b="0" i="0" sz="1278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-309721" lvl="0" marL="457200" rtl="0" algn="l">
                <a:lnSpc>
                  <a:spcPct val="20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2A292A"/>
                </a:buClr>
                <a:buSzPts val="1278"/>
                <a:buFont typeface="Albert Sans"/>
                <a:buChar char="●"/>
              </a:pPr>
              <a:r>
                <a:rPr b="0" i="0" lang="en" sz="1278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Technical Skill Requirements</a:t>
              </a:r>
              <a:endParaRPr b="0" i="0" sz="1278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81" name="Shape 6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82" name="Google Shape;6282;p192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6283" name="Google Shape;6283;p192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284" name="Google Shape;6284;p192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192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192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192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88" name="Google Shape;6288;p192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6289" name="Google Shape;6289;p192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192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192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192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192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192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192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192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192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192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192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192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192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192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192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192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192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192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192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192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192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192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192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192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192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192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192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192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192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192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192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192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192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192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192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192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192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192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192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192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192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192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192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192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192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192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192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192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192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192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192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192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192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192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192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192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192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192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192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192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192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192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192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192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192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192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192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192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192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192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192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192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192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192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192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192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192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192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192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192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192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192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192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192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192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192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192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192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192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192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192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192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192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192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192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192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192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192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192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192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192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192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192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192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192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192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192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192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192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192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192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192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192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92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92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92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92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92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92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92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92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92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92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92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92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92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92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92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92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92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92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92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92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92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92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92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92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92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92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92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92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92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92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92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92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92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92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92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92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92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92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92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92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92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92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92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92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46" name="Google Shape;6446;p19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DataSet Challenges</a:t>
            </a:r>
            <a:endParaRPr/>
          </a:p>
        </p:txBody>
      </p:sp>
      <p:grpSp>
        <p:nvGrpSpPr>
          <p:cNvPr id="6447" name="Google Shape;6447;p192"/>
          <p:cNvGrpSpPr/>
          <p:nvPr/>
        </p:nvGrpSpPr>
        <p:grpSpPr>
          <a:xfrm>
            <a:off x="704850" y="1323975"/>
            <a:ext cx="7734300" cy="2971800"/>
            <a:chOff x="704850" y="1323975"/>
            <a:chExt cx="7734300" cy="2971800"/>
          </a:xfrm>
        </p:grpSpPr>
        <p:grpSp>
          <p:nvGrpSpPr>
            <p:cNvPr id="6448" name="Google Shape;6448;p192"/>
            <p:cNvGrpSpPr/>
            <p:nvPr/>
          </p:nvGrpSpPr>
          <p:grpSpPr>
            <a:xfrm>
              <a:off x="704850" y="1323975"/>
              <a:ext cx="2400300" cy="2971800"/>
              <a:chOff x="-9525" y="-9525"/>
              <a:chExt cx="2400300" cy="2971800"/>
            </a:xfrm>
          </p:grpSpPr>
          <p:pic>
            <p:nvPicPr>
              <p:cNvPr id="6449" name="Google Shape;6449;p192"/>
              <p:cNvPicPr preferRelativeResize="0"/>
              <p:nvPr/>
            </p:nvPicPr>
            <p:blipFill rotWithShape="1">
              <a:blip r:embed="rId4">
                <a:alphaModFix/>
              </a:blip>
              <a:srcRect b="0" l="0" r="0" t="0"/>
              <a:stretch/>
            </p:blipFill>
            <p:spPr>
              <a:xfrm>
                <a:off x="-9525" y="-9525"/>
                <a:ext cx="2400300" cy="29718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450" name="Google Shape;6450;p192"/>
              <p:cNvSpPr/>
              <p:nvPr/>
            </p:nvSpPr>
            <p:spPr>
              <a:xfrm>
                <a:off x="152400" y="152400"/>
                <a:ext cx="457200" cy="362100"/>
              </a:xfrm>
              <a:prstGeom prst="roundRect">
                <a:avLst>
                  <a:gd fmla="val 15789" name="adj"/>
                </a:avLst>
              </a:prstGeom>
              <a:solidFill>
                <a:srgbClr val="2A292A"/>
              </a:solidFill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192"/>
              <p:cNvSpPr txBox="1"/>
              <p:nvPr/>
            </p:nvSpPr>
            <p:spPr>
              <a:xfrm>
                <a:off x="152400" y="152400"/>
                <a:ext cx="457200" cy="362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600">
                    <a:solidFill>
                      <a:srgbClr val="E2D9CA"/>
                    </a:solidFill>
                    <a:latin typeface="Josefin Sans"/>
                    <a:ea typeface="Josefin Sans"/>
                    <a:cs typeface="Josefin Sans"/>
                    <a:sym typeface="Josefin Sans"/>
                  </a:rPr>
                  <a:t>01</a:t>
                </a:r>
                <a:endParaRPr b="1" sz="16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endParaRPr>
              </a:p>
            </p:txBody>
          </p:sp>
          <p:sp>
            <p:nvSpPr>
              <p:cNvPr id="6452" name="Google Shape;6452;p192"/>
              <p:cNvSpPr txBox="1"/>
              <p:nvPr/>
            </p:nvSpPr>
            <p:spPr>
              <a:xfrm>
                <a:off x="704850" y="152400"/>
                <a:ext cx="1524000" cy="362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500">
                    <a:solidFill>
                      <a:srgbClr val="2A292A"/>
                    </a:solidFill>
                    <a:latin typeface="Josefin Sans"/>
                    <a:ea typeface="Josefin Sans"/>
                    <a:cs typeface="Josefin Sans"/>
                    <a:sym typeface="Josefin Sans"/>
                  </a:rPr>
                  <a:t>Formatting</a:t>
                </a:r>
                <a:endParaRPr b="1" sz="15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endParaRPr>
              </a:p>
            </p:txBody>
          </p:sp>
          <p:pic>
            <p:nvPicPr>
              <p:cNvPr id="6453" name="Google Shape;6453;p192"/>
              <p:cNvPicPr preferRelativeResize="0"/>
              <p:nvPr/>
            </p:nvPicPr>
            <p:blipFill rotWithShape="1">
              <a:blip r:embed="rId5">
                <a:alphaModFix/>
              </a:blip>
              <a:srcRect b="0" l="0" r="0" t="0"/>
              <a:stretch/>
            </p:blipFill>
            <p:spPr>
              <a:xfrm>
                <a:off x="152400" y="623888"/>
                <a:ext cx="2076600" cy="96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454" name="Google Shape;6454;p192"/>
              <p:cNvSpPr txBox="1"/>
              <p:nvPr/>
            </p:nvSpPr>
            <p:spPr>
              <a:xfrm>
                <a:off x="152400" y="742950"/>
                <a:ext cx="2076600" cy="20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2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Variable Names &amp; Format</a:t>
                </a:r>
                <a:endParaRPr b="1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  <a:p>
                <a:pPr indent="-298450" lvl="0" marL="457200" rtl="0" algn="l">
                  <a:lnSpc>
                    <a:spcPct val="100000"/>
                  </a:lnSpc>
                  <a:spcBef>
                    <a:spcPts val="800"/>
                  </a:spcBef>
                  <a:spcAft>
                    <a:spcPts val="0"/>
                  </a:spcAft>
                  <a:buClr>
                    <a:srgbClr val="2A292A"/>
                  </a:buClr>
                  <a:buSzPts val="1100"/>
                  <a:buFont typeface="Albert Sans"/>
                  <a:buChar char="●"/>
                </a:pPr>
                <a:r>
                  <a:rPr b="1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Inconsistent</a:t>
                </a:r>
                <a:r>
                  <a:rPr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 and Confusing Var Names.</a:t>
                </a:r>
                <a:br>
                  <a:rPr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</a:br>
                <a:br>
                  <a:rPr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</a:br>
                <a:endParaRPr b="0" sz="11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  <a:p>
                <a:pPr indent="-298450" lvl="0" marL="457200" rtl="0" algn="l">
                  <a:lnSpc>
                    <a:spcPct val="100000"/>
                  </a:lnSpc>
                  <a:spcBef>
                    <a:spcPts val="800"/>
                  </a:spcBef>
                  <a:spcAft>
                    <a:spcPts val="800"/>
                  </a:spcAft>
                  <a:buClr>
                    <a:srgbClr val="2A292A"/>
                  </a:buClr>
                  <a:buSzPts val="1100"/>
                  <a:buFont typeface="Albert Sans"/>
                  <a:buChar char="●"/>
                </a:pPr>
                <a:r>
                  <a:rPr b="1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Fix</a:t>
                </a:r>
                <a: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 wrong or weird variable </a:t>
                </a:r>
                <a:r>
                  <a:rPr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formatting</a:t>
                </a:r>
                <a:endParaRPr b="0" sz="11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</p:txBody>
          </p:sp>
        </p:grpSp>
        <p:grpSp>
          <p:nvGrpSpPr>
            <p:cNvPr id="6455" name="Google Shape;6455;p192"/>
            <p:cNvGrpSpPr/>
            <p:nvPr/>
          </p:nvGrpSpPr>
          <p:grpSpPr>
            <a:xfrm>
              <a:off x="3371850" y="1323975"/>
              <a:ext cx="2400300" cy="2971800"/>
              <a:chOff x="-9525" y="-9525"/>
              <a:chExt cx="2400300" cy="2971800"/>
            </a:xfrm>
          </p:grpSpPr>
          <p:pic>
            <p:nvPicPr>
              <p:cNvPr id="6456" name="Google Shape;6456;p192"/>
              <p:cNvPicPr preferRelativeResize="0"/>
              <p:nvPr/>
            </p:nvPicPr>
            <p:blipFill rotWithShape="1">
              <a:blip r:embed="rId4">
                <a:alphaModFix/>
              </a:blip>
              <a:srcRect b="0" l="0" r="0" t="0"/>
              <a:stretch/>
            </p:blipFill>
            <p:spPr>
              <a:xfrm>
                <a:off x="-9525" y="-9525"/>
                <a:ext cx="2400300" cy="29718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457" name="Google Shape;6457;p192"/>
              <p:cNvSpPr/>
              <p:nvPr/>
            </p:nvSpPr>
            <p:spPr>
              <a:xfrm>
                <a:off x="152400" y="152400"/>
                <a:ext cx="457200" cy="362100"/>
              </a:xfrm>
              <a:prstGeom prst="roundRect">
                <a:avLst>
                  <a:gd fmla="val 15789" name="adj"/>
                </a:avLst>
              </a:prstGeom>
              <a:solidFill>
                <a:srgbClr val="2A292A"/>
              </a:solidFill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8" name="Google Shape;6458;p192"/>
              <p:cNvSpPr txBox="1"/>
              <p:nvPr/>
            </p:nvSpPr>
            <p:spPr>
              <a:xfrm>
                <a:off x="152400" y="152400"/>
                <a:ext cx="457200" cy="362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600">
                    <a:solidFill>
                      <a:srgbClr val="E2D9CA"/>
                    </a:solidFill>
                    <a:latin typeface="Josefin Sans"/>
                    <a:ea typeface="Josefin Sans"/>
                    <a:cs typeface="Josefin Sans"/>
                    <a:sym typeface="Josefin Sans"/>
                  </a:rPr>
                  <a:t>02</a:t>
                </a:r>
                <a:endParaRPr b="1" sz="16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endParaRPr>
              </a:p>
            </p:txBody>
          </p:sp>
          <p:sp>
            <p:nvSpPr>
              <p:cNvPr id="6459" name="Google Shape;6459;p192"/>
              <p:cNvSpPr txBox="1"/>
              <p:nvPr/>
            </p:nvSpPr>
            <p:spPr>
              <a:xfrm>
                <a:off x="704850" y="152400"/>
                <a:ext cx="1524000" cy="362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500">
                    <a:solidFill>
                      <a:srgbClr val="2A292A"/>
                    </a:solidFill>
                    <a:latin typeface="Josefin Sans"/>
                    <a:ea typeface="Josefin Sans"/>
                    <a:cs typeface="Josefin Sans"/>
                    <a:sym typeface="Josefin Sans"/>
                  </a:rPr>
                  <a:t>Missing Data</a:t>
                </a:r>
                <a:endParaRPr b="1" sz="15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endParaRPr>
              </a:p>
            </p:txBody>
          </p:sp>
          <p:pic>
            <p:nvPicPr>
              <p:cNvPr id="6460" name="Google Shape;6460;p192"/>
              <p:cNvPicPr preferRelativeResize="0"/>
              <p:nvPr/>
            </p:nvPicPr>
            <p:blipFill rotWithShape="1">
              <a:blip r:embed="rId5">
                <a:alphaModFix/>
              </a:blip>
              <a:srcRect b="0" l="0" r="0" t="0"/>
              <a:stretch/>
            </p:blipFill>
            <p:spPr>
              <a:xfrm>
                <a:off x="152400" y="623888"/>
                <a:ext cx="2076600" cy="96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461" name="Google Shape;6461;p192"/>
              <p:cNvSpPr txBox="1"/>
              <p:nvPr/>
            </p:nvSpPr>
            <p:spPr>
              <a:xfrm>
                <a:off x="152400" y="742950"/>
                <a:ext cx="2076600" cy="20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2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Multiple NULL Values</a:t>
                </a:r>
                <a:endParaRPr b="1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  <a:p>
                <a:pPr indent="-298450" lvl="0" marL="457200" rtl="0" algn="l">
                  <a:spcBef>
                    <a:spcPts val="800"/>
                  </a:spcBef>
                  <a:spcAft>
                    <a:spcPts val="0"/>
                  </a:spcAft>
                  <a:buClr>
                    <a:srgbClr val="2A292A"/>
                  </a:buClr>
                  <a:buSzPts val="1100"/>
                  <a:buFont typeface="Albert Sans"/>
                  <a:buChar char="●"/>
                </a:pPr>
                <a:r>
                  <a:rPr b="1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Identify</a:t>
                </a:r>
                <a: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 </a:t>
                </a:r>
                <a:r>
                  <a:rPr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whether</a:t>
                </a:r>
                <a: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 NULL signifies </a:t>
                </a:r>
                <a:b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</a:br>
                <a:b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</a:br>
                <a:endParaRPr sz="11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  <a:p>
                <a:pPr indent="-298450" lvl="0" marL="457200" rtl="0" algn="l">
                  <a:spcBef>
                    <a:spcPts val="800"/>
                  </a:spcBef>
                  <a:spcAft>
                    <a:spcPts val="800"/>
                  </a:spcAft>
                  <a:buClr>
                    <a:srgbClr val="2A292A"/>
                  </a:buClr>
                  <a:buSzPts val="1100"/>
                  <a:buFont typeface="Albert Sans"/>
                  <a:buChar char="●"/>
                </a:pPr>
                <a:r>
                  <a:rPr b="1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Filter </a:t>
                </a:r>
                <a: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out NULL entries so they don't skew statistical equations.</a:t>
                </a:r>
                <a:endParaRPr b="0" sz="11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</p:txBody>
          </p:sp>
        </p:grpSp>
        <p:grpSp>
          <p:nvGrpSpPr>
            <p:cNvPr id="6462" name="Google Shape;6462;p192"/>
            <p:cNvGrpSpPr/>
            <p:nvPr/>
          </p:nvGrpSpPr>
          <p:grpSpPr>
            <a:xfrm>
              <a:off x="6038850" y="1323975"/>
              <a:ext cx="2400300" cy="2971800"/>
              <a:chOff x="-9525" y="-9525"/>
              <a:chExt cx="2400300" cy="2971800"/>
            </a:xfrm>
          </p:grpSpPr>
          <p:pic>
            <p:nvPicPr>
              <p:cNvPr id="6463" name="Google Shape;6463;p192"/>
              <p:cNvPicPr preferRelativeResize="0"/>
              <p:nvPr/>
            </p:nvPicPr>
            <p:blipFill rotWithShape="1">
              <a:blip r:embed="rId4">
                <a:alphaModFix/>
              </a:blip>
              <a:srcRect b="0" l="0" r="0" t="0"/>
              <a:stretch/>
            </p:blipFill>
            <p:spPr>
              <a:xfrm>
                <a:off x="-9525" y="-9525"/>
                <a:ext cx="2400300" cy="29718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464" name="Google Shape;6464;p192"/>
              <p:cNvSpPr/>
              <p:nvPr/>
            </p:nvSpPr>
            <p:spPr>
              <a:xfrm>
                <a:off x="152400" y="152400"/>
                <a:ext cx="457200" cy="362100"/>
              </a:xfrm>
              <a:prstGeom prst="roundRect">
                <a:avLst>
                  <a:gd fmla="val 15789" name="adj"/>
                </a:avLst>
              </a:prstGeom>
              <a:solidFill>
                <a:srgbClr val="2A292A"/>
              </a:solidFill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5" name="Google Shape;6465;p192"/>
              <p:cNvSpPr txBox="1"/>
              <p:nvPr/>
            </p:nvSpPr>
            <p:spPr>
              <a:xfrm>
                <a:off x="152400" y="152400"/>
                <a:ext cx="457200" cy="362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600">
                    <a:solidFill>
                      <a:srgbClr val="E2D9CA"/>
                    </a:solidFill>
                    <a:latin typeface="Josefin Sans"/>
                    <a:ea typeface="Josefin Sans"/>
                    <a:cs typeface="Josefin Sans"/>
                    <a:sym typeface="Josefin Sans"/>
                  </a:rPr>
                  <a:t>03</a:t>
                </a:r>
                <a:endParaRPr b="1" sz="16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endParaRPr>
              </a:p>
            </p:txBody>
          </p:sp>
          <p:sp>
            <p:nvSpPr>
              <p:cNvPr id="6466" name="Google Shape;6466;p192"/>
              <p:cNvSpPr txBox="1"/>
              <p:nvPr/>
            </p:nvSpPr>
            <p:spPr>
              <a:xfrm>
                <a:off x="704850" y="152400"/>
                <a:ext cx="1524000" cy="362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500">
                    <a:solidFill>
                      <a:srgbClr val="2A292A"/>
                    </a:solidFill>
                    <a:latin typeface="Josefin Sans"/>
                    <a:ea typeface="Josefin Sans"/>
                    <a:cs typeface="Josefin Sans"/>
                    <a:sym typeface="Josefin Sans"/>
                  </a:rPr>
                  <a:t>Data Scale</a:t>
                </a:r>
                <a:endParaRPr b="1" sz="15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endParaRPr>
              </a:p>
            </p:txBody>
          </p:sp>
          <p:pic>
            <p:nvPicPr>
              <p:cNvPr id="6467" name="Google Shape;6467;p192"/>
              <p:cNvPicPr preferRelativeResize="0"/>
              <p:nvPr/>
            </p:nvPicPr>
            <p:blipFill rotWithShape="1">
              <a:blip r:embed="rId5">
                <a:alphaModFix/>
              </a:blip>
              <a:srcRect b="0" l="0" r="0" t="0"/>
              <a:stretch/>
            </p:blipFill>
            <p:spPr>
              <a:xfrm>
                <a:off x="152400" y="623888"/>
                <a:ext cx="2076600" cy="96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468" name="Google Shape;6468;p192"/>
              <p:cNvSpPr txBox="1"/>
              <p:nvPr/>
            </p:nvSpPr>
            <p:spPr>
              <a:xfrm>
                <a:off x="152400" y="742950"/>
                <a:ext cx="2076600" cy="20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2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Excessive Row Count</a:t>
                </a:r>
                <a:endParaRPr b="1" sz="12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  <a:p>
                <a:pPr indent="-298450" lvl="0" marL="457200" rtl="0" algn="l">
                  <a:spcBef>
                    <a:spcPts val="800"/>
                  </a:spcBef>
                  <a:spcAft>
                    <a:spcPts val="0"/>
                  </a:spcAft>
                  <a:buClr>
                    <a:srgbClr val="2A292A"/>
                  </a:buClr>
                  <a:buSzPts val="1100"/>
                  <a:buFont typeface="Albert Sans"/>
                  <a:buChar char="●"/>
                </a:pPr>
                <a: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Too many rows hinder adding and rendering graphs normally.</a:t>
                </a:r>
                <a:b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</a:br>
                <a:br>
                  <a:rPr b="0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</a:br>
                <a:endParaRPr b="0" sz="11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  <a:p>
                <a:pPr indent="-298450" lvl="0" marL="457200" rtl="0" algn="l">
                  <a:spcBef>
                    <a:spcPts val="800"/>
                  </a:spcBef>
                  <a:spcAft>
                    <a:spcPts val="800"/>
                  </a:spcAft>
                  <a:buClr>
                    <a:srgbClr val="2A292A"/>
                  </a:buClr>
                  <a:buSzPts val="1100"/>
                  <a:buFont typeface="Albert Sans"/>
                  <a:buChar char="●"/>
                </a:pPr>
                <a:r>
                  <a:rPr b="1"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It crashed my Tableau </a:t>
                </a:r>
                <a:r>
                  <a:rPr lang="en" sz="1100">
                    <a:solidFill>
                      <a:srgbClr val="2A292A"/>
                    </a:solidFill>
                    <a:latin typeface="Albert Sans"/>
                    <a:ea typeface="Albert Sans"/>
                    <a:cs typeface="Albert Sans"/>
                    <a:sym typeface="Albert Sans"/>
                  </a:rPr>
                  <a:t>:(</a:t>
                </a:r>
                <a:endParaRPr sz="1100">
                  <a:solidFill>
                    <a:srgbClr val="2A292A"/>
                  </a:solidFill>
                  <a:latin typeface="Albert Sans"/>
                  <a:ea typeface="Albert Sans"/>
                  <a:cs typeface="Albert Sans"/>
                  <a:sym typeface="Albert Sans"/>
                </a:endParaRPr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72" name="Shape 6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73" name="Google Shape;6473;p193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6474" name="Google Shape;6474;p193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475" name="Google Shape;6475;p193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93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93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93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79" name="Google Shape;6479;p193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6480" name="Google Shape;6480;p193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93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93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93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93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93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93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93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93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93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93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93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93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93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93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93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93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93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93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93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93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93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93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93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93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93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93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93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93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93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93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93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93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93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93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93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93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93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93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93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93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93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93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93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93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93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93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93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93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93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93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93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93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93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93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93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93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93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93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93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93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93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93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93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93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93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93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93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93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93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93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93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93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93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93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93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93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93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93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93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93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93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93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93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93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93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93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93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93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93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93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93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93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93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93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93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93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93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93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93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93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93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93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93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93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93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93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93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93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93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93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93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93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93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93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93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93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93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93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93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93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93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93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93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93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93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93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93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93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93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93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93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93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93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93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93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93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93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93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93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93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93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93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93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93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93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93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93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93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93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93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93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93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93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93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93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93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37" name="Google Shape;6637;p19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Examples:</a:t>
            </a:r>
            <a:endParaRPr/>
          </a:p>
        </p:txBody>
      </p:sp>
      <p:grpSp>
        <p:nvGrpSpPr>
          <p:cNvPr id="6638" name="Google Shape;6638;p193"/>
          <p:cNvGrpSpPr/>
          <p:nvPr/>
        </p:nvGrpSpPr>
        <p:grpSpPr>
          <a:xfrm>
            <a:off x="762000" y="1238250"/>
            <a:ext cx="7658250" cy="2800350"/>
            <a:chOff x="762000" y="1238250"/>
            <a:chExt cx="7658250" cy="2800350"/>
          </a:xfrm>
        </p:grpSpPr>
        <p:sp>
          <p:nvSpPr>
            <p:cNvPr id="6639" name="Google Shape;6639;p193"/>
            <p:cNvSpPr/>
            <p:nvPr/>
          </p:nvSpPr>
          <p:spPr>
            <a:xfrm>
              <a:off x="800100" y="1276350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193"/>
            <p:cNvSpPr/>
            <p:nvPr/>
          </p:nvSpPr>
          <p:spPr>
            <a:xfrm>
              <a:off x="762000" y="1238250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FAF7F0"/>
            </a:solidFill>
            <a:ln cap="flat" cmpd="sng" w="19050">
              <a:solidFill>
                <a:srgbClr val="2A292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193"/>
            <p:cNvSpPr/>
            <p:nvPr/>
          </p:nvSpPr>
          <p:spPr>
            <a:xfrm>
              <a:off x="800100" y="2276475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193"/>
            <p:cNvSpPr/>
            <p:nvPr/>
          </p:nvSpPr>
          <p:spPr>
            <a:xfrm>
              <a:off x="762000" y="2238375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FAF7F0"/>
            </a:solidFill>
            <a:ln cap="flat" cmpd="sng" w="19050">
              <a:solidFill>
                <a:srgbClr val="2A292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193"/>
            <p:cNvSpPr/>
            <p:nvPr/>
          </p:nvSpPr>
          <p:spPr>
            <a:xfrm>
              <a:off x="800100" y="3276600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193"/>
            <p:cNvSpPr/>
            <p:nvPr/>
          </p:nvSpPr>
          <p:spPr>
            <a:xfrm>
              <a:off x="762000" y="3238500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FAF7F0"/>
            </a:solidFill>
            <a:ln cap="flat" cmpd="sng" w="19050">
              <a:solidFill>
                <a:srgbClr val="2A292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193"/>
            <p:cNvSpPr/>
            <p:nvPr/>
          </p:nvSpPr>
          <p:spPr>
            <a:xfrm>
              <a:off x="5086350" y="1776413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193"/>
            <p:cNvSpPr/>
            <p:nvPr/>
          </p:nvSpPr>
          <p:spPr>
            <a:xfrm>
              <a:off x="5048250" y="1738313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FAF7F0"/>
            </a:solidFill>
            <a:ln cap="flat" cmpd="sng" w="19050">
              <a:solidFill>
                <a:srgbClr val="2A292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193"/>
            <p:cNvSpPr/>
            <p:nvPr/>
          </p:nvSpPr>
          <p:spPr>
            <a:xfrm>
              <a:off x="5086350" y="2776538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193"/>
            <p:cNvSpPr/>
            <p:nvPr/>
          </p:nvSpPr>
          <p:spPr>
            <a:xfrm>
              <a:off x="5048250" y="2738438"/>
              <a:ext cx="3333900" cy="762000"/>
            </a:xfrm>
            <a:prstGeom prst="roundRect">
              <a:avLst>
                <a:gd fmla="val 15000" name="adj"/>
              </a:avLst>
            </a:prstGeom>
            <a:solidFill>
              <a:srgbClr val="FAF7F0"/>
            </a:solidFill>
            <a:ln cap="flat" cmpd="sng" w="19050">
              <a:solidFill>
                <a:srgbClr val="2A292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649" name="Google Shape;6649;p193"/>
          <p:cNvPicPr preferRelativeResize="0"/>
          <p:nvPr/>
        </p:nvPicPr>
        <p:blipFill rotWithShape="1">
          <a:blip r:embed="rId4">
            <a:alphaModFix/>
          </a:blip>
          <a:srcRect b="0" l="0" r="0" t="10"/>
          <a:stretch/>
        </p:blipFill>
        <p:spPr>
          <a:xfrm>
            <a:off x="990600" y="1428750"/>
            <a:ext cx="2883300" cy="382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650" name="Google Shape;6650;p193"/>
          <p:cNvPicPr preferRelativeResize="0"/>
          <p:nvPr/>
        </p:nvPicPr>
        <p:blipFill rotWithShape="1">
          <a:blip r:embed="rId5">
            <a:alphaModFix/>
          </a:blip>
          <a:srcRect b="0" l="40" r="40" t="0"/>
          <a:stretch/>
        </p:blipFill>
        <p:spPr>
          <a:xfrm>
            <a:off x="809625" y="2438400"/>
            <a:ext cx="3238500" cy="334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651" name="Google Shape;6651;p193"/>
          <p:cNvPicPr preferRelativeResize="0"/>
          <p:nvPr/>
        </p:nvPicPr>
        <p:blipFill rotWithShape="1">
          <a:blip r:embed="rId6">
            <a:alphaModFix/>
          </a:blip>
          <a:srcRect b="10" l="0" r="0" t="0"/>
          <a:stretch/>
        </p:blipFill>
        <p:spPr>
          <a:xfrm>
            <a:off x="1152525" y="3457575"/>
            <a:ext cx="2555700" cy="324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652" name="Google Shape;6652;p193"/>
          <p:cNvPicPr preferRelativeResize="0"/>
          <p:nvPr/>
        </p:nvPicPr>
        <p:blipFill rotWithShape="1">
          <a:blip r:embed="rId7">
            <a:alphaModFix/>
          </a:blip>
          <a:srcRect b="10" l="37158" r="0" t="20"/>
          <a:stretch/>
        </p:blipFill>
        <p:spPr>
          <a:xfrm>
            <a:off x="5730345" y="1945850"/>
            <a:ext cx="2067600" cy="382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653" name="Google Shape;6653;p193"/>
          <p:cNvPicPr preferRelativeResize="0"/>
          <p:nvPr/>
        </p:nvPicPr>
        <p:blipFill rotWithShape="1">
          <a:blip r:embed="rId8">
            <a:alphaModFix/>
          </a:blip>
          <a:srcRect b="-13157" l="0" r="0" t="18163"/>
          <a:stretch/>
        </p:blipFill>
        <p:spPr>
          <a:xfrm>
            <a:off x="5438775" y="2967038"/>
            <a:ext cx="2555700" cy="361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7" name="Shape 6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8" name="Google Shape;6658;p194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6659" name="Google Shape;6659;p194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660" name="Google Shape;6660;p194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94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94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94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64" name="Google Shape;6664;p194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6665" name="Google Shape;6665;p194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94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94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94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94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94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94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94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94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94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94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94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94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94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94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94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94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94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94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94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94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94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94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94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94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94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94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94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94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94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94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94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94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94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94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94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94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94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94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94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94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94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94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94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94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94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94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94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94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94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94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94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94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94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94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94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94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94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94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94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94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94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94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94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94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94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94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94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94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94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94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94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94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94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94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94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94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94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94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94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94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94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94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94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94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94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94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94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94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94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94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94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94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94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94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94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94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94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94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94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94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94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94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94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94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94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94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94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94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94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94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94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94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94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94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94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94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94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94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94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94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94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94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94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94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94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94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94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94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94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94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94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94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94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94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94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94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94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94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94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94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94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94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94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94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94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94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94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94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94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94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94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94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94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94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94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94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22" name="Google Shape;6822;p19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Examples:</a:t>
            </a:r>
            <a:endParaRPr/>
          </a:p>
        </p:txBody>
      </p:sp>
      <p:pic>
        <p:nvPicPr>
          <p:cNvPr id="6823" name="Google Shape;6823;p19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80226" y="1296350"/>
            <a:ext cx="1862475" cy="2809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824" name="Google Shape;6824;p19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69938" y="1508775"/>
            <a:ext cx="2714625" cy="276225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pic>
        <p:nvPicPr>
          <p:cNvPr id="6825" name="Google Shape;6825;p19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394138" y="790600"/>
            <a:ext cx="2162175" cy="3733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29" name="Shape 6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30" name="Google Shape;6830;p195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6831" name="Google Shape;6831;p195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6832" name="Google Shape;6832;p195"/>
            <p:cNvSpPr/>
            <p:nvPr/>
          </p:nvSpPr>
          <p:spPr>
            <a:xfrm>
              <a:off x="1176825" y="4764550"/>
              <a:ext cx="752220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95"/>
            <p:cNvSpPr/>
            <p:nvPr/>
          </p:nvSpPr>
          <p:spPr>
            <a:xfrm rot="-5400000">
              <a:off x="-1109476" y="1809800"/>
              <a:ext cx="2953126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95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95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36" name="Google Shape;6836;p195"/>
          <p:cNvGrpSpPr/>
          <p:nvPr/>
        </p:nvGrpSpPr>
        <p:grpSpPr>
          <a:xfrm>
            <a:off x="-1388216" y="3722371"/>
            <a:ext cx="2277007" cy="1194421"/>
            <a:chOff x="2924575" y="1948482"/>
            <a:chExt cx="3830121" cy="2009118"/>
          </a:xfrm>
        </p:grpSpPr>
        <p:sp>
          <p:nvSpPr>
            <p:cNvPr id="6837" name="Google Shape;6837;p195"/>
            <p:cNvSpPr/>
            <p:nvPr/>
          </p:nvSpPr>
          <p:spPr>
            <a:xfrm>
              <a:off x="3161579" y="3655253"/>
              <a:ext cx="172684" cy="30234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95"/>
            <p:cNvSpPr/>
            <p:nvPr/>
          </p:nvSpPr>
          <p:spPr>
            <a:xfrm>
              <a:off x="3187129" y="3661300"/>
              <a:ext cx="7929" cy="216178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95"/>
            <p:cNvSpPr/>
            <p:nvPr/>
          </p:nvSpPr>
          <p:spPr>
            <a:xfrm>
              <a:off x="3203869" y="3661300"/>
              <a:ext cx="7929" cy="146638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95"/>
            <p:cNvSpPr/>
            <p:nvPr/>
          </p:nvSpPr>
          <p:spPr>
            <a:xfrm>
              <a:off x="3282282" y="3661300"/>
              <a:ext cx="7048" cy="190478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95"/>
            <p:cNvSpPr/>
            <p:nvPr/>
          </p:nvSpPr>
          <p:spPr>
            <a:xfrm>
              <a:off x="3239111" y="3788286"/>
              <a:ext cx="7929" cy="11791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95"/>
            <p:cNvSpPr/>
            <p:nvPr/>
          </p:nvSpPr>
          <p:spPr>
            <a:xfrm>
              <a:off x="6208912" y="3655245"/>
              <a:ext cx="234419" cy="302355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95"/>
            <p:cNvSpPr/>
            <p:nvPr/>
          </p:nvSpPr>
          <p:spPr>
            <a:xfrm>
              <a:off x="6265741" y="3661292"/>
              <a:ext cx="10655" cy="216184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95"/>
            <p:cNvSpPr/>
            <p:nvPr/>
          </p:nvSpPr>
          <p:spPr>
            <a:xfrm>
              <a:off x="6288236" y="3661292"/>
              <a:ext cx="5920" cy="146642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95"/>
            <p:cNvSpPr/>
            <p:nvPr/>
          </p:nvSpPr>
          <p:spPr>
            <a:xfrm>
              <a:off x="6393606" y="3661292"/>
              <a:ext cx="9471" cy="19048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95"/>
            <p:cNvSpPr/>
            <p:nvPr/>
          </p:nvSpPr>
          <p:spPr>
            <a:xfrm>
              <a:off x="6346249" y="3712692"/>
              <a:ext cx="9471" cy="193507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95"/>
            <p:cNvSpPr/>
            <p:nvPr/>
          </p:nvSpPr>
          <p:spPr>
            <a:xfrm>
              <a:off x="2924575" y="3514650"/>
              <a:ext cx="3830121" cy="157222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95"/>
            <p:cNvSpPr/>
            <p:nvPr/>
          </p:nvSpPr>
          <p:spPr>
            <a:xfrm>
              <a:off x="2928102" y="3560014"/>
              <a:ext cx="1011437" cy="12094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95"/>
            <p:cNvSpPr/>
            <p:nvPr/>
          </p:nvSpPr>
          <p:spPr>
            <a:xfrm>
              <a:off x="5390812" y="3590239"/>
              <a:ext cx="1355606" cy="1058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95"/>
            <p:cNvSpPr/>
            <p:nvPr/>
          </p:nvSpPr>
          <p:spPr>
            <a:xfrm>
              <a:off x="3299022" y="3588737"/>
              <a:ext cx="534793" cy="9070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95"/>
            <p:cNvSpPr/>
            <p:nvPr/>
          </p:nvSpPr>
          <p:spPr>
            <a:xfrm>
              <a:off x="4439974" y="3606878"/>
              <a:ext cx="534793" cy="16629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95"/>
            <p:cNvSpPr/>
            <p:nvPr/>
          </p:nvSpPr>
          <p:spPr>
            <a:xfrm>
              <a:off x="4929683" y="3621984"/>
              <a:ext cx="1139859" cy="13606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95"/>
            <p:cNvSpPr/>
            <p:nvPr/>
          </p:nvSpPr>
          <p:spPr>
            <a:xfrm>
              <a:off x="4489697" y="3600832"/>
              <a:ext cx="450505" cy="1209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95"/>
            <p:cNvSpPr/>
            <p:nvPr/>
          </p:nvSpPr>
          <p:spPr>
            <a:xfrm>
              <a:off x="3913991" y="3623507"/>
              <a:ext cx="149777" cy="12094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95"/>
            <p:cNvSpPr/>
            <p:nvPr/>
          </p:nvSpPr>
          <p:spPr>
            <a:xfrm>
              <a:off x="4584938" y="3008224"/>
              <a:ext cx="1519321" cy="520045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95"/>
            <p:cNvSpPr/>
            <p:nvPr/>
          </p:nvSpPr>
          <p:spPr>
            <a:xfrm>
              <a:off x="4985555" y="3018806"/>
              <a:ext cx="37794" cy="498880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95"/>
            <p:cNvSpPr/>
            <p:nvPr/>
          </p:nvSpPr>
          <p:spPr>
            <a:xfrm>
              <a:off x="5662825" y="3136723"/>
              <a:ext cx="37794" cy="264558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95"/>
            <p:cNvSpPr/>
            <p:nvPr/>
          </p:nvSpPr>
          <p:spPr>
            <a:xfrm>
              <a:off x="5729343" y="3108000"/>
              <a:ext cx="37794" cy="32200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95"/>
            <p:cNvSpPr/>
            <p:nvPr/>
          </p:nvSpPr>
          <p:spPr>
            <a:xfrm>
              <a:off x="5954596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95"/>
            <p:cNvSpPr/>
            <p:nvPr/>
          </p:nvSpPr>
          <p:spPr>
            <a:xfrm>
              <a:off x="5960643" y="3499545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95"/>
            <p:cNvSpPr/>
            <p:nvPr/>
          </p:nvSpPr>
          <p:spPr>
            <a:xfrm>
              <a:off x="5963666" y="3490474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95"/>
            <p:cNvSpPr/>
            <p:nvPr/>
          </p:nvSpPr>
          <p:spPr>
            <a:xfrm>
              <a:off x="5960643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95"/>
            <p:cNvSpPr/>
            <p:nvPr/>
          </p:nvSpPr>
          <p:spPr>
            <a:xfrm>
              <a:off x="5963666" y="3470821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95"/>
            <p:cNvSpPr/>
            <p:nvPr/>
          </p:nvSpPr>
          <p:spPr>
            <a:xfrm>
              <a:off x="5966690" y="346175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95"/>
            <p:cNvSpPr/>
            <p:nvPr/>
          </p:nvSpPr>
          <p:spPr>
            <a:xfrm>
              <a:off x="596366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95"/>
            <p:cNvSpPr/>
            <p:nvPr/>
          </p:nvSpPr>
          <p:spPr>
            <a:xfrm>
              <a:off x="5963666" y="3445121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95"/>
            <p:cNvSpPr/>
            <p:nvPr/>
          </p:nvSpPr>
          <p:spPr>
            <a:xfrm>
              <a:off x="596366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95"/>
            <p:cNvSpPr/>
            <p:nvPr/>
          </p:nvSpPr>
          <p:spPr>
            <a:xfrm>
              <a:off x="596366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95"/>
            <p:cNvSpPr/>
            <p:nvPr/>
          </p:nvSpPr>
          <p:spPr>
            <a:xfrm>
              <a:off x="5966690" y="34163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95"/>
            <p:cNvSpPr/>
            <p:nvPr/>
          </p:nvSpPr>
          <p:spPr>
            <a:xfrm>
              <a:off x="596366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95"/>
            <p:cNvSpPr/>
            <p:nvPr/>
          </p:nvSpPr>
          <p:spPr>
            <a:xfrm>
              <a:off x="5963666" y="339825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95"/>
            <p:cNvSpPr/>
            <p:nvPr/>
          </p:nvSpPr>
          <p:spPr>
            <a:xfrm>
              <a:off x="5960643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95"/>
            <p:cNvSpPr/>
            <p:nvPr/>
          </p:nvSpPr>
          <p:spPr>
            <a:xfrm>
              <a:off x="5963666" y="337558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95"/>
            <p:cNvSpPr/>
            <p:nvPr/>
          </p:nvSpPr>
          <p:spPr>
            <a:xfrm>
              <a:off x="596366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95"/>
            <p:cNvSpPr/>
            <p:nvPr/>
          </p:nvSpPr>
          <p:spPr>
            <a:xfrm>
              <a:off x="596366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95"/>
            <p:cNvSpPr/>
            <p:nvPr/>
          </p:nvSpPr>
          <p:spPr>
            <a:xfrm>
              <a:off x="596366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95"/>
            <p:cNvSpPr/>
            <p:nvPr/>
          </p:nvSpPr>
          <p:spPr>
            <a:xfrm>
              <a:off x="5963666" y="3337787"/>
              <a:ext cx="19653" cy="1512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95"/>
            <p:cNvSpPr/>
            <p:nvPr/>
          </p:nvSpPr>
          <p:spPr>
            <a:xfrm>
              <a:off x="596366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95"/>
            <p:cNvSpPr/>
            <p:nvPr/>
          </p:nvSpPr>
          <p:spPr>
            <a:xfrm>
              <a:off x="5963666" y="331813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95"/>
            <p:cNvSpPr/>
            <p:nvPr/>
          </p:nvSpPr>
          <p:spPr>
            <a:xfrm>
              <a:off x="5963666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95"/>
            <p:cNvSpPr/>
            <p:nvPr/>
          </p:nvSpPr>
          <p:spPr>
            <a:xfrm>
              <a:off x="596366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195"/>
            <p:cNvSpPr/>
            <p:nvPr/>
          </p:nvSpPr>
          <p:spPr>
            <a:xfrm>
              <a:off x="5963666" y="3286387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195"/>
            <p:cNvSpPr/>
            <p:nvPr/>
          </p:nvSpPr>
          <p:spPr>
            <a:xfrm>
              <a:off x="5963666" y="3280340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95"/>
            <p:cNvSpPr/>
            <p:nvPr/>
          </p:nvSpPr>
          <p:spPr>
            <a:xfrm>
              <a:off x="596366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95"/>
            <p:cNvSpPr/>
            <p:nvPr/>
          </p:nvSpPr>
          <p:spPr>
            <a:xfrm>
              <a:off x="5963666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95"/>
            <p:cNvSpPr/>
            <p:nvPr/>
          </p:nvSpPr>
          <p:spPr>
            <a:xfrm>
              <a:off x="5960643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95"/>
            <p:cNvSpPr/>
            <p:nvPr/>
          </p:nvSpPr>
          <p:spPr>
            <a:xfrm>
              <a:off x="5960643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95"/>
            <p:cNvSpPr/>
            <p:nvPr/>
          </p:nvSpPr>
          <p:spPr>
            <a:xfrm>
              <a:off x="5960643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95"/>
            <p:cNvSpPr/>
            <p:nvPr/>
          </p:nvSpPr>
          <p:spPr>
            <a:xfrm>
              <a:off x="596366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95"/>
            <p:cNvSpPr/>
            <p:nvPr/>
          </p:nvSpPr>
          <p:spPr>
            <a:xfrm>
              <a:off x="596366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95"/>
            <p:cNvSpPr/>
            <p:nvPr/>
          </p:nvSpPr>
          <p:spPr>
            <a:xfrm>
              <a:off x="5963666" y="3194170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95"/>
            <p:cNvSpPr/>
            <p:nvPr/>
          </p:nvSpPr>
          <p:spPr>
            <a:xfrm>
              <a:off x="596366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95"/>
            <p:cNvSpPr/>
            <p:nvPr/>
          </p:nvSpPr>
          <p:spPr>
            <a:xfrm>
              <a:off x="5963666" y="3174517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95"/>
            <p:cNvSpPr/>
            <p:nvPr/>
          </p:nvSpPr>
          <p:spPr>
            <a:xfrm>
              <a:off x="5966690" y="3165446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95"/>
            <p:cNvSpPr/>
            <p:nvPr/>
          </p:nvSpPr>
          <p:spPr>
            <a:xfrm>
              <a:off x="596366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95"/>
            <p:cNvSpPr/>
            <p:nvPr/>
          </p:nvSpPr>
          <p:spPr>
            <a:xfrm>
              <a:off x="5960643" y="3148817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95"/>
            <p:cNvSpPr/>
            <p:nvPr/>
          </p:nvSpPr>
          <p:spPr>
            <a:xfrm>
              <a:off x="5960643" y="3136723"/>
              <a:ext cx="22676" cy="1512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95"/>
            <p:cNvSpPr/>
            <p:nvPr/>
          </p:nvSpPr>
          <p:spPr>
            <a:xfrm>
              <a:off x="596366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95"/>
            <p:cNvSpPr/>
            <p:nvPr/>
          </p:nvSpPr>
          <p:spPr>
            <a:xfrm>
              <a:off x="596366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95"/>
            <p:cNvSpPr/>
            <p:nvPr/>
          </p:nvSpPr>
          <p:spPr>
            <a:xfrm>
              <a:off x="5966690" y="3111023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95"/>
            <p:cNvSpPr/>
            <p:nvPr/>
          </p:nvSpPr>
          <p:spPr>
            <a:xfrm>
              <a:off x="596366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95"/>
            <p:cNvSpPr/>
            <p:nvPr/>
          </p:nvSpPr>
          <p:spPr>
            <a:xfrm>
              <a:off x="596366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95"/>
            <p:cNvSpPr/>
            <p:nvPr/>
          </p:nvSpPr>
          <p:spPr>
            <a:xfrm>
              <a:off x="5960643" y="3086835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95"/>
            <p:cNvSpPr/>
            <p:nvPr/>
          </p:nvSpPr>
          <p:spPr>
            <a:xfrm>
              <a:off x="5960643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95"/>
            <p:cNvSpPr/>
            <p:nvPr/>
          </p:nvSpPr>
          <p:spPr>
            <a:xfrm>
              <a:off x="596366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95"/>
            <p:cNvSpPr/>
            <p:nvPr/>
          </p:nvSpPr>
          <p:spPr>
            <a:xfrm>
              <a:off x="5963666" y="3055088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95"/>
            <p:cNvSpPr/>
            <p:nvPr/>
          </p:nvSpPr>
          <p:spPr>
            <a:xfrm>
              <a:off x="596366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95"/>
            <p:cNvSpPr/>
            <p:nvPr/>
          </p:nvSpPr>
          <p:spPr>
            <a:xfrm>
              <a:off x="5960643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95"/>
            <p:cNvSpPr/>
            <p:nvPr/>
          </p:nvSpPr>
          <p:spPr>
            <a:xfrm>
              <a:off x="5963666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95"/>
            <p:cNvSpPr/>
            <p:nvPr/>
          </p:nvSpPr>
          <p:spPr>
            <a:xfrm>
              <a:off x="4702855" y="3018806"/>
              <a:ext cx="34771" cy="498880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95"/>
            <p:cNvSpPr/>
            <p:nvPr/>
          </p:nvSpPr>
          <p:spPr>
            <a:xfrm>
              <a:off x="4708902" y="3496521"/>
              <a:ext cx="25700" cy="3024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95"/>
            <p:cNvSpPr/>
            <p:nvPr/>
          </p:nvSpPr>
          <p:spPr>
            <a:xfrm>
              <a:off x="4708902" y="3485939"/>
              <a:ext cx="25700" cy="4535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95"/>
            <p:cNvSpPr/>
            <p:nvPr/>
          </p:nvSpPr>
          <p:spPr>
            <a:xfrm>
              <a:off x="4708902" y="3479892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95"/>
            <p:cNvSpPr/>
            <p:nvPr/>
          </p:nvSpPr>
          <p:spPr>
            <a:xfrm>
              <a:off x="4711926" y="34708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95"/>
            <p:cNvSpPr/>
            <p:nvPr/>
          </p:nvSpPr>
          <p:spPr>
            <a:xfrm>
              <a:off x="4714949" y="34617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95"/>
            <p:cNvSpPr/>
            <p:nvPr/>
          </p:nvSpPr>
          <p:spPr>
            <a:xfrm>
              <a:off x="4711926" y="345419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95"/>
            <p:cNvSpPr/>
            <p:nvPr/>
          </p:nvSpPr>
          <p:spPr>
            <a:xfrm>
              <a:off x="4711926" y="344512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95"/>
            <p:cNvSpPr/>
            <p:nvPr/>
          </p:nvSpPr>
          <p:spPr>
            <a:xfrm>
              <a:off x="4711926" y="34360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95"/>
            <p:cNvSpPr/>
            <p:nvPr/>
          </p:nvSpPr>
          <p:spPr>
            <a:xfrm>
              <a:off x="4711926" y="3425469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95"/>
            <p:cNvSpPr/>
            <p:nvPr/>
          </p:nvSpPr>
          <p:spPr>
            <a:xfrm>
              <a:off x="4711926" y="3416398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95"/>
            <p:cNvSpPr/>
            <p:nvPr/>
          </p:nvSpPr>
          <p:spPr>
            <a:xfrm>
              <a:off x="4711926" y="340732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95"/>
            <p:cNvSpPr/>
            <p:nvPr/>
          </p:nvSpPr>
          <p:spPr>
            <a:xfrm>
              <a:off x="4708902" y="339825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95"/>
            <p:cNvSpPr/>
            <p:nvPr/>
          </p:nvSpPr>
          <p:spPr>
            <a:xfrm>
              <a:off x="4708902" y="3384651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95"/>
            <p:cNvSpPr/>
            <p:nvPr/>
          </p:nvSpPr>
          <p:spPr>
            <a:xfrm>
              <a:off x="4711926" y="33755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95"/>
            <p:cNvSpPr/>
            <p:nvPr/>
          </p:nvSpPr>
          <p:spPr>
            <a:xfrm>
              <a:off x="4711926" y="3364998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95"/>
            <p:cNvSpPr/>
            <p:nvPr/>
          </p:nvSpPr>
          <p:spPr>
            <a:xfrm>
              <a:off x="4711926" y="335895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95"/>
            <p:cNvSpPr/>
            <p:nvPr/>
          </p:nvSpPr>
          <p:spPr>
            <a:xfrm>
              <a:off x="4711926" y="3349881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95"/>
            <p:cNvSpPr/>
            <p:nvPr/>
          </p:nvSpPr>
          <p:spPr>
            <a:xfrm>
              <a:off x="4711926" y="33377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95"/>
            <p:cNvSpPr/>
            <p:nvPr/>
          </p:nvSpPr>
          <p:spPr>
            <a:xfrm>
              <a:off x="4711926" y="332720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95"/>
            <p:cNvSpPr/>
            <p:nvPr/>
          </p:nvSpPr>
          <p:spPr>
            <a:xfrm>
              <a:off x="4711926" y="33181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95"/>
            <p:cNvSpPr/>
            <p:nvPr/>
          </p:nvSpPr>
          <p:spPr>
            <a:xfrm>
              <a:off x="4708902" y="3304528"/>
              <a:ext cx="19653" cy="4535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95"/>
            <p:cNvSpPr/>
            <p:nvPr/>
          </p:nvSpPr>
          <p:spPr>
            <a:xfrm>
              <a:off x="4711926" y="3298481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95"/>
            <p:cNvSpPr/>
            <p:nvPr/>
          </p:nvSpPr>
          <p:spPr>
            <a:xfrm>
              <a:off x="4708902" y="328638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95"/>
            <p:cNvSpPr/>
            <p:nvPr/>
          </p:nvSpPr>
          <p:spPr>
            <a:xfrm>
              <a:off x="4708902" y="328034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95"/>
            <p:cNvSpPr/>
            <p:nvPr/>
          </p:nvSpPr>
          <p:spPr>
            <a:xfrm>
              <a:off x="4711926" y="3266734"/>
              <a:ext cx="16629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95"/>
            <p:cNvSpPr/>
            <p:nvPr/>
          </p:nvSpPr>
          <p:spPr>
            <a:xfrm>
              <a:off x="4708902" y="32576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95"/>
            <p:cNvSpPr/>
            <p:nvPr/>
          </p:nvSpPr>
          <p:spPr>
            <a:xfrm>
              <a:off x="4708902" y="324859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95"/>
            <p:cNvSpPr/>
            <p:nvPr/>
          </p:nvSpPr>
          <p:spPr>
            <a:xfrm>
              <a:off x="4708902" y="3238011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95"/>
            <p:cNvSpPr/>
            <p:nvPr/>
          </p:nvSpPr>
          <p:spPr>
            <a:xfrm>
              <a:off x="4708902" y="3228940"/>
              <a:ext cx="22676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95"/>
            <p:cNvSpPr/>
            <p:nvPr/>
          </p:nvSpPr>
          <p:spPr>
            <a:xfrm>
              <a:off x="4711926" y="32198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95"/>
            <p:cNvSpPr/>
            <p:nvPr/>
          </p:nvSpPr>
          <p:spPr>
            <a:xfrm>
              <a:off x="4711926" y="3206264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95"/>
            <p:cNvSpPr/>
            <p:nvPr/>
          </p:nvSpPr>
          <p:spPr>
            <a:xfrm>
              <a:off x="4711926" y="3194170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95"/>
            <p:cNvSpPr/>
            <p:nvPr/>
          </p:nvSpPr>
          <p:spPr>
            <a:xfrm>
              <a:off x="4711926" y="31881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95"/>
            <p:cNvSpPr/>
            <p:nvPr/>
          </p:nvSpPr>
          <p:spPr>
            <a:xfrm>
              <a:off x="4711926" y="3174517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95"/>
            <p:cNvSpPr/>
            <p:nvPr/>
          </p:nvSpPr>
          <p:spPr>
            <a:xfrm>
              <a:off x="4711926" y="3165446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95"/>
            <p:cNvSpPr/>
            <p:nvPr/>
          </p:nvSpPr>
          <p:spPr>
            <a:xfrm>
              <a:off x="4711926" y="315939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95"/>
            <p:cNvSpPr/>
            <p:nvPr/>
          </p:nvSpPr>
          <p:spPr>
            <a:xfrm>
              <a:off x="4705879" y="3148817"/>
              <a:ext cx="25700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95"/>
            <p:cNvSpPr/>
            <p:nvPr/>
          </p:nvSpPr>
          <p:spPr>
            <a:xfrm>
              <a:off x="4708902" y="31367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95"/>
            <p:cNvSpPr/>
            <p:nvPr/>
          </p:nvSpPr>
          <p:spPr>
            <a:xfrm>
              <a:off x="4711926" y="3127652"/>
              <a:ext cx="16629" cy="3024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95"/>
            <p:cNvSpPr/>
            <p:nvPr/>
          </p:nvSpPr>
          <p:spPr>
            <a:xfrm>
              <a:off x="4711926" y="3117070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95"/>
            <p:cNvSpPr/>
            <p:nvPr/>
          </p:nvSpPr>
          <p:spPr>
            <a:xfrm>
              <a:off x="4711926" y="311102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95"/>
            <p:cNvSpPr/>
            <p:nvPr/>
          </p:nvSpPr>
          <p:spPr>
            <a:xfrm>
              <a:off x="4711926" y="3101953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95"/>
            <p:cNvSpPr/>
            <p:nvPr/>
          </p:nvSpPr>
          <p:spPr>
            <a:xfrm>
              <a:off x="4711926" y="3092882"/>
              <a:ext cx="19653" cy="3024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95"/>
            <p:cNvSpPr/>
            <p:nvPr/>
          </p:nvSpPr>
          <p:spPr>
            <a:xfrm>
              <a:off x="4708902" y="3086835"/>
              <a:ext cx="15118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95"/>
            <p:cNvSpPr/>
            <p:nvPr/>
          </p:nvSpPr>
          <p:spPr>
            <a:xfrm>
              <a:off x="4708902" y="30732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95"/>
            <p:cNvSpPr/>
            <p:nvPr/>
          </p:nvSpPr>
          <p:spPr>
            <a:xfrm>
              <a:off x="4711926" y="30641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95"/>
            <p:cNvSpPr/>
            <p:nvPr/>
          </p:nvSpPr>
          <p:spPr>
            <a:xfrm>
              <a:off x="4708902" y="3055088"/>
              <a:ext cx="22676" cy="3024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95"/>
            <p:cNvSpPr/>
            <p:nvPr/>
          </p:nvSpPr>
          <p:spPr>
            <a:xfrm>
              <a:off x="4711926" y="304752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95"/>
            <p:cNvSpPr/>
            <p:nvPr/>
          </p:nvSpPr>
          <p:spPr>
            <a:xfrm>
              <a:off x="4708902" y="3038459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95"/>
            <p:cNvSpPr/>
            <p:nvPr/>
          </p:nvSpPr>
          <p:spPr>
            <a:xfrm>
              <a:off x="4708902" y="3032412"/>
              <a:ext cx="19653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95"/>
            <p:cNvSpPr/>
            <p:nvPr/>
          </p:nvSpPr>
          <p:spPr>
            <a:xfrm>
              <a:off x="4521444" y="2864607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95"/>
            <p:cNvSpPr/>
            <p:nvPr/>
          </p:nvSpPr>
          <p:spPr>
            <a:xfrm>
              <a:off x="5951572" y="2873677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95"/>
            <p:cNvSpPr/>
            <p:nvPr/>
          </p:nvSpPr>
          <p:spPr>
            <a:xfrm>
              <a:off x="4467020" y="2720990"/>
              <a:ext cx="1646309" cy="167805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95"/>
            <p:cNvSpPr/>
            <p:nvPr/>
          </p:nvSpPr>
          <p:spPr>
            <a:xfrm>
              <a:off x="5897149" y="2730060"/>
              <a:ext cx="39306" cy="152688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95"/>
            <p:cNvSpPr/>
            <p:nvPr/>
          </p:nvSpPr>
          <p:spPr>
            <a:xfrm>
              <a:off x="4521444" y="2574349"/>
              <a:ext cx="1646309" cy="169317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95"/>
            <p:cNvSpPr/>
            <p:nvPr/>
          </p:nvSpPr>
          <p:spPr>
            <a:xfrm>
              <a:off x="5951572" y="2583420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95"/>
            <p:cNvSpPr/>
            <p:nvPr/>
          </p:nvSpPr>
          <p:spPr>
            <a:xfrm>
              <a:off x="4600055" y="2429221"/>
              <a:ext cx="1647821" cy="170829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95"/>
            <p:cNvSpPr/>
            <p:nvPr/>
          </p:nvSpPr>
          <p:spPr>
            <a:xfrm>
              <a:off x="6031696" y="2441315"/>
              <a:ext cx="37794" cy="152688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95"/>
            <p:cNvSpPr/>
            <p:nvPr/>
          </p:nvSpPr>
          <p:spPr>
            <a:xfrm>
              <a:off x="4610638" y="2030117"/>
              <a:ext cx="1576768" cy="42329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95"/>
            <p:cNvSpPr/>
            <p:nvPr/>
          </p:nvSpPr>
          <p:spPr>
            <a:xfrm>
              <a:off x="5780743" y="2126869"/>
              <a:ext cx="282700" cy="234322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95"/>
            <p:cNvSpPr/>
            <p:nvPr/>
          </p:nvSpPr>
          <p:spPr>
            <a:xfrm>
              <a:off x="4798096" y="2043723"/>
              <a:ext cx="55935" cy="403639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95"/>
            <p:cNvSpPr/>
            <p:nvPr/>
          </p:nvSpPr>
          <p:spPr>
            <a:xfrm>
              <a:off x="4801120" y="2418638"/>
              <a:ext cx="54423" cy="4535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95"/>
            <p:cNvSpPr/>
            <p:nvPr/>
          </p:nvSpPr>
          <p:spPr>
            <a:xfrm>
              <a:off x="5366520" y="2389915"/>
              <a:ext cx="279676" cy="3024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95"/>
            <p:cNvSpPr/>
            <p:nvPr/>
          </p:nvSpPr>
          <p:spPr>
            <a:xfrm>
              <a:off x="5668872" y="2389915"/>
              <a:ext cx="19653" cy="3024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95"/>
            <p:cNvSpPr/>
            <p:nvPr/>
          </p:nvSpPr>
          <p:spPr>
            <a:xfrm>
              <a:off x="4622732" y="2285604"/>
              <a:ext cx="114894" cy="3024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95"/>
            <p:cNvSpPr/>
            <p:nvPr/>
          </p:nvSpPr>
          <p:spPr>
            <a:xfrm>
              <a:off x="4625755" y="2268974"/>
              <a:ext cx="48376" cy="3024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95"/>
            <p:cNvSpPr/>
            <p:nvPr/>
          </p:nvSpPr>
          <p:spPr>
            <a:xfrm>
              <a:off x="5458737" y="2909959"/>
              <a:ext cx="285723" cy="4535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95"/>
            <p:cNvSpPr/>
            <p:nvPr/>
          </p:nvSpPr>
          <p:spPr>
            <a:xfrm>
              <a:off x="5767137" y="2906936"/>
              <a:ext cx="31747" cy="4535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95"/>
            <p:cNvSpPr/>
            <p:nvPr/>
          </p:nvSpPr>
          <p:spPr>
            <a:xfrm>
              <a:off x="5827607" y="2906936"/>
              <a:ext cx="22676" cy="4535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95"/>
            <p:cNvSpPr/>
            <p:nvPr/>
          </p:nvSpPr>
          <p:spPr>
            <a:xfrm>
              <a:off x="4887290" y="2847977"/>
              <a:ext cx="311423" cy="3024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95"/>
            <p:cNvSpPr/>
            <p:nvPr/>
          </p:nvSpPr>
          <p:spPr>
            <a:xfrm>
              <a:off x="5859354" y="2618190"/>
              <a:ext cx="172341" cy="604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95"/>
            <p:cNvSpPr/>
            <p:nvPr/>
          </p:nvSpPr>
          <p:spPr>
            <a:xfrm>
              <a:off x="5850284" y="264086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95"/>
            <p:cNvSpPr/>
            <p:nvPr/>
          </p:nvSpPr>
          <p:spPr>
            <a:xfrm>
              <a:off x="5401290" y="2465503"/>
              <a:ext cx="290258" cy="604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95"/>
            <p:cNvSpPr/>
            <p:nvPr/>
          </p:nvSpPr>
          <p:spPr>
            <a:xfrm>
              <a:off x="4893338" y="3064159"/>
              <a:ext cx="444458" cy="3024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95"/>
            <p:cNvSpPr/>
            <p:nvPr/>
          </p:nvSpPr>
          <p:spPr>
            <a:xfrm>
              <a:off x="4844961" y="3064159"/>
              <a:ext cx="28723" cy="3024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95"/>
            <p:cNvSpPr/>
            <p:nvPr/>
          </p:nvSpPr>
          <p:spPr>
            <a:xfrm>
              <a:off x="5188131" y="3079276"/>
              <a:ext cx="99776" cy="3024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95"/>
            <p:cNvSpPr/>
            <p:nvPr/>
          </p:nvSpPr>
          <p:spPr>
            <a:xfrm>
              <a:off x="5931919" y="3355928"/>
              <a:ext cx="155712" cy="3024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95"/>
            <p:cNvSpPr/>
            <p:nvPr/>
          </p:nvSpPr>
          <p:spPr>
            <a:xfrm>
              <a:off x="6027160" y="3346857"/>
              <a:ext cx="31747" cy="3024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95"/>
            <p:cNvSpPr/>
            <p:nvPr/>
          </p:nvSpPr>
          <p:spPr>
            <a:xfrm>
              <a:off x="4126873" y="1948482"/>
              <a:ext cx="458064" cy="1576763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95"/>
            <p:cNvSpPr/>
            <p:nvPr/>
          </p:nvSpPr>
          <p:spPr>
            <a:xfrm>
              <a:off x="4343056" y="2107216"/>
              <a:ext cx="216182" cy="72564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95"/>
            <p:cNvSpPr/>
            <p:nvPr/>
          </p:nvSpPr>
          <p:spPr>
            <a:xfrm>
              <a:off x="4152573" y="3292434"/>
              <a:ext cx="213159" cy="72564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95"/>
            <p:cNvSpPr/>
            <p:nvPr/>
          </p:nvSpPr>
          <p:spPr>
            <a:xfrm>
              <a:off x="4285609" y="3133699"/>
              <a:ext cx="57447" cy="374916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95"/>
            <p:cNvSpPr/>
            <p:nvPr/>
          </p:nvSpPr>
          <p:spPr>
            <a:xfrm>
              <a:off x="4349103" y="3095906"/>
              <a:ext cx="4535" cy="18141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94" name="Google Shape;6994;p19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Examples:</a:t>
            </a:r>
            <a:endParaRPr/>
          </a:p>
        </p:txBody>
      </p:sp>
      <p:pic>
        <p:nvPicPr>
          <p:cNvPr id="6995" name="Google Shape;6995;p19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212000" y="1215925"/>
            <a:ext cx="6441575" cy="3288275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99" name="Shape 6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00" name="Google Shape;7000;p196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7001" name="Google Shape;7001;p196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7002" name="Google Shape;7002;p196"/>
            <p:cNvSpPr/>
            <p:nvPr/>
          </p:nvSpPr>
          <p:spPr>
            <a:xfrm>
              <a:off x="1208650" y="4764550"/>
              <a:ext cx="7490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96"/>
            <p:cNvSpPr/>
            <p:nvPr/>
          </p:nvSpPr>
          <p:spPr>
            <a:xfrm rot="-5400000">
              <a:off x="-1257776" y="1958100"/>
              <a:ext cx="32497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96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96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06" name="Google Shape;7006;p196"/>
          <p:cNvGrpSpPr/>
          <p:nvPr/>
        </p:nvGrpSpPr>
        <p:grpSpPr>
          <a:xfrm>
            <a:off x="-631915" y="4022366"/>
            <a:ext cx="1488946" cy="955802"/>
            <a:chOff x="-1053822" y="5316830"/>
            <a:chExt cx="1773822" cy="1138537"/>
          </a:xfrm>
        </p:grpSpPr>
        <p:sp>
          <p:nvSpPr>
            <p:cNvPr id="7007" name="Google Shape;7007;p196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96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96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96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96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96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96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96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96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96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96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96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96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96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96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96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96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96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96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96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196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196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96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96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96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96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96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96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96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96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96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96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96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96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96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96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96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96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96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96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96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96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96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96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96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96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96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96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55" name="Google Shape;7055;p19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700"/>
              <a:t>What is this about?</a:t>
            </a:r>
            <a:endParaRPr sz="3700"/>
          </a:p>
        </p:txBody>
      </p:sp>
      <p:grpSp>
        <p:nvGrpSpPr>
          <p:cNvPr id="7056" name="Google Shape;7056;p196"/>
          <p:cNvGrpSpPr/>
          <p:nvPr/>
        </p:nvGrpSpPr>
        <p:grpSpPr>
          <a:xfrm>
            <a:off x="762000" y="1095375"/>
            <a:ext cx="7620000" cy="714300"/>
            <a:chOff x="0" y="0"/>
            <a:chExt cx="7620000" cy="714300"/>
          </a:xfrm>
        </p:grpSpPr>
        <p:sp>
          <p:nvSpPr>
            <p:cNvPr id="7057" name="Google Shape;7057;p196"/>
            <p:cNvSpPr/>
            <p:nvPr/>
          </p:nvSpPr>
          <p:spPr>
            <a:xfrm>
              <a:off x="0" y="0"/>
              <a:ext cx="7620000" cy="714300"/>
            </a:xfrm>
            <a:prstGeom prst="roundRect">
              <a:avLst>
                <a:gd fmla="val 10666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96"/>
            <p:cNvSpPr txBox="1"/>
            <p:nvPr/>
          </p:nvSpPr>
          <p:spPr>
            <a:xfrm>
              <a:off x="0" y="0"/>
              <a:ext cx="7620000" cy="71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5250" lIns="190500" spcFirstLastPara="1" rIns="190500" wrap="square" tIns="952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205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227,980 U.S. College Programs</a:t>
              </a:r>
              <a:endParaRPr b="1" sz="2050">
                <a:solidFill>
                  <a:srgbClr val="E2D9C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  <a:p>
              <a:pPr indent="0" lvl="0" marL="0" rtl="0" algn="ctr">
                <a:spcBef>
                  <a:spcPts val="300"/>
                </a:spcBef>
                <a:spcAft>
                  <a:spcPts val="0"/>
                </a:spcAft>
                <a:buNone/>
              </a:pPr>
              <a:r>
                <a:rPr b="0" lang="en" sz="1310">
                  <a:solidFill>
                    <a:srgbClr val="E2D9C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One row for every institution × field of study × credential level.</a:t>
              </a:r>
              <a:endParaRPr b="0" sz="1310">
                <a:solidFill>
                  <a:srgbClr val="E2D9C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grpSp>
        <p:nvGrpSpPr>
          <p:cNvPr id="7059" name="Google Shape;7059;p196"/>
          <p:cNvGrpSpPr/>
          <p:nvPr/>
        </p:nvGrpSpPr>
        <p:grpSpPr>
          <a:xfrm>
            <a:off x="762000" y="1952625"/>
            <a:ext cx="7620000" cy="2476500"/>
            <a:chOff x="0" y="0"/>
            <a:chExt cx="7620000" cy="2476500"/>
          </a:xfrm>
        </p:grpSpPr>
        <p:pic>
          <p:nvPicPr>
            <p:cNvPr id="7060" name="Google Shape;7060;p196"/>
            <p:cNvPicPr preferRelativeResize="0"/>
            <p:nvPr/>
          </p:nvPicPr>
          <p:blipFill rotWithShape="1">
            <a:blip r:embed="rId4">
              <a:alphaModFix/>
            </a:blip>
            <a:srcRect b="25527" l="0" r="0" t="25532"/>
            <a:stretch/>
          </p:blipFill>
          <p:spPr>
            <a:xfrm>
              <a:off x="0" y="0"/>
              <a:ext cx="7620000" cy="2476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61" name="Google Shape;7061;p196"/>
            <p:cNvSpPr/>
            <p:nvPr/>
          </p:nvSpPr>
          <p:spPr>
            <a:xfrm>
              <a:off x="3048000" y="304800"/>
              <a:ext cx="1524000" cy="342900"/>
            </a:xfrm>
            <a:prstGeom prst="roundRect">
              <a:avLst>
                <a:gd fmla="val 50000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96"/>
            <p:cNvSpPr txBox="1"/>
            <p:nvPr/>
          </p:nvSpPr>
          <p:spPr>
            <a:xfrm>
              <a:off x="3048000" y="304800"/>
              <a:ext cx="1524000" cy="3429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2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QUESTION</a:t>
              </a:r>
              <a:endParaRPr b="1" sz="1200">
                <a:solidFill>
                  <a:srgbClr val="E2D9C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7063" name="Google Shape;7063;p196"/>
            <p:cNvSpPr txBox="1"/>
            <p:nvPr/>
          </p:nvSpPr>
          <p:spPr>
            <a:xfrm>
              <a:off x="384200" y="647700"/>
              <a:ext cx="6858000" cy="13335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ctr" bIns="95250" lIns="95250" spcFirstLastPara="1" rIns="95250" wrap="square" tIns="952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24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What is the most “Optimal path”</a:t>
              </a:r>
              <a:br>
                <a:rPr b="1" lang="en" sz="24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</a:br>
              <a:r>
                <a:rPr b="1" lang="en" sz="2400">
                  <a:solidFill>
                    <a:srgbClr val="2A292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a student can take? The most Risky?</a:t>
              </a:r>
              <a:endParaRPr b="1" sz="24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67" name="Shape 7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8" name="Google Shape;7068;p197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7069" name="Google Shape;7069;p197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7070" name="Google Shape;7070;p197"/>
            <p:cNvSpPr/>
            <p:nvPr/>
          </p:nvSpPr>
          <p:spPr>
            <a:xfrm>
              <a:off x="1208650" y="4764550"/>
              <a:ext cx="749037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97"/>
            <p:cNvSpPr/>
            <p:nvPr/>
          </p:nvSpPr>
          <p:spPr>
            <a:xfrm rot="-5400000">
              <a:off x="-1257776" y="1958100"/>
              <a:ext cx="32497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97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97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74" name="Google Shape;7074;p197"/>
          <p:cNvGrpSpPr/>
          <p:nvPr/>
        </p:nvGrpSpPr>
        <p:grpSpPr>
          <a:xfrm>
            <a:off x="-631915" y="4022366"/>
            <a:ext cx="1488946" cy="955802"/>
            <a:chOff x="-1053822" y="5316830"/>
            <a:chExt cx="1773822" cy="1138537"/>
          </a:xfrm>
        </p:grpSpPr>
        <p:sp>
          <p:nvSpPr>
            <p:cNvPr id="7075" name="Google Shape;7075;p197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97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97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97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97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97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97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97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97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97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97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97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97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97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97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97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97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97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97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97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97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97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97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97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97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97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97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97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97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97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97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97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97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97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97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97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97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97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97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97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97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97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97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97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97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97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97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97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23" name="Google Shape;7123;p19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this about?</a:t>
            </a:r>
            <a:endParaRPr/>
          </a:p>
        </p:txBody>
      </p:sp>
      <p:grpSp>
        <p:nvGrpSpPr>
          <p:cNvPr id="7124" name="Google Shape;7124;p197"/>
          <p:cNvGrpSpPr/>
          <p:nvPr/>
        </p:nvGrpSpPr>
        <p:grpSpPr>
          <a:xfrm>
            <a:off x="762000" y="1095375"/>
            <a:ext cx="7620000" cy="714300"/>
            <a:chOff x="0" y="0"/>
            <a:chExt cx="7620000" cy="714300"/>
          </a:xfrm>
        </p:grpSpPr>
        <p:sp>
          <p:nvSpPr>
            <p:cNvPr id="7125" name="Google Shape;7125;p197"/>
            <p:cNvSpPr/>
            <p:nvPr/>
          </p:nvSpPr>
          <p:spPr>
            <a:xfrm>
              <a:off x="0" y="0"/>
              <a:ext cx="7620000" cy="714300"/>
            </a:xfrm>
            <a:prstGeom prst="roundRect">
              <a:avLst>
                <a:gd fmla="val 10666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97"/>
            <p:cNvSpPr txBox="1"/>
            <p:nvPr/>
          </p:nvSpPr>
          <p:spPr>
            <a:xfrm>
              <a:off x="0" y="0"/>
              <a:ext cx="7620000" cy="71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5250" lIns="190500" spcFirstLastPara="1" rIns="190500" wrap="square" tIns="952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5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Simple Question?</a:t>
              </a:r>
              <a:endParaRPr b="1" sz="1850">
                <a:solidFill>
                  <a:srgbClr val="E2D9CA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  <a:p>
              <a:pPr indent="0" lvl="0" marL="0" rtl="0" algn="ctr">
                <a:spcBef>
                  <a:spcPts val="300"/>
                </a:spcBef>
                <a:spcAft>
                  <a:spcPts val="0"/>
                </a:spcAft>
                <a:buNone/>
              </a:pPr>
              <a:r>
                <a:rPr lang="en" sz="1110">
                  <a:solidFill>
                    <a:srgbClr val="E2D9C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No, it’s not</a:t>
              </a:r>
              <a:endParaRPr b="0" sz="1110">
                <a:solidFill>
                  <a:srgbClr val="E2D9C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grpSp>
        <p:nvGrpSpPr>
          <p:cNvPr id="7127" name="Google Shape;7127;p197"/>
          <p:cNvGrpSpPr/>
          <p:nvPr/>
        </p:nvGrpSpPr>
        <p:grpSpPr>
          <a:xfrm>
            <a:off x="771450" y="1943100"/>
            <a:ext cx="7619906" cy="2402467"/>
            <a:chOff x="-9525" y="-9525"/>
            <a:chExt cx="3686100" cy="2448000"/>
          </a:xfrm>
        </p:grpSpPr>
        <p:pic>
          <p:nvPicPr>
            <p:cNvPr id="7128" name="Google Shape;7128;p19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-9525" y="-9525"/>
              <a:ext cx="3686100" cy="24480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29" name="Google Shape;7129;p197"/>
            <p:cNvSpPr txBox="1"/>
            <p:nvPr/>
          </p:nvSpPr>
          <p:spPr>
            <a:xfrm>
              <a:off x="190500" y="533400"/>
              <a:ext cx="3286200" cy="17145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448676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27">
                <a:solidFill>
                  <a:srgbClr val="2A292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sp>
        <p:nvSpPr>
          <p:cNvPr id="7130" name="Google Shape;7130;p197"/>
          <p:cNvSpPr txBox="1"/>
          <p:nvPr/>
        </p:nvSpPr>
        <p:spPr>
          <a:xfrm>
            <a:off x="906300" y="2100800"/>
            <a:ext cx="7475700" cy="189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74" u="sng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0" lvl="0" marL="0" rtl="0" algn="l">
              <a:spcBef>
                <a:spcPts val="393"/>
              </a:spcBef>
              <a:spcAft>
                <a:spcPts val="0"/>
              </a:spcAft>
              <a:buNone/>
            </a:pPr>
            <a:r>
              <a:rPr lang="en" sz="1678" u="sng">
                <a:solidFill>
                  <a:srgbClr val="4A494A"/>
                </a:solidFill>
                <a:latin typeface="Albert Sans"/>
                <a:ea typeface="Albert Sans"/>
                <a:cs typeface="Albert Sans"/>
                <a:sym typeface="Albert Sans"/>
              </a:rPr>
              <a:t>Relying</a:t>
            </a:r>
            <a:r>
              <a:rPr b="1" lang="en" sz="1678" u="sng">
                <a:solidFill>
                  <a:srgbClr val="4A494A"/>
                </a:solidFill>
                <a:latin typeface="Albert Sans"/>
                <a:ea typeface="Albert Sans"/>
                <a:cs typeface="Albert Sans"/>
                <a:sym typeface="Albert Sans"/>
              </a:rPr>
              <a:t> solely</a:t>
            </a:r>
            <a:r>
              <a:rPr lang="en" sz="1678" u="sng">
                <a:solidFill>
                  <a:srgbClr val="4A494A"/>
                </a:solidFill>
                <a:latin typeface="Albert Sans"/>
                <a:ea typeface="Albert Sans"/>
                <a:cs typeface="Albert Sans"/>
                <a:sym typeface="Albert Sans"/>
              </a:rPr>
              <a:t> on overall </a:t>
            </a:r>
            <a:r>
              <a:rPr b="1" lang="en" sz="1678" u="sng">
                <a:solidFill>
                  <a:srgbClr val="4A494A"/>
                </a:solidFill>
                <a:latin typeface="Albert Sans"/>
                <a:ea typeface="Albert Sans"/>
                <a:cs typeface="Albert Sans"/>
                <a:sym typeface="Albert Sans"/>
              </a:rPr>
              <a:t>salary averages obscures key financial </a:t>
            </a:r>
            <a:r>
              <a:rPr lang="en" sz="1678" u="sng">
                <a:solidFill>
                  <a:srgbClr val="4A494A"/>
                </a:solidFill>
                <a:latin typeface="Albert Sans"/>
                <a:ea typeface="Albert Sans"/>
                <a:cs typeface="Albert Sans"/>
                <a:sym typeface="Albert Sans"/>
              </a:rPr>
              <a:t>realities.</a:t>
            </a:r>
            <a:br>
              <a:rPr lang="en" sz="1678" u="sng">
                <a:solidFill>
                  <a:srgbClr val="4A494A"/>
                </a:solidFill>
                <a:latin typeface="Albert Sans"/>
                <a:ea typeface="Albert Sans"/>
                <a:cs typeface="Albert Sans"/>
                <a:sym typeface="Albert Sans"/>
              </a:rPr>
            </a:br>
            <a:endParaRPr sz="1678" u="sng">
              <a:solidFill>
                <a:srgbClr val="4A494A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-314933" lvl="0" marL="448676" rtl="0" algn="l">
              <a:spcBef>
                <a:spcPts val="785"/>
              </a:spcBef>
              <a:spcAft>
                <a:spcPts val="0"/>
              </a:spcAft>
              <a:buClr>
                <a:schemeClr val="dk1"/>
              </a:buClr>
              <a:buSzPts val="1427"/>
              <a:buFont typeface="Albert Sans"/>
              <a:buChar char="●"/>
            </a:pPr>
            <a:r>
              <a:rPr b="1" lang="en" sz="1427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Salary Averages</a:t>
            </a:r>
            <a:r>
              <a:rPr b="1" lang="en" sz="1427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:  </a:t>
            </a:r>
            <a:r>
              <a:rPr lang="en" sz="1427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Important! But not all.</a:t>
            </a:r>
            <a:endParaRPr sz="1427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-314933" lvl="0" marL="448676" rtl="0" algn="l">
              <a:spcBef>
                <a:spcPts val="491"/>
              </a:spcBef>
              <a:spcAft>
                <a:spcPts val="0"/>
              </a:spcAft>
              <a:buClr>
                <a:schemeClr val="dk1"/>
              </a:buClr>
              <a:buSzPts val="1427"/>
              <a:buFont typeface="Albert Sans"/>
              <a:buChar char="●"/>
            </a:pPr>
            <a:r>
              <a:rPr b="1" lang="en" sz="1427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Debt Load Variations:</a:t>
            </a:r>
            <a:r>
              <a:rPr lang="en" sz="1427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Student debt levels differ drastically across institutions.</a:t>
            </a:r>
            <a:endParaRPr sz="1427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-314933" lvl="0" marL="448676" rtl="0" algn="l">
              <a:spcBef>
                <a:spcPts val="491"/>
              </a:spcBef>
              <a:spcAft>
                <a:spcPts val="0"/>
              </a:spcAft>
              <a:buClr>
                <a:schemeClr val="dk1"/>
              </a:buClr>
              <a:buSzPts val="1427"/>
              <a:buFont typeface="Albert Sans"/>
              <a:buChar char="●"/>
            </a:pPr>
            <a:r>
              <a:rPr b="1" lang="en" sz="1427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Industry Trajectory:</a:t>
            </a:r>
            <a:r>
              <a:rPr lang="en" sz="1427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High earnings in shrinking fields carry distinct long-term risks.</a:t>
            </a:r>
            <a:endParaRPr sz="16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34" name="Shape 7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5" name="Google Shape;7135;p198"/>
          <p:cNvSpPr txBox="1"/>
          <p:nvPr>
            <p:ph type="title"/>
          </p:nvPr>
        </p:nvSpPr>
        <p:spPr>
          <a:xfrm>
            <a:off x="1453600" y="1409525"/>
            <a:ext cx="5901600" cy="11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But First…..</a:t>
            </a:r>
            <a:endParaRPr/>
          </a:p>
        </p:txBody>
      </p:sp>
      <p:sp>
        <p:nvSpPr>
          <p:cNvPr id="7136" name="Google Shape;7136;p198"/>
          <p:cNvSpPr txBox="1"/>
          <p:nvPr>
            <p:ph idx="1" type="subTitle"/>
          </p:nvPr>
        </p:nvSpPr>
        <p:spPr>
          <a:xfrm>
            <a:off x="2203725" y="2660500"/>
            <a:ext cx="4736400" cy="70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does an Average Student looks like?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 to meet John…</a:t>
            </a:r>
            <a:endParaRPr/>
          </a:p>
        </p:txBody>
      </p:sp>
      <p:grpSp>
        <p:nvGrpSpPr>
          <p:cNvPr id="7137" name="Google Shape;7137;p198"/>
          <p:cNvGrpSpPr/>
          <p:nvPr/>
        </p:nvGrpSpPr>
        <p:grpSpPr>
          <a:xfrm>
            <a:off x="-280287" y="3722371"/>
            <a:ext cx="4409853" cy="1194429"/>
            <a:chOff x="-280287" y="3722371"/>
            <a:chExt cx="4409853" cy="1194429"/>
          </a:xfrm>
        </p:grpSpPr>
        <p:sp>
          <p:nvSpPr>
            <p:cNvPr id="7138" name="Google Shape;7138;p198"/>
            <p:cNvSpPr/>
            <p:nvPr/>
          </p:nvSpPr>
          <p:spPr>
            <a:xfrm flipH="1">
              <a:off x="3657867" y="4737044"/>
              <a:ext cx="198822" cy="179756"/>
            </a:xfrm>
            <a:custGeom>
              <a:rect b="b" l="l" r="r" t="t"/>
              <a:pathLst>
                <a:path extrusionOk="0" h="200" w="196">
                  <a:moveTo>
                    <a:pt x="191" y="195"/>
                  </a:moveTo>
                  <a:lnTo>
                    <a:pt x="191" y="195"/>
                  </a:lnTo>
                  <a:cubicBezTo>
                    <a:pt x="162" y="197"/>
                    <a:pt x="130" y="197"/>
                    <a:pt x="99" y="197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5" y="0"/>
                    <a:pt x="97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0"/>
                    <a:pt x="177" y="0"/>
                    <a:pt x="191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6" y="38"/>
                    <a:pt x="196" y="69"/>
                    <a:pt x="196" y="101"/>
                  </a:cubicBezTo>
                  <a:lnTo>
                    <a:pt x="191" y="195"/>
                  </a:lnTo>
                  <a:moveTo>
                    <a:pt x="191" y="195"/>
                  </a:moveTo>
                  <a:lnTo>
                    <a:pt x="191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77" y="8"/>
                    <a:pt x="160" y="8"/>
                    <a:pt x="145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65" y="8"/>
                    <a:pt x="36" y="8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6" y="164"/>
                    <a:pt x="6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0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1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98"/>
            <p:cNvSpPr/>
            <p:nvPr/>
          </p:nvSpPr>
          <p:spPr>
            <a:xfrm flipH="1">
              <a:off x="3818142" y="4740639"/>
              <a:ext cx="9130" cy="12852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9" y="25"/>
                    <a:pt x="9" y="48"/>
                    <a:pt x="9" y="71"/>
                  </a:cubicBezTo>
                  <a:cubicBezTo>
                    <a:pt x="9" y="97"/>
                    <a:pt x="9" y="120"/>
                    <a:pt x="5" y="143"/>
                  </a:cubicBezTo>
                  <a:cubicBezTo>
                    <a:pt x="3" y="120"/>
                    <a:pt x="0" y="97"/>
                    <a:pt x="0" y="71"/>
                  </a:cubicBezTo>
                  <a:cubicBezTo>
                    <a:pt x="0" y="48"/>
                    <a:pt x="3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98"/>
            <p:cNvSpPr/>
            <p:nvPr/>
          </p:nvSpPr>
          <p:spPr>
            <a:xfrm flipH="1">
              <a:off x="3798868" y="4740639"/>
              <a:ext cx="9130" cy="87182"/>
            </a:xfrm>
            <a:custGeom>
              <a:rect b="b" l="l" r="r" t="t"/>
              <a:pathLst>
                <a:path extrusionOk="0" h="97" w="9">
                  <a:moveTo>
                    <a:pt x="5" y="0"/>
                  </a:moveTo>
                  <a:lnTo>
                    <a:pt x="5" y="0"/>
                  </a:lnTo>
                  <a:cubicBezTo>
                    <a:pt x="7" y="17"/>
                    <a:pt x="9" y="31"/>
                    <a:pt x="9" y="48"/>
                  </a:cubicBezTo>
                  <a:cubicBezTo>
                    <a:pt x="9" y="63"/>
                    <a:pt x="7" y="80"/>
                    <a:pt x="5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98"/>
            <p:cNvSpPr/>
            <p:nvPr/>
          </p:nvSpPr>
          <p:spPr>
            <a:xfrm flipH="1">
              <a:off x="3709601" y="4740639"/>
              <a:ext cx="8115" cy="113246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8" y="21"/>
                    <a:pt x="8" y="42"/>
                    <a:pt x="8" y="63"/>
                  </a:cubicBezTo>
                  <a:cubicBezTo>
                    <a:pt x="8" y="84"/>
                    <a:pt x="8" y="105"/>
                    <a:pt x="4" y="126"/>
                  </a:cubicBezTo>
                  <a:cubicBezTo>
                    <a:pt x="2" y="105"/>
                    <a:pt x="0" y="84"/>
                    <a:pt x="0" y="63"/>
                  </a:cubicBezTo>
                  <a:cubicBezTo>
                    <a:pt x="0" y="42"/>
                    <a:pt x="2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98"/>
            <p:cNvSpPr/>
            <p:nvPr/>
          </p:nvSpPr>
          <p:spPr>
            <a:xfrm flipH="1">
              <a:off x="3758292" y="4816137"/>
              <a:ext cx="9130" cy="70105"/>
            </a:xfrm>
            <a:custGeom>
              <a:rect b="b" l="l" r="r" t="t"/>
              <a:pathLst>
                <a:path extrusionOk="0" h="78" w="9">
                  <a:moveTo>
                    <a:pt x="5" y="0"/>
                  </a:moveTo>
                  <a:lnTo>
                    <a:pt x="5" y="0"/>
                  </a:lnTo>
                  <a:cubicBezTo>
                    <a:pt x="9" y="13"/>
                    <a:pt x="9" y="25"/>
                    <a:pt x="9" y="38"/>
                  </a:cubicBezTo>
                  <a:cubicBezTo>
                    <a:pt x="9" y="51"/>
                    <a:pt x="9" y="65"/>
                    <a:pt x="5" y="78"/>
                  </a:cubicBezTo>
                  <a:cubicBezTo>
                    <a:pt x="2" y="65"/>
                    <a:pt x="0" y="51"/>
                    <a:pt x="0" y="38"/>
                  </a:cubicBezTo>
                  <a:cubicBezTo>
                    <a:pt x="0" y="25"/>
                    <a:pt x="2" y="13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98"/>
            <p:cNvSpPr/>
            <p:nvPr/>
          </p:nvSpPr>
          <p:spPr>
            <a:xfrm flipH="1">
              <a:off x="-95160" y="4737042"/>
              <a:ext cx="139362" cy="179750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98"/>
            <p:cNvSpPr/>
            <p:nvPr/>
          </p:nvSpPr>
          <p:spPr>
            <a:xfrm flipH="1">
              <a:off x="4083" y="4740637"/>
              <a:ext cx="6335" cy="128521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98"/>
            <p:cNvSpPr/>
            <p:nvPr/>
          </p:nvSpPr>
          <p:spPr>
            <a:xfrm flipH="1">
              <a:off x="-6475" y="4740637"/>
              <a:ext cx="3519" cy="8717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98"/>
            <p:cNvSpPr/>
            <p:nvPr/>
          </p:nvSpPr>
          <p:spPr>
            <a:xfrm flipH="1">
              <a:off x="-71229" y="4740637"/>
              <a:ext cx="5631" cy="1132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98"/>
            <p:cNvSpPr/>
            <p:nvPr/>
          </p:nvSpPr>
          <p:spPr>
            <a:xfrm flipH="1">
              <a:off x="-43075" y="4771194"/>
              <a:ext cx="5631" cy="115040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98"/>
            <p:cNvSpPr/>
            <p:nvPr/>
          </p:nvSpPr>
          <p:spPr>
            <a:xfrm flipH="1">
              <a:off x="-280287" y="4653450"/>
              <a:ext cx="4409853" cy="93474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98"/>
            <p:cNvSpPr/>
            <p:nvPr/>
          </p:nvSpPr>
          <p:spPr>
            <a:xfrm flipH="1">
              <a:off x="2960977" y="4680421"/>
              <a:ext cx="1164528" cy="7190"/>
            </a:xfrm>
            <a:custGeom>
              <a:rect b="b" l="l" r="r" t="t"/>
              <a:pathLst>
                <a:path extrusionOk="0" h="8" w="1148">
                  <a:moveTo>
                    <a:pt x="0" y="4"/>
                  </a:moveTo>
                  <a:lnTo>
                    <a:pt x="0" y="4"/>
                  </a:lnTo>
                  <a:cubicBezTo>
                    <a:pt x="97" y="2"/>
                    <a:pt x="192" y="2"/>
                    <a:pt x="288" y="2"/>
                  </a:cubicBezTo>
                  <a:cubicBezTo>
                    <a:pt x="336" y="2"/>
                    <a:pt x="383" y="2"/>
                    <a:pt x="431" y="2"/>
                  </a:cubicBezTo>
                  <a:cubicBezTo>
                    <a:pt x="480" y="4"/>
                    <a:pt x="526" y="2"/>
                    <a:pt x="574" y="2"/>
                  </a:cubicBezTo>
                  <a:cubicBezTo>
                    <a:pt x="671" y="2"/>
                    <a:pt x="765" y="0"/>
                    <a:pt x="862" y="0"/>
                  </a:cubicBezTo>
                  <a:cubicBezTo>
                    <a:pt x="908" y="0"/>
                    <a:pt x="957" y="2"/>
                    <a:pt x="1005" y="2"/>
                  </a:cubicBezTo>
                  <a:cubicBezTo>
                    <a:pt x="1054" y="2"/>
                    <a:pt x="1100" y="2"/>
                    <a:pt x="1148" y="4"/>
                  </a:cubicBezTo>
                  <a:lnTo>
                    <a:pt x="1148" y="4"/>
                  </a:lnTo>
                  <a:cubicBezTo>
                    <a:pt x="1100" y="6"/>
                    <a:pt x="1054" y="6"/>
                    <a:pt x="1005" y="6"/>
                  </a:cubicBezTo>
                  <a:cubicBezTo>
                    <a:pt x="957" y="6"/>
                    <a:pt x="908" y="8"/>
                    <a:pt x="862" y="8"/>
                  </a:cubicBezTo>
                  <a:cubicBezTo>
                    <a:pt x="765" y="8"/>
                    <a:pt x="671" y="6"/>
                    <a:pt x="574" y="6"/>
                  </a:cubicBezTo>
                  <a:cubicBezTo>
                    <a:pt x="526" y="6"/>
                    <a:pt x="480" y="4"/>
                    <a:pt x="431" y="4"/>
                  </a:cubicBezTo>
                  <a:cubicBezTo>
                    <a:pt x="383" y="6"/>
                    <a:pt x="336" y="6"/>
                    <a:pt x="288" y="6"/>
                  </a:cubicBezTo>
                  <a:cubicBezTo>
                    <a:pt x="192" y="6"/>
                    <a:pt x="97" y="6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98"/>
            <p:cNvSpPr/>
            <p:nvPr/>
          </p:nvSpPr>
          <p:spPr>
            <a:xfrm flipH="1">
              <a:off x="-275345" y="4698396"/>
              <a:ext cx="805908" cy="6291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98"/>
            <p:cNvSpPr/>
            <p:nvPr/>
          </p:nvSpPr>
          <p:spPr>
            <a:xfrm flipH="1">
              <a:off x="3082704" y="4697498"/>
              <a:ext cx="615739" cy="5393"/>
            </a:xfrm>
            <a:custGeom>
              <a:rect b="b" l="l" r="r" t="t"/>
              <a:pathLst>
                <a:path extrusionOk="0" h="6" w="607">
                  <a:moveTo>
                    <a:pt x="0" y="2"/>
                  </a:moveTo>
                  <a:lnTo>
                    <a:pt x="0" y="2"/>
                  </a:lnTo>
                  <a:cubicBezTo>
                    <a:pt x="50" y="0"/>
                    <a:pt x="101" y="0"/>
                    <a:pt x="153" y="0"/>
                  </a:cubicBezTo>
                  <a:cubicBezTo>
                    <a:pt x="178" y="0"/>
                    <a:pt x="204" y="2"/>
                    <a:pt x="229" y="2"/>
                  </a:cubicBezTo>
                  <a:cubicBezTo>
                    <a:pt x="254" y="2"/>
                    <a:pt x="279" y="2"/>
                    <a:pt x="305" y="2"/>
                  </a:cubicBezTo>
                  <a:cubicBezTo>
                    <a:pt x="355" y="0"/>
                    <a:pt x="406" y="0"/>
                    <a:pt x="456" y="0"/>
                  </a:cubicBezTo>
                  <a:cubicBezTo>
                    <a:pt x="506" y="0"/>
                    <a:pt x="557" y="0"/>
                    <a:pt x="607" y="2"/>
                  </a:cubicBezTo>
                  <a:cubicBezTo>
                    <a:pt x="607" y="4"/>
                    <a:pt x="607" y="4"/>
                    <a:pt x="607" y="4"/>
                  </a:cubicBezTo>
                  <a:cubicBezTo>
                    <a:pt x="557" y="4"/>
                    <a:pt x="506" y="6"/>
                    <a:pt x="456" y="6"/>
                  </a:cubicBezTo>
                  <a:cubicBezTo>
                    <a:pt x="406" y="6"/>
                    <a:pt x="355" y="6"/>
                    <a:pt x="305" y="4"/>
                  </a:cubicBezTo>
                  <a:cubicBezTo>
                    <a:pt x="279" y="4"/>
                    <a:pt x="254" y="4"/>
                    <a:pt x="229" y="4"/>
                  </a:cubicBezTo>
                  <a:cubicBezTo>
                    <a:pt x="204" y="4"/>
                    <a:pt x="178" y="4"/>
                    <a:pt x="153" y="6"/>
                  </a:cubicBezTo>
                  <a:cubicBezTo>
                    <a:pt x="101" y="6"/>
                    <a:pt x="50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98"/>
            <p:cNvSpPr/>
            <p:nvPr/>
          </p:nvSpPr>
          <p:spPr>
            <a:xfrm flipH="1">
              <a:off x="777902" y="4708288"/>
              <a:ext cx="317934" cy="9886"/>
            </a:xfrm>
            <a:custGeom>
              <a:rect b="b" l="l" r="r" t="t"/>
              <a:pathLst>
                <a:path extrusionOk="0" h="11" w="607">
                  <a:moveTo>
                    <a:pt x="0" y="4"/>
                  </a:moveTo>
                  <a:lnTo>
                    <a:pt x="0" y="4"/>
                  </a:lnTo>
                  <a:cubicBezTo>
                    <a:pt x="50" y="2"/>
                    <a:pt x="101" y="0"/>
                    <a:pt x="151" y="2"/>
                  </a:cubicBezTo>
                  <a:cubicBezTo>
                    <a:pt x="176" y="2"/>
                    <a:pt x="202" y="4"/>
                    <a:pt x="227" y="4"/>
                  </a:cubicBezTo>
                  <a:cubicBezTo>
                    <a:pt x="252" y="4"/>
                    <a:pt x="277" y="4"/>
                    <a:pt x="303" y="2"/>
                  </a:cubicBezTo>
                  <a:cubicBezTo>
                    <a:pt x="353" y="2"/>
                    <a:pt x="404" y="0"/>
                    <a:pt x="454" y="0"/>
                  </a:cubicBezTo>
                  <a:cubicBezTo>
                    <a:pt x="504" y="2"/>
                    <a:pt x="555" y="2"/>
                    <a:pt x="607" y="4"/>
                  </a:cubicBezTo>
                  <a:cubicBezTo>
                    <a:pt x="607" y="6"/>
                    <a:pt x="607" y="6"/>
                    <a:pt x="607" y="6"/>
                  </a:cubicBezTo>
                  <a:cubicBezTo>
                    <a:pt x="555" y="9"/>
                    <a:pt x="504" y="9"/>
                    <a:pt x="454" y="11"/>
                  </a:cubicBezTo>
                  <a:cubicBezTo>
                    <a:pt x="404" y="11"/>
                    <a:pt x="353" y="9"/>
                    <a:pt x="303" y="9"/>
                  </a:cubicBezTo>
                  <a:cubicBezTo>
                    <a:pt x="277" y="6"/>
                    <a:pt x="252" y="6"/>
                    <a:pt x="227" y="6"/>
                  </a:cubicBezTo>
                  <a:cubicBezTo>
                    <a:pt x="202" y="6"/>
                    <a:pt x="176" y="9"/>
                    <a:pt x="151" y="9"/>
                  </a:cubicBezTo>
                  <a:cubicBezTo>
                    <a:pt x="101" y="9"/>
                    <a:pt x="50" y="9"/>
                    <a:pt x="0" y="6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98"/>
            <p:cNvSpPr/>
            <p:nvPr/>
          </p:nvSpPr>
          <p:spPr>
            <a:xfrm flipH="1">
              <a:off x="127058" y="4717268"/>
              <a:ext cx="677646" cy="8089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98"/>
            <p:cNvSpPr/>
            <p:nvPr/>
          </p:nvSpPr>
          <p:spPr>
            <a:xfrm flipH="1">
              <a:off x="798451" y="4704694"/>
              <a:ext cx="267825" cy="7190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98"/>
            <p:cNvSpPr/>
            <p:nvPr/>
          </p:nvSpPr>
          <p:spPr>
            <a:xfrm flipH="1">
              <a:off x="1319490" y="4718174"/>
              <a:ext cx="89043" cy="7190"/>
            </a:xfrm>
            <a:custGeom>
              <a:rect b="b" l="l" r="r" t="t"/>
              <a:pathLst>
                <a:path extrusionOk="0" h="8" w="170">
                  <a:moveTo>
                    <a:pt x="0" y="2"/>
                  </a:moveTo>
                  <a:lnTo>
                    <a:pt x="0" y="2"/>
                  </a:lnTo>
                  <a:cubicBezTo>
                    <a:pt x="14" y="0"/>
                    <a:pt x="29" y="0"/>
                    <a:pt x="42" y="0"/>
                  </a:cubicBezTo>
                  <a:cubicBezTo>
                    <a:pt x="50" y="0"/>
                    <a:pt x="56" y="2"/>
                    <a:pt x="65" y="2"/>
                  </a:cubicBezTo>
                  <a:cubicBezTo>
                    <a:pt x="71" y="2"/>
                    <a:pt x="77" y="2"/>
                    <a:pt x="86" y="2"/>
                  </a:cubicBezTo>
                  <a:cubicBezTo>
                    <a:pt x="100" y="0"/>
                    <a:pt x="113" y="0"/>
                    <a:pt x="128" y="0"/>
                  </a:cubicBezTo>
                  <a:cubicBezTo>
                    <a:pt x="143" y="0"/>
                    <a:pt x="157" y="0"/>
                    <a:pt x="170" y="2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57" y="6"/>
                    <a:pt x="143" y="8"/>
                    <a:pt x="128" y="8"/>
                  </a:cubicBezTo>
                  <a:cubicBezTo>
                    <a:pt x="113" y="8"/>
                    <a:pt x="100" y="8"/>
                    <a:pt x="86" y="6"/>
                  </a:cubicBezTo>
                  <a:cubicBezTo>
                    <a:pt x="77" y="4"/>
                    <a:pt x="71" y="4"/>
                    <a:pt x="65" y="4"/>
                  </a:cubicBezTo>
                  <a:cubicBezTo>
                    <a:pt x="56" y="4"/>
                    <a:pt x="50" y="6"/>
                    <a:pt x="42" y="6"/>
                  </a:cubicBezTo>
                  <a:cubicBezTo>
                    <a:pt x="29" y="8"/>
                    <a:pt x="14" y="6"/>
                    <a:pt x="0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98"/>
            <p:cNvSpPr/>
            <p:nvPr/>
          </p:nvSpPr>
          <p:spPr>
            <a:xfrm flipH="1">
              <a:off x="106419" y="4352388"/>
              <a:ext cx="903237" cy="309167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98"/>
            <p:cNvSpPr/>
            <p:nvPr/>
          </p:nvSpPr>
          <p:spPr>
            <a:xfrm flipH="1">
              <a:off x="749020" y="4358679"/>
              <a:ext cx="22469" cy="296584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98"/>
            <p:cNvSpPr/>
            <p:nvPr/>
          </p:nvSpPr>
          <p:spPr>
            <a:xfrm flipH="1">
              <a:off x="346382" y="4428781"/>
              <a:ext cx="22469" cy="157279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98"/>
            <p:cNvSpPr/>
            <p:nvPr/>
          </p:nvSpPr>
          <p:spPr>
            <a:xfrm flipH="1">
              <a:off x="306838" y="4411705"/>
              <a:ext cx="22469" cy="191432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98"/>
            <p:cNvSpPr/>
            <p:nvPr/>
          </p:nvSpPr>
          <p:spPr>
            <a:xfrm flipH="1">
              <a:off x="174722" y="4358679"/>
              <a:ext cx="20671" cy="296584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98"/>
            <p:cNvSpPr/>
            <p:nvPr/>
          </p:nvSpPr>
          <p:spPr>
            <a:xfrm rot="10800000">
              <a:off x="176520" y="4644478"/>
              <a:ext cx="15279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98"/>
            <p:cNvSpPr/>
            <p:nvPr/>
          </p:nvSpPr>
          <p:spPr>
            <a:xfrm rot="10800000">
              <a:off x="176520" y="4639086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98"/>
            <p:cNvSpPr/>
            <p:nvPr/>
          </p:nvSpPr>
          <p:spPr>
            <a:xfrm rot="10800000">
              <a:off x="178317" y="4632794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98"/>
            <p:cNvSpPr/>
            <p:nvPr/>
          </p:nvSpPr>
          <p:spPr>
            <a:xfrm rot="10800000">
              <a:off x="174722" y="4627402"/>
              <a:ext cx="15279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98"/>
            <p:cNvSpPr/>
            <p:nvPr/>
          </p:nvSpPr>
          <p:spPr>
            <a:xfrm rot="10800000">
              <a:off x="174722" y="4622010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98"/>
            <p:cNvSpPr/>
            <p:nvPr/>
          </p:nvSpPr>
          <p:spPr>
            <a:xfrm rot="10800000">
              <a:off x="178317" y="4617516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98"/>
            <p:cNvSpPr/>
            <p:nvPr/>
          </p:nvSpPr>
          <p:spPr>
            <a:xfrm flipH="1">
              <a:off x="176520" y="4612123"/>
              <a:ext cx="13481" cy="899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98"/>
            <p:cNvSpPr/>
            <p:nvPr/>
          </p:nvSpPr>
          <p:spPr>
            <a:xfrm rot="10800000">
              <a:off x="178317" y="460673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98"/>
            <p:cNvSpPr/>
            <p:nvPr/>
          </p:nvSpPr>
          <p:spPr>
            <a:xfrm rot="10800000">
              <a:off x="176520" y="4600440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98"/>
            <p:cNvSpPr/>
            <p:nvPr/>
          </p:nvSpPr>
          <p:spPr>
            <a:xfrm rot="10800000">
              <a:off x="176520" y="4595047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98"/>
            <p:cNvSpPr/>
            <p:nvPr/>
          </p:nvSpPr>
          <p:spPr>
            <a:xfrm rot="10800000">
              <a:off x="178317" y="4589655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98"/>
            <p:cNvSpPr/>
            <p:nvPr/>
          </p:nvSpPr>
          <p:spPr>
            <a:xfrm rot="10800000">
              <a:off x="176520" y="4584263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98"/>
            <p:cNvSpPr/>
            <p:nvPr/>
          </p:nvSpPr>
          <p:spPr>
            <a:xfrm flipH="1">
              <a:off x="178317" y="4576174"/>
              <a:ext cx="13481" cy="1797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98"/>
            <p:cNvSpPr/>
            <p:nvPr/>
          </p:nvSpPr>
          <p:spPr>
            <a:xfrm flipH="1">
              <a:off x="178317" y="4570781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98"/>
            <p:cNvSpPr/>
            <p:nvPr/>
          </p:nvSpPr>
          <p:spPr>
            <a:xfrm rot="10800000">
              <a:off x="178317" y="4564490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98"/>
            <p:cNvSpPr/>
            <p:nvPr/>
          </p:nvSpPr>
          <p:spPr>
            <a:xfrm rot="10800000">
              <a:off x="178317" y="4560895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98"/>
            <p:cNvSpPr/>
            <p:nvPr/>
          </p:nvSpPr>
          <p:spPr>
            <a:xfrm rot="10800000">
              <a:off x="176520" y="4555503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98"/>
            <p:cNvSpPr/>
            <p:nvPr/>
          </p:nvSpPr>
          <p:spPr>
            <a:xfrm flipH="1">
              <a:off x="178317" y="4548313"/>
              <a:ext cx="11684" cy="899"/>
            </a:xfrm>
            <a:custGeom>
              <a:rect b="b" l="l" r="r" t="t"/>
              <a:pathLst>
                <a:path extrusionOk="0" fill="none" h="1" w="13">
                  <a:moveTo>
                    <a:pt x="0" y="0"/>
                  </a:moveTo>
                  <a:lnTo>
                    <a:pt x="0" y="0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98"/>
            <p:cNvSpPr/>
            <p:nvPr/>
          </p:nvSpPr>
          <p:spPr>
            <a:xfrm rot="10800000">
              <a:off x="180115" y="4542022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98"/>
            <p:cNvSpPr/>
            <p:nvPr/>
          </p:nvSpPr>
          <p:spPr>
            <a:xfrm rot="10800000">
              <a:off x="178317" y="4536629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98"/>
            <p:cNvSpPr/>
            <p:nvPr/>
          </p:nvSpPr>
          <p:spPr>
            <a:xfrm flipH="1">
              <a:off x="178317" y="4528541"/>
              <a:ext cx="11684" cy="2696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98"/>
            <p:cNvSpPr/>
            <p:nvPr/>
          </p:nvSpPr>
          <p:spPr>
            <a:xfrm rot="10800000">
              <a:off x="178317" y="4524946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98"/>
            <p:cNvSpPr/>
            <p:nvPr/>
          </p:nvSpPr>
          <p:spPr>
            <a:xfrm rot="10800000">
              <a:off x="180115" y="4517756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98"/>
            <p:cNvSpPr/>
            <p:nvPr/>
          </p:nvSpPr>
          <p:spPr>
            <a:xfrm rot="10800000">
              <a:off x="180115" y="4514161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98"/>
            <p:cNvSpPr/>
            <p:nvPr/>
          </p:nvSpPr>
          <p:spPr>
            <a:xfrm rot="10800000">
              <a:off x="180115" y="4506072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98"/>
            <p:cNvSpPr/>
            <p:nvPr/>
          </p:nvSpPr>
          <p:spPr>
            <a:xfrm rot="10800000">
              <a:off x="178317" y="4500680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98"/>
            <p:cNvSpPr/>
            <p:nvPr/>
          </p:nvSpPr>
          <p:spPr>
            <a:xfrm rot="10800000">
              <a:off x="180115" y="4495287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98"/>
            <p:cNvSpPr/>
            <p:nvPr/>
          </p:nvSpPr>
          <p:spPr>
            <a:xfrm flipH="1">
              <a:off x="180115" y="4488996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98"/>
            <p:cNvSpPr/>
            <p:nvPr/>
          </p:nvSpPr>
          <p:spPr>
            <a:xfrm rot="10800000">
              <a:off x="178317" y="4483604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98"/>
            <p:cNvSpPr/>
            <p:nvPr/>
          </p:nvSpPr>
          <p:spPr>
            <a:xfrm rot="10800000">
              <a:off x="178317" y="447821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98"/>
            <p:cNvSpPr/>
            <p:nvPr/>
          </p:nvSpPr>
          <p:spPr>
            <a:xfrm rot="10800000">
              <a:off x="178317" y="4470123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98"/>
            <p:cNvSpPr/>
            <p:nvPr/>
          </p:nvSpPr>
          <p:spPr>
            <a:xfrm flipH="1">
              <a:off x="178317" y="4462933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98"/>
            <p:cNvSpPr/>
            <p:nvPr/>
          </p:nvSpPr>
          <p:spPr>
            <a:xfrm rot="10800000">
              <a:off x="178317" y="4459338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98"/>
            <p:cNvSpPr/>
            <p:nvPr/>
          </p:nvSpPr>
          <p:spPr>
            <a:xfrm flipH="1">
              <a:off x="178317" y="4451249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98"/>
            <p:cNvSpPr/>
            <p:nvPr/>
          </p:nvSpPr>
          <p:spPr>
            <a:xfrm rot="10800000">
              <a:off x="178317" y="4445857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98"/>
            <p:cNvSpPr/>
            <p:nvPr/>
          </p:nvSpPr>
          <p:spPr>
            <a:xfrm rot="10800000">
              <a:off x="178317" y="4442262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98"/>
            <p:cNvSpPr/>
            <p:nvPr/>
          </p:nvSpPr>
          <p:spPr>
            <a:xfrm rot="10800000">
              <a:off x="178317" y="4435971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98"/>
            <p:cNvSpPr/>
            <p:nvPr/>
          </p:nvSpPr>
          <p:spPr>
            <a:xfrm flipH="1">
              <a:off x="178317" y="4428781"/>
              <a:ext cx="13481" cy="899"/>
            </a:xfrm>
            <a:custGeom>
              <a:rect b="b" l="l" r="r" t="t"/>
              <a:pathLst>
                <a:path extrusionOk="0" fill="none" h="1" w="15">
                  <a:moveTo>
                    <a:pt x="0" y="0"/>
                  </a:moveTo>
                  <a:lnTo>
                    <a:pt x="0" y="0"/>
                  </a:lnTo>
                  <a:cubicBezTo>
                    <a:pt x="4" y="2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98"/>
            <p:cNvSpPr/>
            <p:nvPr/>
          </p:nvSpPr>
          <p:spPr>
            <a:xfrm flipH="1">
              <a:off x="180115" y="4423388"/>
              <a:ext cx="9886" cy="1797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98"/>
            <p:cNvSpPr/>
            <p:nvPr/>
          </p:nvSpPr>
          <p:spPr>
            <a:xfrm rot="10800000">
              <a:off x="178317" y="4417097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98"/>
            <p:cNvSpPr/>
            <p:nvPr/>
          </p:nvSpPr>
          <p:spPr>
            <a:xfrm flipH="1">
              <a:off x="178317" y="4413502"/>
              <a:ext cx="9886" cy="1797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98"/>
            <p:cNvSpPr/>
            <p:nvPr/>
          </p:nvSpPr>
          <p:spPr>
            <a:xfrm rot="10800000">
              <a:off x="178317" y="4408110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98"/>
            <p:cNvSpPr/>
            <p:nvPr/>
          </p:nvSpPr>
          <p:spPr>
            <a:xfrm flipH="1">
              <a:off x="178317" y="4402717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98"/>
            <p:cNvSpPr/>
            <p:nvPr/>
          </p:nvSpPr>
          <p:spPr>
            <a:xfrm rot="10800000">
              <a:off x="180115" y="4399122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98"/>
            <p:cNvSpPr/>
            <p:nvPr/>
          </p:nvSpPr>
          <p:spPr>
            <a:xfrm rot="10800000">
              <a:off x="180115" y="4391034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98"/>
            <p:cNvSpPr/>
            <p:nvPr/>
          </p:nvSpPr>
          <p:spPr>
            <a:xfrm rot="10800000">
              <a:off x="178317" y="438564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98"/>
            <p:cNvSpPr/>
            <p:nvPr/>
          </p:nvSpPr>
          <p:spPr>
            <a:xfrm flipH="1">
              <a:off x="178317" y="4380249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98"/>
            <p:cNvSpPr/>
            <p:nvPr/>
          </p:nvSpPr>
          <p:spPr>
            <a:xfrm rot="10800000">
              <a:off x="178317" y="4375755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98"/>
            <p:cNvSpPr/>
            <p:nvPr/>
          </p:nvSpPr>
          <p:spPr>
            <a:xfrm rot="10800000">
              <a:off x="180115" y="4370363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98"/>
            <p:cNvSpPr/>
            <p:nvPr/>
          </p:nvSpPr>
          <p:spPr>
            <a:xfrm rot="10800000">
              <a:off x="178317" y="4366768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98"/>
            <p:cNvSpPr/>
            <p:nvPr/>
          </p:nvSpPr>
          <p:spPr>
            <a:xfrm flipH="1">
              <a:off x="918882" y="4358679"/>
              <a:ext cx="20671" cy="296584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98"/>
            <p:cNvSpPr/>
            <p:nvPr/>
          </p:nvSpPr>
          <p:spPr>
            <a:xfrm flipH="1">
              <a:off x="920680" y="4642681"/>
              <a:ext cx="15279" cy="1797"/>
            </a:xfrm>
            <a:custGeom>
              <a:rect b="b" l="l" r="r" t="t"/>
              <a:pathLst>
                <a:path extrusionOk="0" fill="none" h="2" w="17">
                  <a:moveTo>
                    <a:pt x="0" y="2"/>
                  </a:moveTo>
                  <a:lnTo>
                    <a:pt x="0" y="2"/>
                  </a:lnTo>
                  <a:cubicBezTo>
                    <a:pt x="6" y="2"/>
                    <a:pt x="10" y="2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98"/>
            <p:cNvSpPr/>
            <p:nvPr/>
          </p:nvSpPr>
          <p:spPr>
            <a:xfrm flipH="1">
              <a:off x="920680" y="4636389"/>
              <a:ext cx="15279" cy="2696"/>
            </a:xfrm>
            <a:custGeom>
              <a:rect b="b" l="l" r="r" t="t"/>
              <a:pathLst>
                <a:path extrusionOk="0" fill="none" h="3" w="17">
                  <a:moveTo>
                    <a:pt x="0" y="3"/>
                  </a:moveTo>
                  <a:lnTo>
                    <a:pt x="0" y="3"/>
                  </a:lnTo>
                  <a:cubicBezTo>
                    <a:pt x="6" y="3"/>
                    <a:pt x="10" y="3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98"/>
            <p:cNvSpPr/>
            <p:nvPr/>
          </p:nvSpPr>
          <p:spPr>
            <a:xfrm rot="10800000">
              <a:off x="922477" y="4632794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98"/>
            <p:cNvSpPr/>
            <p:nvPr/>
          </p:nvSpPr>
          <p:spPr>
            <a:xfrm rot="10800000">
              <a:off x="920680" y="4627402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98"/>
            <p:cNvSpPr/>
            <p:nvPr/>
          </p:nvSpPr>
          <p:spPr>
            <a:xfrm rot="10800000">
              <a:off x="920680" y="4622010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98"/>
            <p:cNvSpPr/>
            <p:nvPr/>
          </p:nvSpPr>
          <p:spPr>
            <a:xfrm rot="10800000">
              <a:off x="922477" y="4617516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98"/>
            <p:cNvSpPr/>
            <p:nvPr/>
          </p:nvSpPr>
          <p:spPr>
            <a:xfrm rot="10800000">
              <a:off x="920680" y="4612123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98"/>
            <p:cNvSpPr/>
            <p:nvPr/>
          </p:nvSpPr>
          <p:spPr>
            <a:xfrm rot="10800000">
              <a:off x="922477" y="460673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98"/>
            <p:cNvSpPr/>
            <p:nvPr/>
          </p:nvSpPr>
          <p:spPr>
            <a:xfrm rot="10800000">
              <a:off x="920680" y="4600440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98"/>
            <p:cNvSpPr/>
            <p:nvPr/>
          </p:nvSpPr>
          <p:spPr>
            <a:xfrm rot="10800000">
              <a:off x="920680" y="4595047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98"/>
            <p:cNvSpPr/>
            <p:nvPr/>
          </p:nvSpPr>
          <p:spPr>
            <a:xfrm rot="10800000">
              <a:off x="922477" y="4589655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98"/>
            <p:cNvSpPr/>
            <p:nvPr/>
          </p:nvSpPr>
          <p:spPr>
            <a:xfrm rot="10800000">
              <a:off x="920680" y="4584263"/>
              <a:ext cx="15279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98"/>
            <p:cNvSpPr/>
            <p:nvPr/>
          </p:nvSpPr>
          <p:spPr>
            <a:xfrm flipH="1">
              <a:off x="922477" y="4576174"/>
              <a:ext cx="13481" cy="1797"/>
            </a:xfrm>
            <a:custGeom>
              <a:rect b="b" l="l" r="r" t="t"/>
              <a:pathLst>
                <a:path extrusionOk="0" fill="none" h="2" w="15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98"/>
            <p:cNvSpPr/>
            <p:nvPr/>
          </p:nvSpPr>
          <p:spPr>
            <a:xfrm rot="10800000">
              <a:off x="922477" y="457078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98"/>
            <p:cNvSpPr/>
            <p:nvPr/>
          </p:nvSpPr>
          <p:spPr>
            <a:xfrm rot="10800000">
              <a:off x="922477" y="4564490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98"/>
            <p:cNvSpPr/>
            <p:nvPr/>
          </p:nvSpPr>
          <p:spPr>
            <a:xfrm rot="10800000">
              <a:off x="922477" y="4560895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98"/>
            <p:cNvSpPr/>
            <p:nvPr/>
          </p:nvSpPr>
          <p:spPr>
            <a:xfrm rot="10800000">
              <a:off x="920680" y="4555503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98"/>
            <p:cNvSpPr/>
            <p:nvPr/>
          </p:nvSpPr>
          <p:spPr>
            <a:xfrm rot="10800000">
              <a:off x="922477" y="4548313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98"/>
            <p:cNvSpPr/>
            <p:nvPr/>
          </p:nvSpPr>
          <p:spPr>
            <a:xfrm rot="10800000">
              <a:off x="924274" y="4542022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98"/>
            <p:cNvSpPr/>
            <p:nvPr/>
          </p:nvSpPr>
          <p:spPr>
            <a:xfrm rot="10800000">
              <a:off x="924274" y="4536629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98"/>
            <p:cNvSpPr/>
            <p:nvPr/>
          </p:nvSpPr>
          <p:spPr>
            <a:xfrm flipH="1">
              <a:off x="924274" y="4528541"/>
              <a:ext cx="11684" cy="2696"/>
            </a:xfrm>
            <a:custGeom>
              <a:rect b="b" l="l" r="r" t="t"/>
              <a:pathLst>
                <a:path extrusionOk="0" fill="none" h="3" w="13">
                  <a:moveTo>
                    <a:pt x="0" y="3"/>
                  </a:moveTo>
                  <a:lnTo>
                    <a:pt x="0" y="3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98"/>
            <p:cNvSpPr/>
            <p:nvPr/>
          </p:nvSpPr>
          <p:spPr>
            <a:xfrm rot="10800000">
              <a:off x="922477" y="4524946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98"/>
            <p:cNvSpPr/>
            <p:nvPr/>
          </p:nvSpPr>
          <p:spPr>
            <a:xfrm rot="10800000">
              <a:off x="924274" y="4517756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98"/>
            <p:cNvSpPr/>
            <p:nvPr/>
          </p:nvSpPr>
          <p:spPr>
            <a:xfrm rot="10800000">
              <a:off x="924274" y="451416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98"/>
            <p:cNvSpPr/>
            <p:nvPr/>
          </p:nvSpPr>
          <p:spPr>
            <a:xfrm rot="10800000">
              <a:off x="924274" y="4506072"/>
              <a:ext cx="9886" cy="0"/>
            </a:xfrm>
            <a:custGeom>
              <a:rect b="b" l="l" r="r" t="t"/>
              <a:pathLst>
                <a:path extrusionOk="0" fill="none" h="120000" w="11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98"/>
            <p:cNvSpPr/>
            <p:nvPr/>
          </p:nvSpPr>
          <p:spPr>
            <a:xfrm rot="10800000">
              <a:off x="924274" y="4500680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98"/>
            <p:cNvSpPr/>
            <p:nvPr/>
          </p:nvSpPr>
          <p:spPr>
            <a:xfrm rot="10800000">
              <a:off x="924274" y="4495287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98"/>
            <p:cNvSpPr/>
            <p:nvPr/>
          </p:nvSpPr>
          <p:spPr>
            <a:xfrm flipH="1">
              <a:off x="924274" y="4488996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98"/>
            <p:cNvSpPr/>
            <p:nvPr/>
          </p:nvSpPr>
          <p:spPr>
            <a:xfrm rot="10800000">
              <a:off x="922477" y="4483604"/>
              <a:ext cx="13481" cy="0"/>
            </a:xfrm>
            <a:custGeom>
              <a:rect b="b" l="l" r="r" t="t"/>
              <a:pathLst>
                <a:path extrusionOk="0" fill="none" h="120000" w="1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0" y="0"/>
                    <a:pt x="15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98"/>
            <p:cNvSpPr/>
            <p:nvPr/>
          </p:nvSpPr>
          <p:spPr>
            <a:xfrm rot="10800000">
              <a:off x="922477" y="447821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98"/>
            <p:cNvSpPr/>
            <p:nvPr/>
          </p:nvSpPr>
          <p:spPr>
            <a:xfrm rot="10800000">
              <a:off x="922477" y="4470123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98"/>
            <p:cNvSpPr/>
            <p:nvPr/>
          </p:nvSpPr>
          <p:spPr>
            <a:xfrm flipH="1">
              <a:off x="924274" y="4462933"/>
              <a:ext cx="9886" cy="1797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98"/>
            <p:cNvSpPr/>
            <p:nvPr/>
          </p:nvSpPr>
          <p:spPr>
            <a:xfrm rot="10800000">
              <a:off x="922477" y="4459338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98"/>
            <p:cNvSpPr/>
            <p:nvPr/>
          </p:nvSpPr>
          <p:spPr>
            <a:xfrm rot="10800000">
              <a:off x="922477" y="4451249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98"/>
            <p:cNvSpPr/>
            <p:nvPr/>
          </p:nvSpPr>
          <p:spPr>
            <a:xfrm rot="10800000">
              <a:off x="922477" y="4445857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98"/>
            <p:cNvSpPr/>
            <p:nvPr/>
          </p:nvSpPr>
          <p:spPr>
            <a:xfrm rot="10800000">
              <a:off x="922477" y="4442262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98"/>
            <p:cNvSpPr/>
            <p:nvPr/>
          </p:nvSpPr>
          <p:spPr>
            <a:xfrm rot="10800000">
              <a:off x="922477" y="4435971"/>
              <a:ext cx="15279" cy="0"/>
            </a:xfrm>
            <a:custGeom>
              <a:rect b="b" l="l" r="r" t="t"/>
              <a:pathLst>
                <a:path extrusionOk="0" fill="none" h="120000" w="17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7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98"/>
            <p:cNvSpPr/>
            <p:nvPr/>
          </p:nvSpPr>
          <p:spPr>
            <a:xfrm rot="10800000">
              <a:off x="924274" y="442878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98"/>
            <p:cNvSpPr/>
            <p:nvPr/>
          </p:nvSpPr>
          <p:spPr>
            <a:xfrm flipH="1">
              <a:off x="924274" y="4423388"/>
              <a:ext cx="9886" cy="1797"/>
            </a:xfrm>
            <a:custGeom>
              <a:rect b="b" l="l" r="r" t="t"/>
              <a:pathLst>
                <a:path extrusionOk="0" fill="none" h="2" w="11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6" y="0"/>
                    <a:pt x="11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98"/>
            <p:cNvSpPr/>
            <p:nvPr/>
          </p:nvSpPr>
          <p:spPr>
            <a:xfrm rot="10800000">
              <a:off x="922477" y="4417097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98"/>
            <p:cNvSpPr/>
            <p:nvPr/>
          </p:nvSpPr>
          <p:spPr>
            <a:xfrm rot="10800000">
              <a:off x="922477" y="4413502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98"/>
            <p:cNvSpPr/>
            <p:nvPr/>
          </p:nvSpPr>
          <p:spPr>
            <a:xfrm rot="10800000">
              <a:off x="922477" y="4408110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98"/>
            <p:cNvSpPr/>
            <p:nvPr/>
          </p:nvSpPr>
          <p:spPr>
            <a:xfrm flipH="1">
              <a:off x="922477" y="4402717"/>
              <a:ext cx="11684" cy="1797"/>
            </a:xfrm>
            <a:custGeom>
              <a:rect b="b" l="l" r="r" t="t"/>
              <a:pathLst>
                <a:path extrusionOk="0" fill="none" h="2" w="13">
                  <a:moveTo>
                    <a:pt x="0" y="2"/>
                  </a:moveTo>
                  <a:lnTo>
                    <a:pt x="0" y="2"/>
                  </a:lnTo>
                  <a:cubicBezTo>
                    <a:pt x="4" y="0"/>
                    <a:pt x="8" y="0"/>
                    <a:pt x="13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98"/>
            <p:cNvSpPr/>
            <p:nvPr/>
          </p:nvSpPr>
          <p:spPr>
            <a:xfrm rot="10800000">
              <a:off x="926971" y="4399122"/>
              <a:ext cx="8987" cy="0"/>
            </a:xfrm>
            <a:custGeom>
              <a:rect b="b" l="l" r="r" t="t"/>
              <a:pathLst>
                <a:path extrusionOk="0" fill="none" h="120000" w="10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0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98"/>
            <p:cNvSpPr/>
            <p:nvPr/>
          </p:nvSpPr>
          <p:spPr>
            <a:xfrm rot="10800000">
              <a:off x="924274" y="4391034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98"/>
            <p:cNvSpPr/>
            <p:nvPr/>
          </p:nvSpPr>
          <p:spPr>
            <a:xfrm rot="10800000">
              <a:off x="922477" y="4385641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98"/>
            <p:cNvSpPr/>
            <p:nvPr/>
          </p:nvSpPr>
          <p:spPr>
            <a:xfrm flipH="1">
              <a:off x="922477" y="4380249"/>
              <a:ext cx="13481" cy="1797"/>
            </a:xfrm>
            <a:custGeom>
              <a:rect b="b" l="l" r="r" t="t"/>
              <a:pathLst>
                <a:path extrusionOk="0" fill="none" h="2" w="15">
                  <a:moveTo>
                    <a:pt x="0" y="0"/>
                  </a:moveTo>
                  <a:lnTo>
                    <a:pt x="0" y="0"/>
                  </a:lnTo>
                  <a:cubicBezTo>
                    <a:pt x="6" y="0"/>
                    <a:pt x="10" y="0"/>
                    <a:pt x="15" y="2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98"/>
            <p:cNvSpPr/>
            <p:nvPr/>
          </p:nvSpPr>
          <p:spPr>
            <a:xfrm rot="10800000">
              <a:off x="922477" y="4375755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98"/>
            <p:cNvSpPr/>
            <p:nvPr/>
          </p:nvSpPr>
          <p:spPr>
            <a:xfrm rot="10800000">
              <a:off x="924274" y="4370363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98"/>
            <p:cNvSpPr/>
            <p:nvPr/>
          </p:nvSpPr>
          <p:spPr>
            <a:xfrm rot="10800000">
              <a:off x="924274" y="4366768"/>
              <a:ext cx="11684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98"/>
            <p:cNvSpPr/>
            <p:nvPr/>
          </p:nvSpPr>
          <p:spPr>
            <a:xfrm flipH="1">
              <a:off x="68671" y="4267008"/>
              <a:ext cx="978731" cy="10065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98"/>
            <p:cNvSpPr/>
            <p:nvPr/>
          </p:nvSpPr>
          <p:spPr>
            <a:xfrm flipH="1">
              <a:off x="174722" y="4272400"/>
              <a:ext cx="22469" cy="90773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98"/>
            <p:cNvSpPr/>
            <p:nvPr/>
          </p:nvSpPr>
          <p:spPr>
            <a:xfrm flipH="1">
              <a:off x="101026" y="4181627"/>
              <a:ext cx="978731" cy="99760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98"/>
            <p:cNvSpPr/>
            <p:nvPr/>
          </p:nvSpPr>
          <p:spPr>
            <a:xfrm flipH="1">
              <a:off x="206178" y="4187020"/>
              <a:ext cx="23367" cy="90773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98"/>
            <p:cNvSpPr/>
            <p:nvPr/>
          </p:nvSpPr>
          <p:spPr>
            <a:xfrm flipH="1">
              <a:off x="68671" y="4094450"/>
              <a:ext cx="978731" cy="10065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98"/>
            <p:cNvSpPr/>
            <p:nvPr/>
          </p:nvSpPr>
          <p:spPr>
            <a:xfrm flipH="1">
              <a:off x="174722" y="4099842"/>
              <a:ext cx="22469" cy="90773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98"/>
            <p:cNvSpPr/>
            <p:nvPr/>
          </p:nvSpPr>
          <p:spPr>
            <a:xfrm flipH="1">
              <a:off x="21038" y="4008171"/>
              <a:ext cx="979630" cy="101558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98"/>
            <p:cNvSpPr/>
            <p:nvPr/>
          </p:nvSpPr>
          <p:spPr>
            <a:xfrm flipH="1">
              <a:off x="127089" y="4015360"/>
              <a:ext cx="22469" cy="90773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98"/>
            <p:cNvSpPr/>
            <p:nvPr/>
          </p:nvSpPr>
          <p:spPr>
            <a:xfrm flipH="1">
              <a:off x="56988" y="3770903"/>
              <a:ext cx="937389" cy="251647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98"/>
            <p:cNvSpPr/>
            <p:nvPr/>
          </p:nvSpPr>
          <p:spPr>
            <a:xfrm flipH="1">
              <a:off x="130684" y="3828423"/>
              <a:ext cx="168065" cy="139305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98"/>
            <p:cNvSpPr/>
            <p:nvPr/>
          </p:nvSpPr>
          <p:spPr>
            <a:xfrm flipH="1">
              <a:off x="849679" y="3778992"/>
              <a:ext cx="33253" cy="239964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98"/>
            <p:cNvSpPr/>
            <p:nvPr/>
          </p:nvSpPr>
          <p:spPr>
            <a:xfrm flipH="1">
              <a:off x="848780" y="4001879"/>
              <a:ext cx="32355" cy="2696"/>
            </a:xfrm>
            <a:custGeom>
              <a:rect b="b" l="l" r="r" t="t"/>
              <a:pathLst>
                <a:path extrusionOk="0" fill="none" h="3" w="36">
                  <a:moveTo>
                    <a:pt x="0" y="2"/>
                  </a:moveTo>
                  <a:lnTo>
                    <a:pt x="0" y="2"/>
                  </a:lnTo>
                  <a:cubicBezTo>
                    <a:pt x="13" y="4"/>
                    <a:pt x="25" y="2"/>
                    <a:pt x="36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98"/>
            <p:cNvSpPr/>
            <p:nvPr/>
          </p:nvSpPr>
          <p:spPr>
            <a:xfrm flipH="1">
              <a:off x="378737" y="3984803"/>
              <a:ext cx="166267" cy="1797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98"/>
            <p:cNvSpPr/>
            <p:nvPr/>
          </p:nvSpPr>
          <p:spPr>
            <a:xfrm flipH="1">
              <a:off x="353572" y="3984803"/>
              <a:ext cx="11684" cy="1797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98"/>
            <p:cNvSpPr/>
            <p:nvPr/>
          </p:nvSpPr>
          <p:spPr>
            <a:xfrm flipH="1">
              <a:off x="918882" y="3922790"/>
              <a:ext cx="68304" cy="1797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98"/>
            <p:cNvSpPr/>
            <p:nvPr/>
          </p:nvSpPr>
          <p:spPr>
            <a:xfrm flipH="1">
              <a:off x="956629" y="3912904"/>
              <a:ext cx="28760" cy="1797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98"/>
            <p:cNvSpPr/>
            <p:nvPr/>
          </p:nvSpPr>
          <p:spPr>
            <a:xfrm flipH="1">
              <a:off x="320319" y="4293970"/>
              <a:ext cx="169862" cy="2696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98"/>
            <p:cNvSpPr/>
            <p:nvPr/>
          </p:nvSpPr>
          <p:spPr>
            <a:xfrm flipH="1">
              <a:off x="287964" y="4292172"/>
              <a:ext cx="18874" cy="2696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98"/>
            <p:cNvSpPr/>
            <p:nvPr/>
          </p:nvSpPr>
          <p:spPr>
            <a:xfrm flipH="1">
              <a:off x="257407" y="4292172"/>
              <a:ext cx="13481" cy="2696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98"/>
            <p:cNvSpPr/>
            <p:nvPr/>
          </p:nvSpPr>
          <p:spPr>
            <a:xfrm flipH="1">
              <a:off x="644765" y="4257121"/>
              <a:ext cx="185141" cy="1797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98"/>
            <p:cNvSpPr/>
            <p:nvPr/>
          </p:nvSpPr>
          <p:spPr>
            <a:xfrm flipH="1">
              <a:off x="149558" y="4120513"/>
              <a:ext cx="102457" cy="3595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98"/>
            <p:cNvSpPr/>
            <p:nvPr/>
          </p:nvSpPr>
          <p:spPr>
            <a:xfrm flipH="1">
              <a:off x="238533" y="4133994"/>
              <a:ext cx="18874" cy="1797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98"/>
            <p:cNvSpPr/>
            <p:nvPr/>
          </p:nvSpPr>
          <p:spPr>
            <a:xfrm flipH="1">
              <a:off x="351775" y="4029740"/>
              <a:ext cx="172559" cy="3595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98"/>
            <p:cNvSpPr/>
            <p:nvPr/>
          </p:nvSpPr>
          <p:spPr>
            <a:xfrm flipH="1">
              <a:off x="562081" y="4385641"/>
              <a:ext cx="264230" cy="1797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98"/>
            <p:cNvSpPr/>
            <p:nvPr/>
          </p:nvSpPr>
          <p:spPr>
            <a:xfrm flipH="1">
              <a:off x="837995" y="4385641"/>
              <a:ext cx="17076" cy="1797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98"/>
            <p:cNvSpPr/>
            <p:nvPr/>
          </p:nvSpPr>
          <p:spPr>
            <a:xfrm flipH="1">
              <a:off x="591739" y="4394629"/>
              <a:ext cx="59317" cy="1797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98"/>
            <p:cNvSpPr/>
            <p:nvPr/>
          </p:nvSpPr>
          <p:spPr>
            <a:xfrm flipH="1">
              <a:off x="116304" y="4559098"/>
              <a:ext cx="92571" cy="1797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98"/>
            <p:cNvSpPr/>
            <p:nvPr/>
          </p:nvSpPr>
          <p:spPr>
            <a:xfrm flipH="1">
              <a:off x="133380" y="4553705"/>
              <a:ext cx="18874" cy="1797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98"/>
            <p:cNvSpPr/>
            <p:nvPr/>
          </p:nvSpPr>
          <p:spPr>
            <a:xfrm flipH="1">
              <a:off x="1009655" y="3722371"/>
              <a:ext cx="272319" cy="937386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98"/>
            <p:cNvSpPr/>
            <p:nvPr/>
          </p:nvSpPr>
          <p:spPr>
            <a:xfrm flipH="1">
              <a:off x="1024934" y="3816739"/>
              <a:ext cx="128520" cy="43140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98"/>
            <p:cNvSpPr/>
            <p:nvPr/>
          </p:nvSpPr>
          <p:spPr>
            <a:xfrm flipH="1">
              <a:off x="1139973" y="4521351"/>
              <a:ext cx="126723" cy="43140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98"/>
            <p:cNvSpPr/>
            <p:nvPr/>
          </p:nvSpPr>
          <p:spPr>
            <a:xfrm flipH="1">
              <a:off x="1153454" y="4426983"/>
              <a:ext cx="34152" cy="222887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98"/>
            <p:cNvSpPr/>
            <p:nvPr/>
          </p:nvSpPr>
          <p:spPr>
            <a:xfrm flipH="1">
              <a:off x="1147163" y="4404515"/>
              <a:ext cx="2696" cy="10785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98" name="Shape 7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99" name="Google Shape;7299;p199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620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grpSp>
        <p:nvGrpSpPr>
          <p:cNvPr id="7300" name="Google Shape;7300;p199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7301" name="Google Shape;7301;p199"/>
            <p:cNvSpPr/>
            <p:nvPr/>
          </p:nvSpPr>
          <p:spPr>
            <a:xfrm>
              <a:off x="444975" y="4764550"/>
              <a:ext cx="73846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99"/>
            <p:cNvSpPr/>
            <p:nvPr/>
          </p:nvSpPr>
          <p:spPr>
            <a:xfrm rot="-5400000">
              <a:off x="-1832726" y="2533050"/>
              <a:ext cx="4399627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99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99"/>
            <p:cNvSpPr/>
            <p:nvPr/>
          </p:nvSpPr>
          <p:spPr>
            <a:xfrm rot="-5400000">
              <a:off x="7238725" y="1877825"/>
              <a:ext cx="3089174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05" name="Google Shape;7305;p199"/>
          <p:cNvGrpSpPr/>
          <p:nvPr/>
        </p:nvGrpSpPr>
        <p:grpSpPr>
          <a:xfrm flipH="1">
            <a:off x="8278560" y="4022366"/>
            <a:ext cx="1488946" cy="955802"/>
            <a:chOff x="-1053822" y="5316830"/>
            <a:chExt cx="1773822" cy="1138537"/>
          </a:xfrm>
        </p:grpSpPr>
        <p:sp>
          <p:nvSpPr>
            <p:cNvPr id="7306" name="Google Shape;7306;p199"/>
            <p:cNvSpPr/>
            <p:nvPr/>
          </p:nvSpPr>
          <p:spPr>
            <a:xfrm flipH="1">
              <a:off x="349972" y="6284030"/>
              <a:ext cx="169624" cy="171338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99"/>
            <p:cNvSpPr/>
            <p:nvPr/>
          </p:nvSpPr>
          <p:spPr>
            <a:xfrm flipH="1">
              <a:off x="470764" y="6287457"/>
              <a:ext cx="7710" cy="122506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99"/>
            <p:cNvSpPr/>
            <p:nvPr/>
          </p:nvSpPr>
          <p:spPr>
            <a:xfrm flipH="1">
              <a:off x="457914" y="6287457"/>
              <a:ext cx="4283" cy="8309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99"/>
            <p:cNvSpPr/>
            <p:nvPr/>
          </p:nvSpPr>
          <p:spPr>
            <a:xfrm flipH="1">
              <a:off x="379099" y="6287457"/>
              <a:ext cx="6853" cy="107943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99"/>
            <p:cNvSpPr/>
            <p:nvPr/>
          </p:nvSpPr>
          <p:spPr>
            <a:xfrm flipH="1">
              <a:off x="413366" y="6316584"/>
              <a:ext cx="6853" cy="109656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99"/>
            <p:cNvSpPr/>
            <p:nvPr/>
          </p:nvSpPr>
          <p:spPr>
            <a:xfrm flipH="1">
              <a:off x="-1053822" y="6204350"/>
              <a:ext cx="1773822" cy="8910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99"/>
            <p:cNvSpPr/>
            <p:nvPr/>
          </p:nvSpPr>
          <p:spPr>
            <a:xfrm flipH="1">
              <a:off x="-963225" y="6265175"/>
              <a:ext cx="1218523" cy="7725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99"/>
            <p:cNvSpPr/>
            <p:nvPr/>
          </p:nvSpPr>
          <p:spPr>
            <a:xfrm flipH="1">
              <a:off x="48828" y="6253189"/>
              <a:ext cx="255293" cy="6854"/>
            </a:xfrm>
            <a:custGeom>
              <a:rect b="b" l="l" r="r" t="t"/>
              <a:pathLst>
                <a:path extrusionOk="0" h="8" w="298">
                  <a:moveTo>
                    <a:pt x="0" y="4"/>
                  </a:moveTo>
                  <a:lnTo>
                    <a:pt x="0" y="4"/>
                  </a:lnTo>
                  <a:cubicBezTo>
                    <a:pt x="25" y="2"/>
                    <a:pt x="50" y="0"/>
                    <a:pt x="73" y="0"/>
                  </a:cubicBezTo>
                  <a:cubicBezTo>
                    <a:pt x="99" y="0"/>
                    <a:pt x="124" y="0"/>
                    <a:pt x="149" y="0"/>
                  </a:cubicBezTo>
                  <a:cubicBezTo>
                    <a:pt x="174" y="0"/>
                    <a:pt x="198" y="0"/>
                    <a:pt x="223" y="0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73" y="2"/>
                    <a:pt x="286" y="2"/>
                    <a:pt x="298" y="4"/>
                  </a:cubicBezTo>
                  <a:cubicBezTo>
                    <a:pt x="286" y="4"/>
                    <a:pt x="273" y="4"/>
                    <a:pt x="261" y="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198" y="8"/>
                    <a:pt x="174" y="8"/>
                    <a:pt x="149" y="8"/>
                  </a:cubicBezTo>
                  <a:cubicBezTo>
                    <a:pt x="124" y="8"/>
                    <a:pt x="99" y="8"/>
                    <a:pt x="73" y="6"/>
                  </a:cubicBezTo>
                  <a:cubicBezTo>
                    <a:pt x="50" y="6"/>
                    <a:pt x="25" y="4"/>
                    <a:pt x="0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99"/>
            <p:cNvSpPr/>
            <p:nvPr/>
          </p:nvSpPr>
          <p:spPr>
            <a:xfrm flipH="1">
              <a:off x="-610821" y="5917368"/>
              <a:ext cx="860971" cy="294700"/>
            </a:xfrm>
            <a:custGeom>
              <a:rect b="b" l="l" r="r" t="t"/>
              <a:pathLst>
                <a:path extrusionOk="0" h="344" w="1005">
                  <a:moveTo>
                    <a:pt x="999" y="7"/>
                  </a:moveTo>
                  <a:lnTo>
                    <a:pt x="999" y="7"/>
                  </a:lnTo>
                  <a:cubicBezTo>
                    <a:pt x="1003" y="171"/>
                    <a:pt x="1003" y="171"/>
                    <a:pt x="1003" y="171"/>
                  </a:cubicBezTo>
                  <a:cubicBezTo>
                    <a:pt x="1003" y="226"/>
                    <a:pt x="1005" y="281"/>
                    <a:pt x="1005" y="335"/>
                  </a:cubicBezTo>
                  <a:cubicBezTo>
                    <a:pt x="1005" y="342"/>
                    <a:pt x="1005" y="342"/>
                    <a:pt x="1005" y="342"/>
                  </a:cubicBezTo>
                  <a:cubicBezTo>
                    <a:pt x="999" y="342"/>
                    <a:pt x="999" y="342"/>
                    <a:pt x="999" y="342"/>
                  </a:cubicBezTo>
                  <a:cubicBezTo>
                    <a:pt x="917" y="342"/>
                    <a:pt x="835" y="344"/>
                    <a:pt x="751" y="344"/>
                  </a:cubicBezTo>
                  <a:cubicBezTo>
                    <a:pt x="669" y="344"/>
                    <a:pt x="586" y="342"/>
                    <a:pt x="505" y="340"/>
                  </a:cubicBezTo>
                  <a:cubicBezTo>
                    <a:pt x="420" y="340"/>
                    <a:pt x="338" y="337"/>
                    <a:pt x="256" y="337"/>
                  </a:cubicBezTo>
                  <a:cubicBezTo>
                    <a:pt x="132" y="340"/>
                    <a:pt x="132" y="340"/>
                    <a:pt x="132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5" y="-1"/>
                    <a:pt x="259" y="1"/>
                  </a:cubicBezTo>
                  <a:cubicBezTo>
                    <a:pt x="507" y="1"/>
                    <a:pt x="507" y="1"/>
                    <a:pt x="507" y="1"/>
                  </a:cubicBezTo>
                  <a:cubicBezTo>
                    <a:pt x="755" y="5"/>
                    <a:pt x="755" y="5"/>
                    <a:pt x="755" y="5"/>
                  </a:cubicBezTo>
                  <a:lnTo>
                    <a:pt x="999" y="7"/>
                  </a:lnTo>
                  <a:moveTo>
                    <a:pt x="999" y="9"/>
                  </a:moveTo>
                  <a:lnTo>
                    <a:pt x="999" y="9"/>
                  </a:lnTo>
                  <a:cubicBezTo>
                    <a:pt x="748" y="14"/>
                    <a:pt x="748" y="14"/>
                    <a:pt x="748" y="14"/>
                  </a:cubicBezTo>
                  <a:cubicBezTo>
                    <a:pt x="500" y="16"/>
                    <a:pt x="500" y="16"/>
                    <a:pt x="500" y="16"/>
                  </a:cubicBezTo>
                  <a:cubicBezTo>
                    <a:pt x="254" y="18"/>
                    <a:pt x="254" y="18"/>
                    <a:pt x="254" y="18"/>
                  </a:cubicBezTo>
                  <a:cubicBezTo>
                    <a:pt x="172" y="18"/>
                    <a:pt x="90" y="18"/>
                    <a:pt x="8" y="1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338" y="333"/>
                    <a:pt x="420" y="333"/>
                    <a:pt x="505" y="331"/>
                  </a:cubicBezTo>
                  <a:cubicBezTo>
                    <a:pt x="586" y="329"/>
                    <a:pt x="669" y="329"/>
                    <a:pt x="751" y="329"/>
                  </a:cubicBezTo>
                  <a:cubicBezTo>
                    <a:pt x="835" y="327"/>
                    <a:pt x="917" y="329"/>
                    <a:pt x="999" y="329"/>
                  </a:cubicBezTo>
                  <a:cubicBezTo>
                    <a:pt x="992" y="335"/>
                    <a:pt x="992" y="335"/>
                    <a:pt x="992" y="335"/>
                  </a:cubicBezTo>
                  <a:cubicBezTo>
                    <a:pt x="992" y="283"/>
                    <a:pt x="994" y="228"/>
                    <a:pt x="994" y="173"/>
                  </a:cubicBezTo>
                  <a:lnTo>
                    <a:pt x="999" y="9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99"/>
            <p:cNvSpPr/>
            <p:nvPr/>
          </p:nvSpPr>
          <p:spPr>
            <a:xfrm flipH="1">
              <a:off x="1710" y="5923365"/>
              <a:ext cx="21417" cy="282707"/>
            </a:xfrm>
            <a:custGeom>
              <a:rect b="b" l="l" r="r" t="t"/>
              <a:pathLst>
                <a:path extrusionOk="0" h="330" w="25">
                  <a:moveTo>
                    <a:pt x="21" y="0"/>
                  </a:moveTo>
                  <a:lnTo>
                    <a:pt x="21" y="0"/>
                  </a:lnTo>
                  <a:cubicBezTo>
                    <a:pt x="23" y="28"/>
                    <a:pt x="23" y="55"/>
                    <a:pt x="23" y="80"/>
                  </a:cubicBezTo>
                  <a:cubicBezTo>
                    <a:pt x="23" y="107"/>
                    <a:pt x="25" y="135"/>
                    <a:pt x="25" y="164"/>
                  </a:cubicBezTo>
                  <a:cubicBezTo>
                    <a:pt x="23" y="192"/>
                    <a:pt x="23" y="219"/>
                    <a:pt x="23" y="246"/>
                  </a:cubicBezTo>
                  <a:cubicBezTo>
                    <a:pt x="23" y="274"/>
                    <a:pt x="23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2" y="82"/>
                  </a:cubicBezTo>
                  <a:cubicBezTo>
                    <a:pt x="2" y="55"/>
                    <a:pt x="2" y="28"/>
                    <a:pt x="4" y="0"/>
                  </a:cubicBezTo>
                  <a:lnTo>
                    <a:pt x="4" y="0"/>
                  </a:lnTo>
                  <a:lnTo>
                    <a:pt x="4" y="0"/>
                  </a:ln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8"/>
                    <a:pt x="8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8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9" y="112"/>
                    <a:pt x="19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99"/>
            <p:cNvSpPr/>
            <p:nvPr/>
          </p:nvSpPr>
          <p:spPr>
            <a:xfrm flipH="1">
              <a:off x="-382086" y="5990186"/>
              <a:ext cx="21417" cy="149920"/>
            </a:xfrm>
            <a:custGeom>
              <a:rect b="b" l="l" r="r" t="t"/>
              <a:pathLst>
                <a:path extrusionOk="0" h="175" w="25">
                  <a:moveTo>
                    <a:pt x="23" y="0"/>
                  </a:moveTo>
                  <a:lnTo>
                    <a:pt x="23" y="0"/>
                  </a:lnTo>
                  <a:cubicBezTo>
                    <a:pt x="23" y="15"/>
                    <a:pt x="23" y="27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99"/>
                    <a:pt x="25" y="116"/>
                    <a:pt x="23" y="128"/>
                  </a:cubicBezTo>
                  <a:cubicBezTo>
                    <a:pt x="23" y="143"/>
                    <a:pt x="23" y="158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lnTo>
                    <a:pt x="23" y="175"/>
                  </a:lnTo>
                  <a:cubicBezTo>
                    <a:pt x="4" y="175"/>
                    <a:pt x="4" y="175"/>
                    <a:pt x="4" y="175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58"/>
                    <a:pt x="0" y="143"/>
                    <a:pt x="0" y="130"/>
                  </a:cubicBezTo>
                  <a:cubicBezTo>
                    <a:pt x="0" y="116"/>
                    <a:pt x="0" y="101"/>
                    <a:pt x="0" y="86"/>
                  </a:cubicBezTo>
                  <a:cubicBezTo>
                    <a:pt x="0" y="59"/>
                    <a:pt x="0" y="29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29"/>
                    <a:pt x="8" y="59"/>
                    <a:pt x="8" y="86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3"/>
                    <a:pt x="8" y="158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58"/>
                    <a:pt x="21" y="143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4"/>
                    <a:pt x="19" y="61"/>
                    <a:pt x="19" y="46"/>
                  </a:cubicBezTo>
                  <a:cubicBezTo>
                    <a:pt x="21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000" lIns="90000" spcFirstLastPara="1" rIns="90000" wrap="square" tIns="18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99"/>
            <p:cNvSpPr/>
            <p:nvPr/>
          </p:nvSpPr>
          <p:spPr>
            <a:xfrm flipH="1">
              <a:off x="-419780" y="5973909"/>
              <a:ext cx="21417" cy="182474"/>
            </a:xfrm>
            <a:custGeom>
              <a:rect b="b" l="l" r="r" t="t"/>
              <a:pathLst>
                <a:path extrusionOk="0" h="213" w="25">
                  <a:moveTo>
                    <a:pt x="23" y="2"/>
                  </a:moveTo>
                  <a:lnTo>
                    <a:pt x="23" y="2"/>
                  </a:lnTo>
                  <a:cubicBezTo>
                    <a:pt x="23" y="19"/>
                    <a:pt x="25" y="36"/>
                    <a:pt x="25" y="53"/>
                  </a:cubicBezTo>
                  <a:cubicBezTo>
                    <a:pt x="25" y="69"/>
                    <a:pt x="25" y="86"/>
                    <a:pt x="25" y="105"/>
                  </a:cubicBezTo>
                  <a:cubicBezTo>
                    <a:pt x="25" y="122"/>
                    <a:pt x="25" y="139"/>
                    <a:pt x="23" y="158"/>
                  </a:cubicBezTo>
                  <a:cubicBezTo>
                    <a:pt x="23" y="175"/>
                    <a:pt x="23" y="192"/>
                    <a:pt x="23" y="208"/>
                  </a:cubicBezTo>
                  <a:cubicBezTo>
                    <a:pt x="23" y="210"/>
                    <a:pt x="23" y="210"/>
                    <a:pt x="23" y="210"/>
                  </a:cubicBezTo>
                  <a:lnTo>
                    <a:pt x="23" y="210"/>
                  </a:lnTo>
                  <a:cubicBezTo>
                    <a:pt x="4" y="213"/>
                    <a:pt x="4" y="213"/>
                    <a:pt x="4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192"/>
                    <a:pt x="2" y="175"/>
                    <a:pt x="0" y="158"/>
                  </a:cubicBezTo>
                  <a:cubicBezTo>
                    <a:pt x="0" y="141"/>
                    <a:pt x="0" y="122"/>
                    <a:pt x="0" y="105"/>
                  </a:cubicBezTo>
                  <a:cubicBezTo>
                    <a:pt x="0" y="72"/>
                    <a:pt x="2" y="36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0"/>
                  </a:lnTo>
                  <a:lnTo>
                    <a:pt x="23" y="2"/>
                  </a:lnTo>
                  <a:moveTo>
                    <a:pt x="23" y="2"/>
                  </a:moveTo>
                  <a:lnTo>
                    <a:pt x="23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6"/>
                    <a:pt x="8" y="72"/>
                    <a:pt x="8" y="105"/>
                  </a:cubicBezTo>
                  <a:cubicBezTo>
                    <a:pt x="8" y="122"/>
                    <a:pt x="8" y="141"/>
                    <a:pt x="8" y="158"/>
                  </a:cubicBezTo>
                  <a:cubicBezTo>
                    <a:pt x="8" y="175"/>
                    <a:pt x="8" y="192"/>
                    <a:pt x="6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1" y="208"/>
                    <a:pt x="21" y="208"/>
                    <a:pt x="21" y="208"/>
                  </a:cubicBezTo>
                  <a:cubicBezTo>
                    <a:pt x="21" y="192"/>
                    <a:pt x="21" y="175"/>
                    <a:pt x="21" y="158"/>
                  </a:cubicBezTo>
                  <a:cubicBezTo>
                    <a:pt x="21" y="141"/>
                    <a:pt x="19" y="124"/>
                    <a:pt x="19" y="107"/>
                  </a:cubicBezTo>
                  <a:cubicBezTo>
                    <a:pt x="19" y="91"/>
                    <a:pt x="19" y="74"/>
                    <a:pt x="19" y="55"/>
                  </a:cubicBezTo>
                  <a:cubicBezTo>
                    <a:pt x="21" y="38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1675" lIns="90000" spcFirstLastPara="1" rIns="90000" wrap="square" tIns="316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99"/>
            <p:cNvSpPr/>
            <p:nvPr/>
          </p:nvSpPr>
          <p:spPr>
            <a:xfrm flipH="1">
              <a:off x="-545713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1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0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19" y="2"/>
                  </a:moveTo>
                  <a:lnTo>
                    <a:pt x="19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19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99"/>
            <p:cNvSpPr/>
            <p:nvPr/>
          </p:nvSpPr>
          <p:spPr>
            <a:xfrm rot="10800000">
              <a:off x="-540573" y="5934502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99"/>
            <p:cNvSpPr/>
            <p:nvPr/>
          </p:nvSpPr>
          <p:spPr>
            <a:xfrm rot="10800000">
              <a:off x="-542287" y="5931075"/>
              <a:ext cx="11137" cy="0"/>
            </a:xfrm>
            <a:custGeom>
              <a:rect b="b" l="l" r="r" t="t"/>
              <a:pathLst>
                <a:path extrusionOk="0" fill="none" h="120000" w="13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99"/>
            <p:cNvSpPr/>
            <p:nvPr/>
          </p:nvSpPr>
          <p:spPr>
            <a:xfrm flipH="1">
              <a:off x="163624" y="5923365"/>
              <a:ext cx="19704" cy="282707"/>
            </a:xfrm>
            <a:custGeom>
              <a:rect b="b" l="l" r="r" t="t"/>
              <a:pathLst>
                <a:path extrusionOk="0" h="330" w="23">
                  <a:moveTo>
                    <a:pt x="21" y="0"/>
                  </a:moveTo>
                  <a:lnTo>
                    <a:pt x="21" y="0"/>
                  </a:lnTo>
                  <a:cubicBezTo>
                    <a:pt x="21" y="28"/>
                    <a:pt x="23" y="55"/>
                    <a:pt x="23" y="80"/>
                  </a:cubicBezTo>
                  <a:cubicBezTo>
                    <a:pt x="23" y="107"/>
                    <a:pt x="23" y="135"/>
                    <a:pt x="23" y="164"/>
                  </a:cubicBezTo>
                  <a:cubicBezTo>
                    <a:pt x="23" y="192"/>
                    <a:pt x="23" y="219"/>
                    <a:pt x="21" y="246"/>
                  </a:cubicBezTo>
                  <a:cubicBezTo>
                    <a:pt x="21" y="274"/>
                    <a:pt x="21" y="301"/>
                    <a:pt x="23" y="328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0" y="301"/>
                    <a:pt x="0" y="274"/>
                    <a:pt x="0" y="246"/>
                  </a:cubicBezTo>
                  <a:cubicBezTo>
                    <a:pt x="0" y="219"/>
                    <a:pt x="0" y="192"/>
                    <a:pt x="0" y="164"/>
                  </a:cubicBezTo>
                  <a:cubicBezTo>
                    <a:pt x="0" y="137"/>
                    <a:pt x="0" y="110"/>
                    <a:pt x="0" y="82"/>
                  </a:cubicBezTo>
                  <a:cubicBezTo>
                    <a:pt x="2" y="55"/>
                    <a:pt x="2" y="28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0"/>
                  </a:moveTo>
                  <a:lnTo>
                    <a:pt x="21" y="0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8"/>
                    <a:pt x="6" y="55"/>
                    <a:pt x="8" y="82"/>
                  </a:cubicBezTo>
                  <a:cubicBezTo>
                    <a:pt x="8" y="110"/>
                    <a:pt x="8" y="137"/>
                    <a:pt x="8" y="164"/>
                  </a:cubicBezTo>
                  <a:cubicBezTo>
                    <a:pt x="8" y="192"/>
                    <a:pt x="8" y="219"/>
                    <a:pt x="8" y="246"/>
                  </a:cubicBezTo>
                  <a:cubicBezTo>
                    <a:pt x="8" y="274"/>
                    <a:pt x="6" y="301"/>
                    <a:pt x="6" y="328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21" y="326"/>
                    <a:pt x="21" y="326"/>
                    <a:pt x="21" y="326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01"/>
                    <a:pt x="19" y="274"/>
                    <a:pt x="19" y="246"/>
                  </a:cubicBezTo>
                  <a:cubicBezTo>
                    <a:pt x="19" y="219"/>
                    <a:pt x="17" y="194"/>
                    <a:pt x="17" y="166"/>
                  </a:cubicBezTo>
                  <a:cubicBezTo>
                    <a:pt x="17" y="139"/>
                    <a:pt x="17" y="112"/>
                    <a:pt x="17" y="84"/>
                  </a:cubicBezTo>
                  <a:cubicBezTo>
                    <a:pt x="19" y="57"/>
                    <a:pt x="19" y="3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99"/>
            <p:cNvSpPr/>
            <p:nvPr/>
          </p:nvSpPr>
          <p:spPr>
            <a:xfrm flipH="1">
              <a:off x="-646802" y="5835983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4"/>
                    <a:pt x="1089" y="104"/>
                    <a:pt x="1089" y="104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11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9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7" y="1"/>
                    <a:pt x="187" y="1"/>
                    <a:pt x="277" y="1"/>
                  </a:cubicBezTo>
                  <a:cubicBezTo>
                    <a:pt x="368" y="-1"/>
                    <a:pt x="458" y="1"/>
                    <a:pt x="549" y="1"/>
                  </a:cubicBezTo>
                  <a:cubicBezTo>
                    <a:pt x="639" y="1"/>
                    <a:pt x="729" y="3"/>
                    <a:pt x="820" y="3"/>
                  </a:cubicBezTo>
                  <a:lnTo>
                    <a:pt x="1087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1" y="14"/>
                    <a:pt x="633" y="16"/>
                    <a:pt x="542" y="16"/>
                  </a:cubicBezTo>
                  <a:cubicBezTo>
                    <a:pt x="452" y="16"/>
                    <a:pt x="364" y="18"/>
                    <a:pt x="275" y="16"/>
                  </a:cubicBezTo>
                  <a:cubicBezTo>
                    <a:pt x="185" y="16"/>
                    <a:pt x="97" y="16"/>
                    <a:pt x="6" y="1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7" y="102"/>
                    <a:pt x="185" y="102"/>
                    <a:pt x="275" y="102"/>
                  </a:cubicBezTo>
                  <a:cubicBezTo>
                    <a:pt x="366" y="102"/>
                    <a:pt x="456" y="100"/>
                    <a:pt x="547" y="98"/>
                  </a:cubicBezTo>
                  <a:cubicBezTo>
                    <a:pt x="635" y="96"/>
                    <a:pt x="725" y="96"/>
                    <a:pt x="816" y="98"/>
                  </a:cubicBezTo>
                  <a:cubicBezTo>
                    <a:pt x="906" y="98"/>
                    <a:pt x="996" y="100"/>
                    <a:pt x="1085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99"/>
            <p:cNvSpPr/>
            <p:nvPr/>
          </p:nvSpPr>
          <p:spPr>
            <a:xfrm flipH="1">
              <a:off x="-545713" y="5841123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6"/>
                    <a:pt x="25" y="33"/>
                    <a:pt x="25" y="50"/>
                  </a:cubicBezTo>
                  <a:cubicBezTo>
                    <a:pt x="25" y="58"/>
                    <a:pt x="25" y="67"/>
                    <a:pt x="25" y="75"/>
                  </a:cubicBezTo>
                  <a:cubicBezTo>
                    <a:pt x="23" y="82"/>
                    <a:pt x="23" y="90"/>
                    <a:pt x="23" y="98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0" y="84"/>
                    <a:pt x="0" y="67"/>
                    <a:pt x="0" y="50"/>
                  </a:cubicBezTo>
                  <a:cubicBezTo>
                    <a:pt x="0" y="35"/>
                    <a:pt x="0" y="19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2"/>
                    <a:pt x="17" y="2"/>
                    <a:pt x="23" y="2"/>
                  </a:cubicBezTo>
                  <a:moveTo>
                    <a:pt x="21" y="4"/>
                  </a:moveTo>
                  <a:lnTo>
                    <a:pt x="21" y="4"/>
                  </a:lnTo>
                  <a:cubicBezTo>
                    <a:pt x="15" y="4"/>
                    <a:pt x="10" y="4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19"/>
                    <a:pt x="8" y="35"/>
                    <a:pt x="8" y="50"/>
                  </a:cubicBezTo>
                  <a:cubicBezTo>
                    <a:pt x="8" y="67"/>
                    <a:pt x="8" y="84"/>
                    <a:pt x="6" y="9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10" y="96"/>
                    <a:pt x="17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0"/>
                    <a:pt x="21" y="84"/>
                    <a:pt x="19" y="75"/>
                  </a:cubicBezTo>
                  <a:cubicBezTo>
                    <a:pt x="19" y="67"/>
                    <a:pt x="19" y="61"/>
                    <a:pt x="19" y="52"/>
                  </a:cubicBezTo>
                  <a:cubicBezTo>
                    <a:pt x="19" y="37"/>
                    <a:pt x="19" y="21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99"/>
            <p:cNvSpPr/>
            <p:nvPr/>
          </p:nvSpPr>
          <p:spPr>
            <a:xfrm flipH="1">
              <a:off x="-615961" y="5754597"/>
              <a:ext cx="932933" cy="95092"/>
            </a:xfrm>
            <a:custGeom>
              <a:rect b="b" l="l" r="r" t="t"/>
              <a:pathLst>
                <a:path extrusionOk="0" h="111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7"/>
                    <a:pt x="1089" y="107"/>
                    <a:pt x="1089" y="107"/>
                  </a:cubicBezTo>
                  <a:cubicBezTo>
                    <a:pt x="1087" y="107"/>
                    <a:pt x="1087" y="107"/>
                    <a:pt x="1087" y="107"/>
                  </a:cubicBezTo>
                  <a:cubicBezTo>
                    <a:pt x="997" y="109"/>
                    <a:pt x="906" y="111"/>
                    <a:pt x="816" y="111"/>
                  </a:cubicBezTo>
                  <a:cubicBezTo>
                    <a:pt x="725" y="111"/>
                    <a:pt x="637" y="111"/>
                    <a:pt x="547" y="109"/>
                  </a:cubicBezTo>
                  <a:cubicBezTo>
                    <a:pt x="456" y="109"/>
                    <a:pt x="366" y="107"/>
                    <a:pt x="276" y="107"/>
                  </a:cubicBezTo>
                  <a:cubicBezTo>
                    <a:pt x="187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0"/>
                    <a:pt x="187" y="0"/>
                    <a:pt x="278" y="0"/>
                  </a:cubicBezTo>
                  <a:cubicBezTo>
                    <a:pt x="368" y="0"/>
                    <a:pt x="458" y="0"/>
                    <a:pt x="549" y="0"/>
                  </a:cubicBezTo>
                  <a:cubicBezTo>
                    <a:pt x="641" y="0"/>
                    <a:pt x="730" y="2"/>
                    <a:pt x="820" y="2"/>
                  </a:cubicBezTo>
                  <a:lnTo>
                    <a:pt x="1087" y="8"/>
                  </a:lnTo>
                  <a:moveTo>
                    <a:pt x="1085" y="8"/>
                  </a:moveTo>
                  <a:lnTo>
                    <a:pt x="1085" y="8"/>
                  </a:lnTo>
                  <a:cubicBezTo>
                    <a:pt x="814" y="12"/>
                    <a:pt x="814" y="12"/>
                    <a:pt x="814" y="12"/>
                  </a:cubicBezTo>
                  <a:cubicBezTo>
                    <a:pt x="723" y="14"/>
                    <a:pt x="633" y="16"/>
                    <a:pt x="543" y="16"/>
                  </a:cubicBezTo>
                  <a:cubicBezTo>
                    <a:pt x="454" y="16"/>
                    <a:pt x="364" y="16"/>
                    <a:pt x="276" y="16"/>
                  </a:cubicBezTo>
                  <a:cubicBezTo>
                    <a:pt x="185" y="16"/>
                    <a:pt x="97" y="14"/>
                    <a:pt x="6" y="14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97" y="101"/>
                    <a:pt x="187" y="101"/>
                    <a:pt x="276" y="101"/>
                  </a:cubicBezTo>
                  <a:cubicBezTo>
                    <a:pt x="366" y="101"/>
                    <a:pt x="456" y="98"/>
                    <a:pt x="547" y="98"/>
                  </a:cubicBezTo>
                  <a:cubicBezTo>
                    <a:pt x="637" y="96"/>
                    <a:pt x="725" y="96"/>
                    <a:pt x="816" y="96"/>
                  </a:cubicBezTo>
                  <a:cubicBezTo>
                    <a:pt x="906" y="96"/>
                    <a:pt x="997" y="98"/>
                    <a:pt x="1087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8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99"/>
            <p:cNvSpPr/>
            <p:nvPr/>
          </p:nvSpPr>
          <p:spPr>
            <a:xfrm flipH="1">
              <a:off x="-515729" y="5759738"/>
              <a:ext cx="22274" cy="86525"/>
            </a:xfrm>
            <a:custGeom>
              <a:rect b="b" l="l" r="r" t="t"/>
              <a:pathLst>
                <a:path extrusionOk="0" h="101" w="26">
                  <a:moveTo>
                    <a:pt x="23" y="2"/>
                  </a:moveTo>
                  <a:lnTo>
                    <a:pt x="23" y="2"/>
                  </a:lnTo>
                  <a:cubicBezTo>
                    <a:pt x="26" y="17"/>
                    <a:pt x="26" y="31"/>
                    <a:pt x="26" y="48"/>
                  </a:cubicBezTo>
                  <a:cubicBezTo>
                    <a:pt x="26" y="57"/>
                    <a:pt x="26" y="65"/>
                    <a:pt x="26" y="74"/>
                  </a:cubicBezTo>
                  <a:cubicBezTo>
                    <a:pt x="23" y="82"/>
                    <a:pt x="23" y="90"/>
                    <a:pt x="23" y="99"/>
                  </a:cubicBezTo>
                  <a:lnTo>
                    <a:pt x="23" y="99"/>
                  </a:lnTo>
                  <a:lnTo>
                    <a:pt x="23" y="99"/>
                  </a:lnTo>
                  <a:cubicBezTo>
                    <a:pt x="17" y="99"/>
                    <a:pt x="11" y="99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4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1" y="0"/>
                    <a:pt x="17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5" y="2"/>
                    <a:pt x="11" y="4"/>
                    <a:pt x="5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9"/>
                    <a:pt x="9" y="34"/>
                    <a:pt x="9" y="50"/>
                  </a:cubicBezTo>
                  <a:cubicBezTo>
                    <a:pt x="9" y="65"/>
                    <a:pt x="9" y="82"/>
                    <a:pt x="7" y="99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1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0"/>
                    <a:pt x="21" y="82"/>
                    <a:pt x="21" y="74"/>
                  </a:cubicBezTo>
                  <a:cubicBezTo>
                    <a:pt x="19" y="67"/>
                    <a:pt x="19" y="59"/>
                    <a:pt x="19" y="50"/>
                  </a:cubicBezTo>
                  <a:cubicBezTo>
                    <a:pt x="19" y="36"/>
                    <a:pt x="21" y="21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99"/>
            <p:cNvSpPr/>
            <p:nvPr/>
          </p:nvSpPr>
          <p:spPr>
            <a:xfrm flipH="1">
              <a:off x="-646802" y="5671499"/>
              <a:ext cx="932933" cy="95949"/>
            </a:xfrm>
            <a:custGeom>
              <a:rect b="b" l="l" r="r" t="t"/>
              <a:pathLst>
                <a:path extrusionOk="0" h="112" w="1089">
                  <a:moveTo>
                    <a:pt x="1087" y="8"/>
                  </a:moveTo>
                  <a:lnTo>
                    <a:pt x="1087" y="8"/>
                  </a:lnTo>
                  <a:cubicBezTo>
                    <a:pt x="1089" y="105"/>
                    <a:pt x="1089" y="105"/>
                    <a:pt x="1089" y="105"/>
                  </a:cubicBezTo>
                  <a:cubicBezTo>
                    <a:pt x="1089" y="109"/>
                    <a:pt x="1089" y="109"/>
                    <a:pt x="1089" y="109"/>
                  </a:cubicBezTo>
                  <a:cubicBezTo>
                    <a:pt x="1085" y="109"/>
                    <a:pt x="1085" y="109"/>
                    <a:pt x="1085" y="109"/>
                  </a:cubicBezTo>
                  <a:cubicBezTo>
                    <a:pt x="996" y="109"/>
                    <a:pt x="906" y="111"/>
                    <a:pt x="816" y="111"/>
                  </a:cubicBezTo>
                  <a:cubicBezTo>
                    <a:pt x="725" y="113"/>
                    <a:pt x="635" y="113"/>
                    <a:pt x="547" y="111"/>
                  </a:cubicBezTo>
                  <a:cubicBezTo>
                    <a:pt x="456" y="109"/>
                    <a:pt x="366" y="107"/>
                    <a:pt x="275" y="107"/>
                  </a:cubicBezTo>
                  <a:cubicBezTo>
                    <a:pt x="185" y="107"/>
                    <a:pt x="97" y="107"/>
                    <a:pt x="6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7" y="2"/>
                    <a:pt x="187" y="2"/>
                    <a:pt x="277" y="0"/>
                  </a:cubicBezTo>
                  <a:cubicBezTo>
                    <a:pt x="368" y="0"/>
                    <a:pt x="458" y="0"/>
                    <a:pt x="549" y="2"/>
                  </a:cubicBezTo>
                  <a:cubicBezTo>
                    <a:pt x="639" y="2"/>
                    <a:pt x="729" y="2"/>
                    <a:pt x="820" y="4"/>
                  </a:cubicBezTo>
                  <a:lnTo>
                    <a:pt x="1087" y="8"/>
                  </a:lnTo>
                  <a:moveTo>
                    <a:pt x="1085" y="11"/>
                  </a:moveTo>
                  <a:lnTo>
                    <a:pt x="1085" y="11"/>
                  </a:lnTo>
                  <a:cubicBezTo>
                    <a:pt x="812" y="15"/>
                    <a:pt x="812" y="15"/>
                    <a:pt x="812" y="15"/>
                  </a:cubicBezTo>
                  <a:cubicBezTo>
                    <a:pt x="721" y="15"/>
                    <a:pt x="633" y="17"/>
                    <a:pt x="542" y="17"/>
                  </a:cubicBezTo>
                  <a:cubicBezTo>
                    <a:pt x="454" y="17"/>
                    <a:pt x="364" y="19"/>
                    <a:pt x="275" y="17"/>
                  </a:cubicBezTo>
                  <a:cubicBezTo>
                    <a:pt x="185" y="17"/>
                    <a:pt x="97" y="17"/>
                    <a:pt x="6" y="1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97" y="101"/>
                    <a:pt x="185" y="103"/>
                    <a:pt x="275" y="103"/>
                  </a:cubicBezTo>
                  <a:cubicBezTo>
                    <a:pt x="366" y="101"/>
                    <a:pt x="456" y="101"/>
                    <a:pt x="547" y="99"/>
                  </a:cubicBezTo>
                  <a:cubicBezTo>
                    <a:pt x="635" y="97"/>
                    <a:pt x="725" y="97"/>
                    <a:pt x="816" y="99"/>
                  </a:cubicBezTo>
                  <a:cubicBezTo>
                    <a:pt x="906" y="99"/>
                    <a:pt x="996" y="99"/>
                    <a:pt x="1085" y="101"/>
                  </a:cubicBezTo>
                  <a:cubicBezTo>
                    <a:pt x="1083" y="105"/>
                    <a:pt x="1083" y="105"/>
                    <a:pt x="1083" y="105"/>
                  </a:cubicBezTo>
                  <a:lnTo>
                    <a:pt x="1085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99"/>
            <p:cNvSpPr/>
            <p:nvPr/>
          </p:nvSpPr>
          <p:spPr>
            <a:xfrm flipH="1">
              <a:off x="-545713" y="5676639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7"/>
                    <a:pt x="25" y="34"/>
                    <a:pt x="25" y="49"/>
                  </a:cubicBezTo>
                  <a:cubicBezTo>
                    <a:pt x="25" y="57"/>
                    <a:pt x="25" y="65"/>
                    <a:pt x="25" y="74"/>
                  </a:cubicBezTo>
                  <a:cubicBezTo>
                    <a:pt x="23" y="82"/>
                    <a:pt x="23" y="91"/>
                    <a:pt x="23" y="99"/>
                  </a:cubicBezTo>
                  <a:cubicBezTo>
                    <a:pt x="23" y="101"/>
                    <a:pt x="23" y="101"/>
                    <a:pt x="23" y="101"/>
                  </a:cubicBezTo>
                  <a:lnTo>
                    <a:pt x="23" y="101"/>
                  </a:lnTo>
                  <a:cubicBezTo>
                    <a:pt x="17" y="101"/>
                    <a:pt x="10" y="101"/>
                    <a:pt x="4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2"/>
                    <a:pt x="0" y="67"/>
                    <a:pt x="0" y="51"/>
                  </a:cubicBezTo>
                  <a:cubicBezTo>
                    <a:pt x="0" y="36"/>
                    <a:pt x="0" y="19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7" y="2"/>
                    <a:pt x="23" y="2"/>
                  </a:cubicBezTo>
                  <a:moveTo>
                    <a:pt x="21" y="2"/>
                  </a:moveTo>
                  <a:lnTo>
                    <a:pt x="21" y="2"/>
                  </a:lnTo>
                  <a:cubicBezTo>
                    <a:pt x="15" y="5"/>
                    <a:pt x="10" y="5"/>
                    <a:pt x="4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9"/>
                    <a:pt x="8" y="36"/>
                    <a:pt x="8" y="51"/>
                  </a:cubicBezTo>
                  <a:cubicBezTo>
                    <a:pt x="8" y="67"/>
                    <a:pt x="8" y="82"/>
                    <a:pt x="6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0" y="97"/>
                    <a:pt x="17" y="97"/>
                    <a:pt x="23" y="97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1"/>
                    <a:pt x="21" y="82"/>
                    <a:pt x="19" y="76"/>
                  </a:cubicBezTo>
                  <a:cubicBezTo>
                    <a:pt x="19" y="67"/>
                    <a:pt x="19" y="61"/>
                    <a:pt x="19" y="53"/>
                  </a:cubicBezTo>
                  <a:cubicBezTo>
                    <a:pt x="19" y="36"/>
                    <a:pt x="19" y="21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99"/>
            <p:cNvSpPr/>
            <p:nvPr/>
          </p:nvSpPr>
          <p:spPr>
            <a:xfrm flipH="1">
              <a:off x="-692206" y="5589257"/>
              <a:ext cx="933789" cy="96806"/>
            </a:xfrm>
            <a:custGeom>
              <a:rect b="b" l="l" r="r" t="t"/>
              <a:pathLst>
                <a:path extrusionOk="0" h="113" w="1090">
                  <a:moveTo>
                    <a:pt x="1088" y="8"/>
                  </a:moveTo>
                  <a:lnTo>
                    <a:pt x="1088" y="8"/>
                  </a:lnTo>
                  <a:cubicBezTo>
                    <a:pt x="1090" y="104"/>
                    <a:pt x="1090" y="104"/>
                    <a:pt x="1090" y="104"/>
                  </a:cubicBezTo>
                  <a:cubicBezTo>
                    <a:pt x="1090" y="109"/>
                    <a:pt x="1090" y="109"/>
                    <a:pt x="1090" y="109"/>
                  </a:cubicBezTo>
                  <a:cubicBezTo>
                    <a:pt x="1088" y="109"/>
                    <a:pt x="1088" y="109"/>
                    <a:pt x="1088" y="109"/>
                  </a:cubicBezTo>
                  <a:cubicBezTo>
                    <a:pt x="997" y="111"/>
                    <a:pt x="907" y="111"/>
                    <a:pt x="816" y="113"/>
                  </a:cubicBezTo>
                  <a:cubicBezTo>
                    <a:pt x="726" y="113"/>
                    <a:pt x="637" y="113"/>
                    <a:pt x="547" y="111"/>
                  </a:cubicBezTo>
                  <a:cubicBezTo>
                    <a:pt x="457" y="111"/>
                    <a:pt x="366" y="109"/>
                    <a:pt x="276" y="109"/>
                  </a:cubicBezTo>
                  <a:cubicBezTo>
                    <a:pt x="188" y="107"/>
                    <a:pt x="97" y="109"/>
                    <a:pt x="7" y="109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7" y="1"/>
                    <a:pt x="188" y="1"/>
                    <a:pt x="278" y="1"/>
                  </a:cubicBezTo>
                  <a:cubicBezTo>
                    <a:pt x="368" y="-1"/>
                    <a:pt x="459" y="1"/>
                    <a:pt x="549" y="1"/>
                  </a:cubicBezTo>
                  <a:cubicBezTo>
                    <a:pt x="640" y="1"/>
                    <a:pt x="730" y="3"/>
                    <a:pt x="821" y="3"/>
                  </a:cubicBezTo>
                  <a:lnTo>
                    <a:pt x="1088" y="8"/>
                  </a:lnTo>
                  <a:moveTo>
                    <a:pt x="1085" y="10"/>
                  </a:moveTo>
                  <a:lnTo>
                    <a:pt x="1085" y="10"/>
                  </a:lnTo>
                  <a:cubicBezTo>
                    <a:pt x="812" y="14"/>
                    <a:pt x="812" y="14"/>
                    <a:pt x="812" y="14"/>
                  </a:cubicBezTo>
                  <a:cubicBezTo>
                    <a:pt x="724" y="16"/>
                    <a:pt x="633" y="16"/>
                    <a:pt x="543" y="16"/>
                  </a:cubicBezTo>
                  <a:cubicBezTo>
                    <a:pt x="455" y="18"/>
                    <a:pt x="364" y="18"/>
                    <a:pt x="276" y="18"/>
                  </a:cubicBezTo>
                  <a:cubicBezTo>
                    <a:pt x="186" y="16"/>
                    <a:pt x="9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7" y="102"/>
                    <a:pt x="188" y="102"/>
                    <a:pt x="276" y="102"/>
                  </a:cubicBezTo>
                  <a:cubicBezTo>
                    <a:pt x="366" y="102"/>
                    <a:pt x="457" y="100"/>
                    <a:pt x="547" y="98"/>
                  </a:cubicBezTo>
                  <a:cubicBezTo>
                    <a:pt x="637" y="98"/>
                    <a:pt x="726" y="98"/>
                    <a:pt x="816" y="98"/>
                  </a:cubicBezTo>
                  <a:cubicBezTo>
                    <a:pt x="907" y="98"/>
                    <a:pt x="997" y="100"/>
                    <a:pt x="1088" y="102"/>
                  </a:cubicBezTo>
                  <a:cubicBezTo>
                    <a:pt x="1083" y="104"/>
                    <a:pt x="1083" y="104"/>
                    <a:pt x="1083" y="104"/>
                  </a:cubicBezTo>
                  <a:lnTo>
                    <a:pt x="1085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99"/>
            <p:cNvSpPr/>
            <p:nvPr/>
          </p:nvSpPr>
          <p:spPr>
            <a:xfrm flipH="1">
              <a:off x="-591118" y="5596110"/>
              <a:ext cx="21417" cy="86525"/>
            </a:xfrm>
            <a:custGeom>
              <a:rect b="b" l="l" r="r" t="t"/>
              <a:pathLst>
                <a:path extrusionOk="0" h="101" w="25">
                  <a:moveTo>
                    <a:pt x="23" y="2"/>
                  </a:moveTo>
                  <a:lnTo>
                    <a:pt x="23" y="2"/>
                  </a:lnTo>
                  <a:cubicBezTo>
                    <a:pt x="25" y="14"/>
                    <a:pt x="25" y="31"/>
                    <a:pt x="25" y="48"/>
                  </a:cubicBezTo>
                  <a:cubicBezTo>
                    <a:pt x="25" y="56"/>
                    <a:pt x="25" y="65"/>
                    <a:pt x="25" y="73"/>
                  </a:cubicBezTo>
                  <a:cubicBezTo>
                    <a:pt x="23" y="82"/>
                    <a:pt x="23" y="90"/>
                    <a:pt x="23" y="96"/>
                  </a:cubicBezTo>
                  <a:cubicBezTo>
                    <a:pt x="23" y="99"/>
                    <a:pt x="23" y="99"/>
                    <a:pt x="23" y="99"/>
                  </a:cubicBezTo>
                  <a:lnTo>
                    <a:pt x="23" y="99"/>
                  </a:lnTo>
                  <a:cubicBezTo>
                    <a:pt x="16" y="99"/>
                    <a:pt x="10" y="99"/>
                    <a:pt x="4" y="99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82"/>
                    <a:pt x="0" y="65"/>
                    <a:pt x="0" y="50"/>
                  </a:cubicBezTo>
                  <a:cubicBezTo>
                    <a:pt x="0" y="33"/>
                    <a:pt x="0" y="16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0"/>
                    <a:pt x="16" y="0"/>
                    <a:pt x="23" y="2"/>
                  </a:cubicBezTo>
                  <a:moveTo>
                    <a:pt x="23" y="2"/>
                  </a:moveTo>
                  <a:lnTo>
                    <a:pt x="23" y="2"/>
                  </a:lnTo>
                  <a:cubicBezTo>
                    <a:pt x="14" y="2"/>
                    <a:pt x="10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16"/>
                    <a:pt x="8" y="33"/>
                    <a:pt x="8" y="50"/>
                  </a:cubicBezTo>
                  <a:cubicBezTo>
                    <a:pt x="8" y="65"/>
                    <a:pt x="8" y="82"/>
                    <a:pt x="6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10" y="94"/>
                    <a:pt x="16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0"/>
                    <a:pt x="21" y="82"/>
                    <a:pt x="21" y="73"/>
                  </a:cubicBezTo>
                  <a:cubicBezTo>
                    <a:pt x="18" y="65"/>
                    <a:pt x="18" y="59"/>
                    <a:pt x="18" y="50"/>
                  </a:cubicBezTo>
                  <a:cubicBezTo>
                    <a:pt x="18" y="35"/>
                    <a:pt x="21" y="19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99"/>
            <p:cNvSpPr/>
            <p:nvPr/>
          </p:nvSpPr>
          <p:spPr>
            <a:xfrm flipH="1">
              <a:off x="-657939" y="5363091"/>
              <a:ext cx="893525" cy="239872"/>
            </a:xfrm>
            <a:custGeom>
              <a:rect b="b" l="l" r="r" t="t"/>
              <a:pathLst>
                <a:path extrusionOk="0" h="280" w="1043">
                  <a:moveTo>
                    <a:pt x="1036" y="9"/>
                  </a:moveTo>
                  <a:lnTo>
                    <a:pt x="1036" y="9"/>
                  </a:lnTo>
                  <a:cubicBezTo>
                    <a:pt x="1041" y="139"/>
                    <a:pt x="1041" y="139"/>
                    <a:pt x="1041" y="139"/>
                  </a:cubicBezTo>
                  <a:cubicBezTo>
                    <a:pt x="1043" y="274"/>
                    <a:pt x="1043" y="274"/>
                    <a:pt x="1043" y="274"/>
                  </a:cubicBezTo>
                  <a:cubicBezTo>
                    <a:pt x="1043" y="278"/>
                    <a:pt x="1043" y="278"/>
                    <a:pt x="1043" y="278"/>
                  </a:cubicBezTo>
                  <a:cubicBezTo>
                    <a:pt x="1036" y="278"/>
                    <a:pt x="1036" y="278"/>
                    <a:pt x="1036" y="278"/>
                  </a:cubicBezTo>
                  <a:cubicBezTo>
                    <a:pt x="950" y="280"/>
                    <a:pt x="864" y="280"/>
                    <a:pt x="780" y="280"/>
                  </a:cubicBezTo>
                  <a:cubicBezTo>
                    <a:pt x="652" y="280"/>
                    <a:pt x="652" y="280"/>
                    <a:pt x="652" y="280"/>
                  </a:cubicBezTo>
                  <a:cubicBezTo>
                    <a:pt x="521" y="278"/>
                    <a:pt x="521" y="278"/>
                    <a:pt x="521" y="278"/>
                  </a:cubicBezTo>
                  <a:cubicBezTo>
                    <a:pt x="393" y="276"/>
                    <a:pt x="393" y="276"/>
                    <a:pt x="393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136" y="276"/>
                    <a:pt x="136" y="276"/>
                    <a:pt x="136" y="276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4"/>
                    <a:pt x="4" y="274"/>
                    <a:pt x="4" y="274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525" y="3"/>
                    <a:pt x="525" y="3"/>
                    <a:pt x="525" y="3"/>
                  </a:cubicBezTo>
                  <a:cubicBezTo>
                    <a:pt x="782" y="5"/>
                    <a:pt x="782" y="5"/>
                    <a:pt x="782" y="5"/>
                  </a:cubicBezTo>
                  <a:lnTo>
                    <a:pt x="1036" y="9"/>
                  </a:lnTo>
                  <a:moveTo>
                    <a:pt x="1036" y="11"/>
                  </a:moveTo>
                  <a:lnTo>
                    <a:pt x="1036" y="11"/>
                  </a:lnTo>
                  <a:cubicBezTo>
                    <a:pt x="776" y="15"/>
                    <a:pt x="776" y="15"/>
                    <a:pt x="776" y="15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136" y="270"/>
                    <a:pt x="136" y="270"/>
                    <a:pt x="136" y="270"/>
                  </a:cubicBezTo>
                  <a:cubicBezTo>
                    <a:pt x="265" y="270"/>
                    <a:pt x="265" y="270"/>
                    <a:pt x="265" y="270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521" y="267"/>
                    <a:pt x="521" y="267"/>
                    <a:pt x="521" y="267"/>
                  </a:cubicBezTo>
                  <a:cubicBezTo>
                    <a:pt x="652" y="265"/>
                    <a:pt x="652" y="265"/>
                    <a:pt x="652" y="265"/>
                  </a:cubicBezTo>
                  <a:cubicBezTo>
                    <a:pt x="780" y="265"/>
                    <a:pt x="780" y="265"/>
                    <a:pt x="780" y="265"/>
                  </a:cubicBezTo>
                  <a:cubicBezTo>
                    <a:pt x="864" y="265"/>
                    <a:pt x="950" y="265"/>
                    <a:pt x="1036" y="267"/>
                  </a:cubicBezTo>
                  <a:cubicBezTo>
                    <a:pt x="1030" y="274"/>
                    <a:pt x="1030" y="274"/>
                    <a:pt x="1030" y="274"/>
                  </a:cubicBezTo>
                  <a:cubicBezTo>
                    <a:pt x="1032" y="143"/>
                    <a:pt x="1032" y="143"/>
                    <a:pt x="1032" y="143"/>
                  </a:cubicBezTo>
                  <a:lnTo>
                    <a:pt x="1036" y="1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99"/>
            <p:cNvSpPr/>
            <p:nvPr/>
          </p:nvSpPr>
          <p:spPr>
            <a:xfrm flipH="1">
              <a:off x="-587691" y="5417919"/>
              <a:ext cx="160201" cy="132787"/>
            </a:xfrm>
            <a:custGeom>
              <a:rect b="b" l="l" r="r" t="t"/>
              <a:pathLst>
                <a:path extrusionOk="0" h="155" w="187">
                  <a:moveTo>
                    <a:pt x="184" y="4"/>
                  </a:moveTo>
                  <a:lnTo>
                    <a:pt x="184" y="4"/>
                  </a:lnTo>
                  <a:cubicBezTo>
                    <a:pt x="184" y="27"/>
                    <a:pt x="184" y="52"/>
                    <a:pt x="187" y="77"/>
                  </a:cubicBezTo>
                  <a:cubicBezTo>
                    <a:pt x="187" y="100"/>
                    <a:pt x="187" y="126"/>
                    <a:pt x="187" y="151"/>
                  </a:cubicBezTo>
                  <a:cubicBezTo>
                    <a:pt x="187" y="155"/>
                    <a:pt x="187" y="155"/>
                    <a:pt x="187" y="155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53" y="155"/>
                    <a:pt x="123" y="153"/>
                    <a:pt x="94" y="153"/>
                  </a:cubicBezTo>
                  <a:cubicBezTo>
                    <a:pt x="63" y="151"/>
                    <a:pt x="33" y="153"/>
                    <a:pt x="4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26"/>
                    <a:pt x="0" y="102"/>
                    <a:pt x="0" y="77"/>
                  </a:cubicBezTo>
                  <a:cubicBezTo>
                    <a:pt x="0" y="54"/>
                    <a:pt x="0" y="2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3" y="0"/>
                    <a:pt x="65" y="0"/>
                    <a:pt x="94" y="2"/>
                  </a:cubicBezTo>
                  <a:cubicBezTo>
                    <a:pt x="140" y="4"/>
                    <a:pt x="140" y="4"/>
                    <a:pt x="140" y="4"/>
                  </a:cubicBezTo>
                  <a:lnTo>
                    <a:pt x="184" y="4"/>
                  </a:lnTo>
                  <a:moveTo>
                    <a:pt x="182" y="6"/>
                  </a:moveTo>
                  <a:lnTo>
                    <a:pt x="182" y="6"/>
                  </a:lnTo>
                  <a:cubicBezTo>
                    <a:pt x="136" y="6"/>
                    <a:pt x="136" y="6"/>
                    <a:pt x="136" y="6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63" y="8"/>
                    <a:pt x="33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9"/>
                    <a:pt x="8" y="54"/>
                    <a:pt x="8" y="77"/>
                  </a:cubicBezTo>
                  <a:cubicBezTo>
                    <a:pt x="6" y="102"/>
                    <a:pt x="6" y="126"/>
                    <a:pt x="6" y="151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3" y="149"/>
                    <a:pt x="63" y="149"/>
                    <a:pt x="94" y="149"/>
                  </a:cubicBezTo>
                  <a:cubicBezTo>
                    <a:pt x="123" y="149"/>
                    <a:pt x="153" y="147"/>
                    <a:pt x="182" y="147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26"/>
                    <a:pt x="180" y="102"/>
                    <a:pt x="180" y="79"/>
                  </a:cubicBezTo>
                  <a:cubicBezTo>
                    <a:pt x="180" y="54"/>
                    <a:pt x="182" y="31"/>
                    <a:pt x="182" y="6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800" lIns="90000" spcFirstLastPara="1" rIns="90000" wrap="square" tIns="108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99"/>
            <p:cNvSpPr/>
            <p:nvPr/>
          </p:nvSpPr>
          <p:spPr>
            <a:xfrm flipH="1">
              <a:off x="97659" y="5370802"/>
              <a:ext cx="31697" cy="228736"/>
            </a:xfrm>
            <a:custGeom>
              <a:rect b="b" l="l" r="r" t="t"/>
              <a:pathLst>
                <a:path extrusionOk="0" h="267" w="37">
                  <a:moveTo>
                    <a:pt x="34" y="0"/>
                  </a:moveTo>
                  <a:lnTo>
                    <a:pt x="34" y="0"/>
                  </a:lnTo>
                  <a:cubicBezTo>
                    <a:pt x="36" y="21"/>
                    <a:pt x="36" y="44"/>
                    <a:pt x="36" y="65"/>
                  </a:cubicBezTo>
                  <a:cubicBezTo>
                    <a:pt x="36" y="86"/>
                    <a:pt x="38" y="109"/>
                    <a:pt x="36" y="130"/>
                  </a:cubicBezTo>
                  <a:cubicBezTo>
                    <a:pt x="38" y="153"/>
                    <a:pt x="36" y="176"/>
                    <a:pt x="36" y="197"/>
                  </a:cubicBezTo>
                  <a:cubicBezTo>
                    <a:pt x="34" y="221"/>
                    <a:pt x="34" y="242"/>
                    <a:pt x="36" y="265"/>
                  </a:cubicBezTo>
                  <a:lnTo>
                    <a:pt x="36" y="265"/>
                  </a:lnTo>
                  <a:cubicBezTo>
                    <a:pt x="34" y="265"/>
                    <a:pt x="34" y="265"/>
                    <a:pt x="34" y="265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42"/>
                    <a:pt x="0" y="221"/>
                    <a:pt x="0" y="197"/>
                  </a:cubicBezTo>
                  <a:cubicBezTo>
                    <a:pt x="0" y="176"/>
                    <a:pt x="0" y="153"/>
                    <a:pt x="0" y="132"/>
                  </a:cubicBezTo>
                  <a:cubicBezTo>
                    <a:pt x="0" y="111"/>
                    <a:pt x="0" y="88"/>
                    <a:pt x="0" y="67"/>
                  </a:cubicBezTo>
                  <a:cubicBezTo>
                    <a:pt x="0" y="44"/>
                    <a:pt x="2" y="23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4" y="0"/>
                  </a:lnTo>
                  <a:moveTo>
                    <a:pt x="34" y="2"/>
                  </a:moveTo>
                  <a:lnTo>
                    <a:pt x="34" y="2"/>
                  </a:ln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3"/>
                    <a:pt x="6" y="44"/>
                    <a:pt x="8" y="67"/>
                  </a:cubicBezTo>
                  <a:cubicBezTo>
                    <a:pt x="8" y="88"/>
                    <a:pt x="8" y="111"/>
                    <a:pt x="8" y="132"/>
                  </a:cubicBezTo>
                  <a:cubicBezTo>
                    <a:pt x="8" y="153"/>
                    <a:pt x="8" y="176"/>
                    <a:pt x="8" y="197"/>
                  </a:cubicBezTo>
                  <a:cubicBezTo>
                    <a:pt x="8" y="221"/>
                    <a:pt x="6" y="242"/>
                    <a:pt x="6" y="265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34" y="263"/>
                    <a:pt x="34" y="263"/>
                    <a:pt x="34" y="263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42"/>
                    <a:pt x="31" y="221"/>
                    <a:pt x="31" y="197"/>
                  </a:cubicBezTo>
                  <a:cubicBezTo>
                    <a:pt x="31" y="176"/>
                    <a:pt x="29" y="155"/>
                    <a:pt x="29" y="134"/>
                  </a:cubicBezTo>
                  <a:cubicBezTo>
                    <a:pt x="29" y="111"/>
                    <a:pt x="31" y="90"/>
                    <a:pt x="31" y="69"/>
                  </a:cubicBezTo>
                  <a:cubicBezTo>
                    <a:pt x="31" y="46"/>
                    <a:pt x="31" y="25"/>
                    <a:pt x="34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99"/>
            <p:cNvSpPr/>
            <p:nvPr/>
          </p:nvSpPr>
          <p:spPr>
            <a:xfrm flipH="1">
              <a:off x="-351245" y="5566983"/>
              <a:ext cx="158487" cy="1713"/>
            </a:xfrm>
            <a:custGeom>
              <a:rect b="b" l="l" r="r" t="t"/>
              <a:pathLst>
                <a:path extrusionOk="0" h="2" w="185">
                  <a:moveTo>
                    <a:pt x="0" y="2"/>
                  </a:moveTo>
                  <a:lnTo>
                    <a:pt x="0" y="2"/>
                  </a:lnTo>
                  <a:cubicBezTo>
                    <a:pt x="30" y="0"/>
                    <a:pt x="61" y="0"/>
                    <a:pt x="93" y="0"/>
                  </a:cubicBezTo>
                  <a:cubicBezTo>
                    <a:pt x="124" y="0"/>
                    <a:pt x="154" y="0"/>
                    <a:pt x="185" y="0"/>
                  </a:cubicBezTo>
                  <a:cubicBezTo>
                    <a:pt x="154" y="2"/>
                    <a:pt x="124" y="2"/>
                    <a:pt x="93" y="2"/>
                  </a:cubicBezTo>
                  <a:cubicBezTo>
                    <a:pt x="61" y="2"/>
                    <a:pt x="3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99"/>
            <p:cNvSpPr/>
            <p:nvPr/>
          </p:nvSpPr>
          <p:spPr>
            <a:xfrm flipH="1">
              <a:off x="-375232" y="5566983"/>
              <a:ext cx="11137" cy="1713"/>
            </a:xfrm>
            <a:custGeom>
              <a:rect b="b" l="l" r="r" t="t"/>
              <a:pathLst>
                <a:path extrusionOk="0" h="2" w="13">
                  <a:moveTo>
                    <a:pt x="0" y="2"/>
                  </a:moveTo>
                  <a:lnTo>
                    <a:pt x="0" y="2"/>
                  </a:lnTo>
                  <a:cubicBezTo>
                    <a:pt x="2" y="2"/>
                    <a:pt x="4" y="2"/>
                    <a:pt x="6" y="0"/>
                  </a:cubicBezTo>
                  <a:cubicBezTo>
                    <a:pt x="8" y="2"/>
                    <a:pt x="10" y="2"/>
                    <a:pt x="13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99"/>
            <p:cNvSpPr/>
            <p:nvPr/>
          </p:nvSpPr>
          <p:spPr>
            <a:xfrm flipH="1">
              <a:off x="163624" y="5507872"/>
              <a:ext cx="65108" cy="1713"/>
            </a:xfrm>
            <a:custGeom>
              <a:rect b="b" l="l" r="r" t="t"/>
              <a:pathLst>
                <a:path extrusionOk="0" h="2" w="76">
                  <a:moveTo>
                    <a:pt x="0" y="2"/>
                  </a:moveTo>
                  <a:lnTo>
                    <a:pt x="0" y="2"/>
                  </a:lnTo>
                  <a:cubicBezTo>
                    <a:pt x="13" y="2"/>
                    <a:pt x="25" y="0"/>
                    <a:pt x="38" y="0"/>
                  </a:cubicBezTo>
                  <a:cubicBezTo>
                    <a:pt x="51" y="0"/>
                    <a:pt x="63" y="2"/>
                    <a:pt x="76" y="2"/>
                  </a:cubicBezTo>
                  <a:cubicBezTo>
                    <a:pt x="63" y="2"/>
                    <a:pt x="51" y="2"/>
                    <a:pt x="38" y="2"/>
                  </a:cubicBezTo>
                  <a:cubicBezTo>
                    <a:pt x="25" y="2"/>
                    <a:pt x="1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99"/>
            <p:cNvSpPr/>
            <p:nvPr/>
          </p:nvSpPr>
          <p:spPr>
            <a:xfrm flipH="1">
              <a:off x="199605" y="5498448"/>
              <a:ext cx="27414" cy="1713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7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7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99"/>
            <p:cNvSpPr/>
            <p:nvPr/>
          </p:nvSpPr>
          <p:spPr>
            <a:xfrm flipH="1">
              <a:off x="-406930" y="5861683"/>
              <a:ext cx="161914" cy="2570"/>
            </a:xfrm>
            <a:custGeom>
              <a:rect b="b" l="l" r="r" t="t"/>
              <a:pathLst>
                <a:path extrusionOk="0" h="3" w="189">
                  <a:moveTo>
                    <a:pt x="0" y="3"/>
                  </a:moveTo>
                  <a:lnTo>
                    <a:pt x="0" y="3"/>
                  </a:lnTo>
                  <a:cubicBezTo>
                    <a:pt x="32" y="1"/>
                    <a:pt x="63" y="1"/>
                    <a:pt x="95" y="1"/>
                  </a:cubicBezTo>
                  <a:cubicBezTo>
                    <a:pt x="126" y="1"/>
                    <a:pt x="158" y="-1"/>
                    <a:pt x="189" y="1"/>
                  </a:cubicBezTo>
                  <a:cubicBezTo>
                    <a:pt x="158" y="1"/>
                    <a:pt x="126" y="1"/>
                    <a:pt x="95" y="3"/>
                  </a:cubicBezTo>
                  <a:cubicBezTo>
                    <a:pt x="63" y="3"/>
                    <a:pt x="32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99"/>
            <p:cNvSpPr/>
            <p:nvPr/>
          </p:nvSpPr>
          <p:spPr>
            <a:xfrm flipH="1">
              <a:off x="-437771" y="5859970"/>
              <a:ext cx="17990" cy="2570"/>
            </a:xfrm>
            <a:custGeom>
              <a:rect b="b" l="l" r="r" t="t"/>
              <a:pathLst>
                <a:path extrusionOk="0" h="3" w="21">
                  <a:moveTo>
                    <a:pt x="0" y="1"/>
                  </a:moveTo>
                  <a:lnTo>
                    <a:pt x="0" y="1"/>
                  </a:lnTo>
                  <a:cubicBezTo>
                    <a:pt x="4" y="1"/>
                    <a:pt x="6" y="1"/>
                    <a:pt x="11" y="1"/>
                  </a:cubicBezTo>
                  <a:cubicBezTo>
                    <a:pt x="15" y="1"/>
                    <a:pt x="17" y="-1"/>
                    <a:pt x="21" y="1"/>
                  </a:cubicBezTo>
                  <a:cubicBezTo>
                    <a:pt x="17" y="1"/>
                    <a:pt x="15" y="3"/>
                    <a:pt x="11" y="3"/>
                  </a:cubicBezTo>
                  <a:cubicBezTo>
                    <a:pt x="6" y="3"/>
                    <a:pt x="4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99"/>
            <p:cNvSpPr/>
            <p:nvPr/>
          </p:nvSpPr>
          <p:spPr>
            <a:xfrm flipH="1">
              <a:off x="-466898" y="5859970"/>
              <a:ext cx="12850" cy="2570"/>
            </a:xfrm>
            <a:custGeom>
              <a:rect b="b" l="l" r="r" t="t"/>
              <a:pathLst>
                <a:path extrusionOk="0" h="3" w="15">
                  <a:moveTo>
                    <a:pt x="0" y="1"/>
                  </a:moveTo>
                  <a:lnTo>
                    <a:pt x="0" y="1"/>
                  </a:lnTo>
                  <a:cubicBezTo>
                    <a:pt x="2" y="1"/>
                    <a:pt x="4" y="1"/>
                    <a:pt x="6" y="1"/>
                  </a:cubicBezTo>
                  <a:cubicBezTo>
                    <a:pt x="9" y="1"/>
                    <a:pt x="11" y="-1"/>
                    <a:pt x="15" y="1"/>
                  </a:cubicBezTo>
                  <a:cubicBezTo>
                    <a:pt x="13" y="1"/>
                    <a:pt x="11" y="1"/>
                    <a:pt x="9" y="3"/>
                  </a:cubicBezTo>
                  <a:cubicBezTo>
                    <a:pt x="4" y="3"/>
                    <a:pt x="2" y="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99"/>
            <p:cNvSpPr/>
            <p:nvPr/>
          </p:nvSpPr>
          <p:spPr>
            <a:xfrm flipH="1">
              <a:off x="-97665" y="5826559"/>
              <a:ext cx="176478" cy="1713"/>
            </a:xfrm>
            <a:custGeom>
              <a:rect b="b" l="l" r="r" t="t"/>
              <a:pathLst>
                <a:path extrusionOk="0" h="2" w="206">
                  <a:moveTo>
                    <a:pt x="0" y="2"/>
                  </a:moveTo>
                  <a:lnTo>
                    <a:pt x="0" y="2"/>
                  </a:lnTo>
                  <a:cubicBezTo>
                    <a:pt x="33" y="0"/>
                    <a:pt x="69" y="0"/>
                    <a:pt x="103" y="0"/>
                  </a:cubicBezTo>
                  <a:cubicBezTo>
                    <a:pt x="136" y="0"/>
                    <a:pt x="172" y="0"/>
                    <a:pt x="206" y="0"/>
                  </a:cubicBezTo>
                  <a:cubicBezTo>
                    <a:pt x="172" y="2"/>
                    <a:pt x="136" y="2"/>
                    <a:pt x="103" y="2"/>
                  </a:cubicBezTo>
                  <a:cubicBezTo>
                    <a:pt x="69" y="2"/>
                    <a:pt x="33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99"/>
            <p:cNvSpPr/>
            <p:nvPr/>
          </p:nvSpPr>
          <p:spPr>
            <a:xfrm flipH="1">
              <a:off x="-569701" y="5696343"/>
              <a:ext cx="97662" cy="3427"/>
            </a:xfrm>
            <a:custGeom>
              <a:rect b="b" l="l" r="r" t="t"/>
              <a:pathLst>
                <a:path extrusionOk="0" h="4" w="114">
                  <a:moveTo>
                    <a:pt x="0" y="0"/>
                  </a:moveTo>
                  <a:lnTo>
                    <a:pt x="0" y="0"/>
                  </a:lnTo>
                  <a:cubicBezTo>
                    <a:pt x="19" y="0"/>
                    <a:pt x="38" y="0"/>
                    <a:pt x="57" y="0"/>
                  </a:cubicBezTo>
                  <a:cubicBezTo>
                    <a:pt x="76" y="3"/>
                    <a:pt x="95" y="3"/>
                    <a:pt x="114" y="3"/>
                  </a:cubicBezTo>
                  <a:cubicBezTo>
                    <a:pt x="95" y="5"/>
                    <a:pt x="76" y="3"/>
                    <a:pt x="57" y="3"/>
                  </a:cubicBezTo>
                  <a:cubicBezTo>
                    <a:pt x="38" y="3"/>
                    <a:pt x="19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99"/>
            <p:cNvSpPr/>
            <p:nvPr/>
          </p:nvSpPr>
          <p:spPr>
            <a:xfrm flipH="1">
              <a:off x="-484888" y="5709193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2" y="0"/>
                    <a:pt x="6" y="0"/>
                    <a:pt x="10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0" y="2"/>
                  </a:cubicBezTo>
                  <a:cubicBezTo>
                    <a:pt x="6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99"/>
            <p:cNvSpPr/>
            <p:nvPr/>
          </p:nvSpPr>
          <p:spPr>
            <a:xfrm flipH="1">
              <a:off x="-376946" y="5609817"/>
              <a:ext cx="164484" cy="3427"/>
            </a:xfrm>
            <a:custGeom>
              <a:rect b="b" l="l" r="r" t="t"/>
              <a:pathLst>
                <a:path extrusionOk="0" h="4" w="192">
                  <a:moveTo>
                    <a:pt x="0" y="0"/>
                  </a:moveTo>
                  <a:lnTo>
                    <a:pt x="0" y="0"/>
                  </a:lnTo>
                  <a:cubicBezTo>
                    <a:pt x="32" y="0"/>
                    <a:pt x="65" y="0"/>
                    <a:pt x="97" y="0"/>
                  </a:cubicBezTo>
                  <a:cubicBezTo>
                    <a:pt x="129" y="3"/>
                    <a:pt x="160" y="3"/>
                    <a:pt x="192" y="3"/>
                  </a:cubicBezTo>
                  <a:cubicBezTo>
                    <a:pt x="160" y="5"/>
                    <a:pt x="129" y="3"/>
                    <a:pt x="97" y="3"/>
                  </a:cubicBezTo>
                  <a:cubicBezTo>
                    <a:pt x="65" y="3"/>
                    <a:pt x="32" y="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99"/>
            <p:cNvSpPr/>
            <p:nvPr/>
          </p:nvSpPr>
          <p:spPr>
            <a:xfrm flipH="1">
              <a:off x="-176481" y="5949065"/>
              <a:ext cx="251866" cy="1713"/>
            </a:xfrm>
            <a:custGeom>
              <a:rect b="b" l="l" r="r" t="t"/>
              <a:pathLst>
                <a:path extrusionOk="0" h="2" w="294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99" y="0"/>
                    <a:pt x="147" y="0"/>
                  </a:cubicBezTo>
                  <a:cubicBezTo>
                    <a:pt x="198" y="0"/>
                    <a:pt x="246" y="0"/>
                    <a:pt x="294" y="0"/>
                  </a:cubicBezTo>
                  <a:cubicBezTo>
                    <a:pt x="246" y="2"/>
                    <a:pt x="198" y="2"/>
                    <a:pt x="147" y="2"/>
                  </a:cubicBezTo>
                  <a:cubicBezTo>
                    <a:pt x="99" y="2"/>
                    <a:pt x="5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99"/>
            <p:cNvSpPr/>
            <p:nvPr/>
          </p:nvSpPr>
          <p:spPr>
            <a:xfrm flipH="1">
              <a:off x="86523" y="5949065"/>
              <a:ext cx="16277" cy="1713"/>
            </a:xfrm>
            <a:custGeom>
              <a:rect b="b" l="l" r="r" t="t"/>
              <a:pathLst>
                <a:path extrusionOk="0" h="2" w="19">
                  <a:moveTo>
                    <a:pt x="0" y="2"/>
                  </a:moveTo>
                  <a:lnTo>
                    <a:pt x="0" y="2"/>
                  </a:lnTo>
                  <a:cubicBezTo>
                    <a:pt x="5" y="0"/>
                    <a:pt x="7" y="0"/>
                    <a:pt x="11" y="0"/>
                  </a:cubicBezTo>
                  <a:cubicBezTo>
                    <a:pt x="13" y="0"/>
                    <a:pt x="17" y="0"/>
                    <a:pt x="19" y="2"/>
                  </a:cubicBezTo>
                  <a:cubicBezTo>
                    <a:pt x="17" y="2"/>
                    <a:pt x="13" y="2"/>
                    <a:pt x="11" y="2"/>
                  </a:cubicBezTo>
                  <a:cubicBezTo>
                    <a:pt x="7" y="2"/>
                    <a:pt x="5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99"/>
            <p:cNvSpPr/>
            <p:nvPr/>
          </p:nvSpPr>
          <p:spPr>
            <a:xfrm flipH="1">
              <a:off x="-148210" y="5957632"/>
              <a:ext cx="56541" cy="1713"/>
            </a:xfrm>
            <a:custGeom>
              <a:rect b="b" l="l" r="r" t="t"/>
              <a:pathLst>
                <a:path extrusionOk="0" h="2" w="66">
                  <a:moveTo>
                    <a:pt x="0" y="2"/>
                  </a:moveTo>
                  <a:lnTo>
                    <a:pt x="0" y="2"/>
                  </a:lnTo>
                  <a:cubicBezTo>
                    <a:pt x="11" y="0"/>
                    <a:pt x="21" y="0"/>
                    <a:pt x="32" y="0"/>
                  </a:cubicBezTo>
                  <a:cubicBezTo>
                    <a:pt x="43" y="0"/>
                    <a:pt x="55" y="0"/>
                    <a:pt x="66" y="2"/>
                  </a:cubicBezTo>
                  <a:cubicBezTo>
                    <a:pt x="55" y="2"/>
                    <a:pt x="43" y="2"/>
                    <a:pt x="32" y="2"/>
                  </a:cubicBezTo>
                  <a:cubicBezTo>
                    <a:pt x="21" y="2"/>
                    <a:pt x="11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99"/>
            <p:cNvSpPr/>
            <p:nvPr/>
          </p:nvSpPr>
          <p:spPr>
            <a:xfrm flipH="1">
              <a:off x="-601398" y="6114406"/>
              <a:ext cx="88239" cy="1713"/>
            </a:xfrm>
            <a:custGeom>
              <a:rect b="b" l="l" r="r" t="t"/>
              <a:pathLst>
                <a:path extrusionOk="0" h="2" w="103">
                  <a:moveTo>
                    <a:pt x="0" y="2"/>
                  </a:moveTo>
                  <a:lnTo>
                    <a:pt x="0" y="2"/>
                  </a:lnTo>
                  <a:cubicBezTo>
                    <a:pt x="17" y="2"/>
                    <a:pt x="34" y="0"/>
                    <a:pt x="51" y="0"/>
                  </a:cubicBezTo>
                  <a:cubicBezTo>
                    <a:pt x="68" y="0"/>
                    <a:pt x="84" y="0"/>
                    <a:pt x="103" y="2"/>
                  </a:cubicBezTo>
                  <a:cubicBezTo>
                    <a:pt x="84" y="2"/>
                    <a:pt x="68" y="2"/>
                    <a:pt x="51" y="2"/>
                  </a:cubicBezTo>
                  <a:cubicBezTo>
                    <a:pt x="34" y="2"/>
                    <a:pt x="1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99"/>
            <p:cNvSpPr/>
            <p:nvPr/>
          </p:nvSpPr>
          <p:spPr>
            <a:xfrm flipH="1">
              <a:off x="-585121" y="6109266"/>
              <a:ext cx="17990" cy="1713"/>
            </a:xfrm>
            <a:custGeom>
              <a:rect b="b" l="l" r="r" t="t"/>
              <a:pathLst>
                <a:path extrusionOk="0" h="2" w="21">
                  <a:moveTo>
                    <a:pt x="0" y="0"/>
                  </a:moveTo>
                  <a:lnTo>
                    <a:pt x="0" y="0"/>
                  </a:lnTo>
                  <a:cubicBezTo>
                    <a:pt x="3" y="0"/>
                    <a:pt x="7" y="0"/>
                    <a:pt x="11" y="0"/>
                  </a:cubicBezTo>
                  <a:cubicBezTo>
                    <a:pt x="15" y="0"/>
                    <a:pt x="17" y="0"/>
                    <a:pt x="21" y="0"/>
                  </a:cubicBezTo>
                  <a:cubicBezTo>
                    <a:pt x="17" y="2"/>
                    <a:pt x="15" y="2"/>
                    <a:pt x="11" y="2"/>
                  </a:cubicBezTo>
                  <a:cubicBezTo>
                    <a:pt x="7" y="2"/>
                    <a:pt x="3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99"/>
            <p:cNvSpPr/>
            <p:nvPr/>
          </p:nvSpPr>
          <p:spPr>
            <a:xfrm flipH="1">
              <a:off x="250150" y="5316830"/>
              <a:ext cx="259576" cy="893525"/>
            </a:xfrm>
            <a:custGeom>
              <a:rect b="b" l="l" r="r" t="t"/>
              <a:pathLst>
                <a:path extrusionOk="0" h="1043" w="303">
                  <a:moveTo>
                    <a:pt x="0" y="1015"/>
                  </a:moveTo>
                  <a:lnTo>
                    <a:pt x="0" y="1015"/>
                  </a:lnTo>
                  <a:cubicBezTo>
                    <a:pt x="72" y="1026"/>
                    <a:pt x="72" y="1026"/>
                    <a:pt x="72" y="1026"/>
                  </a:cubicBezTo>
                  <a:cubicBezTo>
                    <a:pt x="95" y="1028"/>
                    <a:pt x="118" y="1030"/>
                    <a:pt x="141" y="1034"/>
                  </a:cubicBezTo>
                  <a:cubicBezTo>
                    <a:pt x="135" y="1038"/>
                    <a:pt x="135" y="1038"/>
                    <a:pt x="135" y="1038"/>
                  </a:cubicBezTo>
                  <a:cubicBezTo>
                    <a:pt x="154" y="910"/>
                    <a:pt x="154" y="910"/>
                    <a:pt x="154" y="910"/>
                  </a:cubicBezTo>
                  <a:cubicBezTo>
                    <a:pt x="173" y="784"/>
                    <a:pt x="173" y="784"/>
                    <a:pt x="173" y="784"/>
                  </a:cubicBezTo>
                  <a:cubicBezTo>
                    <a:pt x="181" y="721"/>
                    <a:pt x="181" y="721"/>
                    <a:pt x="181" y="721"/>
                  </a:cubicBezTo>
                  <a:cubicBezTo>
                    <a:pt x="192" y="658"/>
                    <a:pt x="192" y="658"/>
                    <a:pt x="192" y="658"/>
                  </a:cubicBezTo>
                  <a:cubicBezTo>
                    <a:pt x="202" y="595"/>
                    <a:pt x="202" y="595"/>
                    <a:pt x="202" y="595"/>
                  </a:cubicBezTo>
                  <a:cubicBezTo>
                    <a:pt x="213" y="532"/>
                    <a:pt x="213" y="532"/>
                    <a:pt x="213" y="532"/>
                  </a:cubicBezTo>
                  <a:cubicBezTo>
                    <a:pt x="234" y="408"/>
                    <a:pt x="234" y="408"/>
                    <a:pt x="234" y="408"/>
                  </a:cubicBezTo>
                  <a:cubicBezTo>
                    <a:pt x="242" y="366"/>
                    <a:pt x="248" y="324"/>
                    <a:pt x="254" y="281"/>
                  </a:cubicBezTo>
                  <a:cubicBezTo>
                    <a:pt x="267" y="197"/>
                    <a:pt x="280" y="111"/>
                    <a:pt x="292" y="27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52" y="92"/>
                    <a:pt x="139" y="176"/>
                    <a:pt x="126" y="258"/>
                  </a:cubicBezTo>
                  <a:cubicBezTo>
                    <a:pt x="114" y="342"/>
                    <a:pt x="101" y="427"/>
                    <a:pt x="86" y="511"/>
                  </a:cubicBezTo>
                  <a:cubicBezTo>
                    <a:pt x="74" y="593"/>
                    <a:pt x="59" y="677"/>
                    <a:pt x="44" y="761"/>
                  </a:cubicBezTo>
                  <a:lnTo>
                    <a:pt x="0" y="1015"/>
                  </a:lnTo>
                  <a:moveTo>
                    <a:pt x="0" y="1017"/>
                  </a:moveTo>
                  <a:lnTo>
                    <a:pt x="0" y="1017"/>
                  </a:lnTo>
                  <a:cubicBezTo>
                    <a:pt x="34" y="767"/>
                    <a:pt x="34" y="767"/>
                    <a:pt x="34" y="767"/>
                  </a:cubicBezTo>
                  <a:cubicBezTo>
                    <a:pt x="46" y="683"/>
                    <a:pt x="57" y="599"/>
                    <a:pt x="70" y="513"/>
                  </a:cubicBezTo>
                  <a:cubicBezTo>
                    <a:pt x="84" y="429"/>
                    <a:pt x="95" y="345"/>
                    <a:pt x="110" y="260"/>
                  </a:cubicBezTo>
                  <a:cubicBezTo>
                    <a:pt x="124" y="174"/>
                    <a:pt x="137" y="90"/>
                    <a:pt x="152" y="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303" y="25"/>
                    <a:pt x="303" y="25"/>
                    <a:pt x="303" y="25"/>
                  </a:cubicBezTo>
                  <a:cubicBezTo>
                    <a:pt x="301" y="29"/>
                    <a:pt x="301" y="29"/>
                    <a:pt x="301" y="29"/>
                  </a:cubicBezTo>
                  <a:cubicBezTo>
                    <a:pt x="286" y="113"/>
                    <a:pt x="273" y="197"/>
                    <a:pt x="261" y="281"/>
                  </a:cubicBezTo>
                  <a:cubicBezTo>
                    <a:pt x="254" y="324"/>
                    <a:pt x="248" y="366"/>
                    <a:pt x="242" y="408"/>
                  </a:cubicBezTo>
                  <a:cubicBezTo>
                    <a:pt x="223" y="534"/>
                    <a:pt x="223" y="534"/>
                    <a:pt x="223" y="534"/>
                  </a:cubicBezTo>
                  <a:cubicBezTo>
                    <a:pt x="215" y="597"/>
                    <a:pt x="215" y="597"/>
                    <a:pt x="215" y="597"/>
                  </a:cubicBezTo>
                  <a:cubicBezTo>
                    <a:pt x="206" y="660"/>
                    <a:pt x="206" y="660"/>
                    <a:pt x="206" y="660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85" y="786"/>
                    <a:pt x="185" y="786"/>
                    <a:pt x="185" y="786"/>
                  </a:cubicBezTo>
                  <a:cubicBezTo>
                    <a:pt x="166" y="912"/>
                    <a:pt x="166" y="912"/>
                    <a:pt x="166" y="912"/>
                  </a:cubicBezTo>
                  <a:cubicBezTo>
                    <a:pt x="143" y="1038"/>
                    <a:pt x="143" y="1038"/>
                    <a:pt x="143" y="1038"/>
                  </a:cubicBezTo>
                  <a:cubicBezTo>
                    <a:pt x="143" y="1043"/>
                    <a:pt x="143" y="1043"/>
                    <a:pt x="143" y="1043"/>
                  </a:cubicBezTo>
                  <a:cubicBezTo>
                    <a:pt x="139" y="1043"/>
                    <a:pt x="139" y="1043"/>
                    <a:pt x="139" y="1043"/>
                  </a:cubicBezTo>
                  <a:cubicBezTo>
                    <a:pt x="116" y="1038"/>
                    <a:pt x="91" y="1034"/>
                    <a:pt x="67" y="1030"/>
                  </a:cubicBezTo>
                  <a:lnTo>
                    <a:pt x="0" y="101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99"/>
            <p:cNvSpPr/>
            <p:nvPr/>
          </p:nvSpPr>
          <p:spPr>
            <a:xfrm flipH="1">
              <a:off x="264714" y="5406783"/>
              <a:ext cx="122506" cy="41121"/>
            </a:xfrm>
            <a:custGeom>
              <a:rect b="b" l="l" r="r" t="t"/>
              <a:pathLst>
                <a:path extrusionOk="0" h="48" w="143">
                  <a:moveTo>
                    <a:pt x="2" y="23"/>
                  </a:moveTo>
                  <a:lnTo>
                    <a:pt x="2" y="23"/>
                  </a:lnTo>
                  <a:cubicBezTo>
                    <a:pt x="15" y="25"/>
                    <a:pt x="25" y="25"/>
                    <a:pt x="38" y="27"/>
                  </a:cubicBezTo>
                  <a:cubicBezTo>
                    <a:pt x="49" y="29"/>
                    <a:pt x="59" y="29"/>
                    <a:pt x="72" y="32"/>
                  </a:cubicBezTo>
                  <a:cubicBezTo>
                    <a:pt x="82" y="34"/>
                    <a:pt x="93" y="36"/>
                    <a:pt x="103" y="38"/>
                  </a:cubicBezTo>
                  <a:cubicBezTo>
                    <a:pt x="116" y="40"/>
                    <a:pt x="126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7" y="38"/>
                    <a:pt x="137" y="32"/>
                    <a:pt x="139" y="23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18" y="23"/>
                    <a:pt x="95" y="21"/>
                    <a:pt x="72" y="17"/>
                  </a:cubicBezTo>
                  <a:cubicBezTo>
                    <a:pt x="61" y="15"/>
                    <a:pt x="49" y="13"/>
                    <a:pt x="38" y="10"/>
                  </a:cubicBezTo>
                  <a:cubicBezTo>
                    <a:pt x="28" y="8"/>
                    <a:pt x="15" y="6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8"/>
                    <a:pt x="4" y="17"/>
                    <a:pt x="2" y="23"/>
                  </a:cubicBezTo>
                  <a:moveTo>
                    <a:pt x="0" y="23"/>
                  </a:moveTo>
                  <a:lnTo>
                    <a:pt x="0" y="23"/>
                  </a:lnTo>
                  <a:cubicBezTo>
                    <a:pt x="2" y="17"/>
                    <a:pt x="2" y="8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28" y="2"/>
                    <a:pt x="40" y="4"/>
                  </a:cubicBezTo>
                  <a:cubicBezTo>
                    <a:pt x="51" y="4"/>
                    <a:pt x="61" y="6"/>
                    <a:pt x="74" y="8"/>
                  </a:cubicBezTo>
                  <a:cubicBezTo>
                    <a:pt x="97" y="13"/>
                    <a:pt x="118" y="17"/>
                    <a:pt x="141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1" y="32"/>
                    <a:pt x="139" y="38"/>
                    <a:pt x="139" y="46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26" y="44"/>
                    <a:pt x="114" y="44"/>
                    <a:pt x="103" y="42"/>
                  </a:cubicBezTo>
                  <a:cubicBezTo>
                    <a:pt x="91" y="42"/>
                    <a:pt x="78" y="40"/>
                    <a:pt x="67" y="38"/>
                  </a:cubicBezTo>
                  <a:cubicBezTo>
                    <a:pt x="55" y="36"/>
                    <a:pt x="44" y="34"/>
                    <a:pt x="34" y="32"/>
                  </a:cubicBezTo>
                  <a:cubicBezTo>
                    <a:pt x="21" y="29"/>
                    <a:pt x="11" y="27"/>
                    <a:pt x="0" y="2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99"/>
            <p:cNvSpPr/>
            <p:nvPr/>
          </p:nvSpPr>
          <p:spPr>
            <a:xfrm flipH="1">
              <a:off x="374370" y="6078425"/>
              <a:ext cx="120793" cy="41121"/>
            </a:xfrm>
            <a:custGeom>
              <a:rect b="b" l="l" r="r" t="t"/>
              <a:pathLst>
                <a:path extrusionOk="0" h="48" w="141">
                  <a:moveTo>
                    <a:pt x="0" y="23"/>
                  </a:moveTo>
                  <a:lnTo>
                    <a:pt x="0" y="23"/>
                  </a:lnTo>
                  <a:cubicBezTo>
                    <a:pt x="13" y="25"/>
                    <a:pt x="23" y="25"/>
                    <a:pt x="36" y="27"/>
                  </a:cubicBezTo>
                  <a:cubicBezTo>
                    <a:pt x="46" y="30"/>
                    <a:pt x="59" y="30"/>
                    <a:pt x="69" y="32"/>
                  </a:cubicBezTo>
                  <a:cubicBezTo>
                    <a:pt x="80" y="34"/>
                    <a:pt x="90" y="36"/>
                    <a:pt x="103" y="38"/>
                  </a:cubicBezTo>
                  <a:cubicBezTo>
                    <a:pt x="114" y="40"/>
                    <a:pt x="124" y="42"/>
                    <a:pt x="137" y="44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38"/>
                    <a:pt x="137" y="32"/>
                    <a:pt x="137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16" y="23"/>
                    <a:pt x="93" y="21"/>
                    <a:pt x="69" y="17"/>
                  </a:cubicBezTo>
                  <a:cubicBezTo>
                    <a:pt x="59" y="15"/>
                    <a:pt x="48" y="13"/>
                    <a:pt x="36" y="11"/>
                  </a:cubicBezTo>
                  <a:cubicBezTo>
                    <a:pt x="25" y="8"/>
                    <a:pt x="15" y="6"/>
                    <a:pt x="2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8"/>
                    <a:pt x="2" y="17"/>
                    <a:pt x="0" y="23"/>
                  </a:cubicBezTo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0" y="8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5" y="0"/>
                    <a:pt x="27" y="2"/>
                    <a:pt x="38" y="4"/>
                  </a:cubicBezTo>
                  <a:cubicBezTo>
                    <a:pt x="48" y="4"/>
                    <a:pt x="61" y="6"/>
                    <a:pt x="72" y="8"/>
                  </a:cubicBezTo>
                  <a:cubicBezTo>
                    <a:pt x="95" y="13"/>
                    <a:pt x="118" y="17"/>
                    <a:pt x="139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9" y="32"/>
                    <a:pt x="139" y="38"/>
                    <a:pt x="137" y="46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24" y="44"/>
                    <a:pt x="114" y="44"/>
                    <a:pt x="101" y="42"/>
                  </a:cubicBezTo>
                  <a:cubicBezTo>
                    <a:pt x="88" y="42"/>
                    <a:pt x="78" y="40"/>
                    <a:pt x="65" y="38"/>
                  </a:cubicBezTo>
                  <a:cubicBezTo>
                    <a:pt x="55" y="36"/>
                    <a:pt x="42" y="34"/>
                    <a:pt x="32" y="32"/>
                  </a:cubicBezTo>
                  <a:cubicBezTo>
                    <a:pt x="21" y="30"/>
                    <a:pt x="10" y="27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99"/>
            <p:cNvSpPr/>
            <p:nvPr/>
          </p:nvSpPr>
          <p:spPr>
            <a:xfrm flipH="1">
              <a:off x="387220" y="5988473"/>
              <a:ext cx="32554" cy="212458"/>
            </a:xfrm>
            <a:custGeom>
              <a:rect b="b" l="l" r="r" t="t"/>
              <a:pathLst>
                <a:path extrusionOk="0" h="248" w="38">
                  <a:moveTo>
                    <a:pt x="0" y="248"/>
                  </a:moveTo>
                  <a:lnTo>
                    <a:pt x="0" y="248"/>
                  </a:lnTo>
                  <a:cubicBezTo>
                    <a:pt x="5" y="208"/>
                    <a:pt x="13" y="166"/>
                    <a:pt x="17" y="124"/>
                  </a:cubicBezTo>
                  <a:cubicBezTo>
                    <a:pt x="26" y="84"/>
                    <a:pt x="32" y="42"/>
                    <a:pt x="38" y="0"/>
                  </a:cubicBezTo>
                  <a:cubicBezTo>
                    <a:pt x="34" y="42"/>
                    <a:pt x="26" y="84"/>
                    <a:pt x="19" y="126"/>
                  </a:cubicBezTo>
                  <a:cubicBezTo>
                    <a:pt x="13" y="166"/>
                    <a:pt x="7" y="208"/>
                    <a:pt x="0" y="248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4275" lIns="90000" spcFirstLastPara="1" rIns="90000" wrap="square" tIns="4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99"/>
            <p:cNvSpPr/>
            <p:nvPr/>
          </p:nvSpPr>
          <p:spPr>
            <a:xfrm flipH="1">
              <a:off x="381223" y="5967056"/>
              <a:ext cx="2570" cy="10280"/>
            </a:xfrm>
            <a:custGeom>
              <a:rect b="b" l="l" r="r" t="t"/>
              <a:pathLst>
                <a:path extrusionOk="0" h="12" w="3">
                  <a:moveTo>
                    <a:pt x="0" y="12"/>
                  </a:moveTo>
                  <a:lnTo>
                    <a:pt x="0" y="12"/>
                  </a:lnTo>
                  <a:cubicBezTo>
                    <a:pt x="0" y="10"/>
                    <a:pt x="0" y="8"/>
                    <a:pt x="0" y="6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8"/>
                    <a:pt x="0" y="10"/>
                    <a:pt x="0" y="1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54" name="Google Shape;7354;p199"/>
          <p:cNvSpPr txBox="1"/>
          <p:nvPr>
            <p:ph type="title"/>
          </p:nvPr>
        </p:nvSpPr>
        <p:spPr>
          <a:xfrm>
            <a:off x="723200" y="3782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“Perfectly Average Student”</a:t>
            </a:r>
            <a:endParaRPr/>
          </a:p>
        </p:txBody>
      </p:sp>
      <p:grpSp>
        <p:nvGrpSpPr>
          <p:cNvPr id="7355" name="Google Shape;7355;p199"/>
          <p:cNvGrpSpPr/>
          <p:nvPr/>
        </p:nvGrpSpPr>
        <p:grpSpPr>
          <a:xfrm>
            <a:off x="2190796" y="1017725"/>
            <a:ext cx="5154903" cy="324000"/>
            <a:chOff x="-420425" y="0"/>
            <a:chExt cx="3503400" cy="324000"/>
          </a:xfrm>
        </p:grpSpPr>
        <p:sp>
          <p:nvSpPr>
            <p:cNvPr id="7356" name="Google Shape;7356;p199"/>
            <p:cNvSpPr/>
            <p:nvPr/>
          </p:nvSpPr>
          <p:spPr>
            <a:xfrm>
              <a:off x="0" y="0"/>
              <a:ext cx="2476500" cy="324000"/>
            </a:xfrm>
            <a:prstGeom prst="roundRect">
              <a:avLst>
                <a:gd fmla="val 50000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99"/>
            <p:cNvSpPr txBox="1"/>
            <p:nvPr/>
          </p:nvSpPr>
          <p:spPr>
            <a:xfrm>
              <a:off x="-420425" y="0"/>
              <a:ext cx="3503400" cy="324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200">
                  <a:solidFill>
                    <a:srgbClr val="E2D9CA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Major: Business (Public) - Bachelors</a:t>
              </a:r>
              <a:endParaRPr b="1" sz="1200">
                <a:solidFill>
                  <a:srgbClr val="E2D9CA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pic>
        <p:nvPicPr>
          <p:cNvPr id="7358" name="Google Shape;7358;p19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561975" y="1562100"/>
            <a:ext cx="2495700" cy="2781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359" name="Google Shape;7359;p19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086475" y="1562100"/>
            <a:ext cx="2495700" cy="2781300"/>
          </a:xfrm>
          <a:prstGeom prst="rect">
            <a:avLst/>
          </a:prstGeom>
          <a:noFill/>
          <a:ln>
            <a:noFill/>
          </a:ln>
        </p:spPr>
      </p:pic>
      <p:sp>
        <p:nvSpPr>
          <p:cNvPr id="7360" name="Google Shape;7360;p199"/>
          <p:cNvSpPr txBox="1"/>
          <p:nvPr/>
        </p:nvSpPr>
        <p:spPr>
          <a:xfrm>
            <a:off x="571500" y="1571625"/>
            <a:ext cx="2476500" cy="27624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228600" lIns="228600" spcFirstLastPara="1" rIns="228600" wrap="square" tIns="2286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rgbClr val="666666"/>
                </a:solidFill>
                <a:latin typeface="Albert Sans"/>
                <a:ea typeface="Albert Sans"/>
                <a:cs typeface="Albert Sans"/>
                <a:sym typeface="Albert Sans"/>
              </a:rPr>
              <a:t>Debt to Earnings (1y)</a:t>
            </a:r>
            <a:endParaRPr b="1" sz="1500">
              <a:solidFill>
                <a:srgbClr val="666666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2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60,8%</a:t>
            </a:r>
            <a:endParaRPr b="1" sz="1500">
              <a:solidFill>
                <a:srgbClr val="666666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b="1" sz="1500">
              <a:solidFill>
                <a:srgbClr val="666666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rgbClr val="666666"/>
                </a:solidFill>
                <a:latin typeface="Albert Sans"/>
                <a:ea typeface="Albert Sans"/>
                <a:cs typeface="Albert Sans"/>
                <a:sym typeface="Albert Sans"/>
              </a:rPr>
              <a:t>Median Student Debt</a:t>
            </a:r>
            <a:endParaRPr b="1" sz="1500">
              <a:solidFill>
                <a:srgbClr val="666666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b="0" lang="en" sz="2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rPr>
              <a:t>$29,</a:t>
            </a:r>
            <a:r>
              <a:rPr lang="en" sz="2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rPr>
              <a:t>5</a:t>
            </a:r>
            <a:r>
              <a:rPr b="0" lang="en" sz="2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rPr>
              <a:t>00</a:t>
            </a:r>
            <a:endParaRPr b="1" sz="1100">
              <a:solidFill>
                <a:srgbClr val="666666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grpSp>
        <p:nvGrpSpPr>
          <p:cNvPr id="7361" name="Google Shape;7361;p199"/>
          <p:cNvGrpSpPr/>
          <p:nvPr/>
        </p:nvGrpSpPr>
        <p:grpSpPr>
          <a:xfrm>
            <a:off x="3333750" y="1571625"/>
            <a:ext cx="2476500" cy="2762400"/>
            <a:chOff x="0" y="0"/>
            <a:chExt cx="2476500" cy="2762400"/>
          </a:xfrm>
        </p:grpSpPr>
        <p:sp>
          <p:nvSpPr>
            <p:cNvPr id="7362" name="Google Shape;7362;p199"/>
            <p:cNvSpPr/>
            <p:nvPr/>
          </p:nvSpPr>
          <p:spPr>
            <a:xfrm>
              <a:off x="0" y="0"/>
              <a:ext cx="2476500" cy="2762400"/>
            </a:xfrm>
            <a:prstGeom prst="roundRect">
              <a:avLst>
                <a:gd fmla="val 4615" name="adj"/>
              </a:avLst>
            </a:prstGeom>
            <a:solidFill>
              <a:srgbClr val="2A292A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99"/>
            <p:cNvSpPr txBox="1"/>
            <p:nvPr/>
          </p:nvSpPr>
          <p:spPr>
            <a:xfrm>
              <a:off x="0" y="0"/>
              <a:ext cx="2476500" cy="2762400"/>
            </a:xfrm>
            <a:prstGeom prst="rect">
              <a:avLst/>
            </a:prstGeom>
            <a:solidFill>
              <a:srgbClr val="000000">
                <a:alpha val="0"/>
              </a:srgbClr>
            </a:solidFill>
            <a:ln>
              <a:noFill/>
            </a:ln>
          </p:spPr>
          <p:txBody>
            <a:bodyPr anchorCtr="0" anchor="ctr" bIns="228600" lIns="228600" spcFirstLastPara="1" rIns="228600" wrap="square" tIns="2286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300">
                  <a:solidFill>
                    <a:srgbClr val="A8A095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Avg </a:t>
              </a:r>
              <a:r>
                <a:rPr b="1" lang="en" sz="1300">
                  <a:solidFill>
                    <a:srgbClr val="A8A095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Entry-Level (Yr 1)</a:t>
              </a:r>
              <a:endParaRPr b="1" sz="1300">
                <a:solidFill>
                  <a:srgbClr val="A8A095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0" rtl="0" algn="l">
                <a:spcBef>
                  <a:spcPts val="150"/>
                </a:spcBef>
                <a:spcAft>
                  <a:spcPts val="0"/>
                </a:spcAft>
                <a:buNone/>
              </a:pPr>
              <a:r>
                <a:rPr b="1" lang="en" sz="20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$~54,000 </a:t>
              </a:r>
              <a:r>
                <a:rPr b="0" lang="en" sz="1100">
                  <a:solidFill>
                    <a:srgbClr val="A8A095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/ yr</a:t>
              </a:r>
              <a:endParaRPr b="1" sz="1000">
                <a:solidFill>
                  <a:srgbClr val="A8A095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0" rtl="0" algn="l">
                <a:spcBef>
                  <a:spcPts val="900"/>
                </a:spcBef>
                <a:spcAft>
                  <a:spcPts val="0"/>
                </a:spcAft>
                <a:buNone/>
              </a:pPr>
              <a:r>
                <a:rPr b="1" lang="en" sz="1300">
                  <a:solidFill>
                    <a:srgbClr val="A8A095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Avg Mid-Career (Yr 5)</a:t>
              </a:r>
              <a:endParaRPr b="1" sz="1300">
                <a:solidFill>
                  <a:srgbClr val="A8A095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0" rtl="0" algn="l">
                <a:spcBef>
                  <a:spcPts val="150"/>
                </a:spcBef>
                <a:spcAft>
                  <a:spcPts val="0"/>
                </a:spcAft>
                <a:buNone/>
              </a:pPr>
              <a:r>
                <a:rPr b="1" lang="en" sz="20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$~88,000 </a:t>
              </a:r>
              <a:r>
                <a:rPr b="0" lang="en" sz="1100">
                  <a:solidFill>
                    <a:srgbClr val="A8A095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/ yr</a:t>
              </a:r>
              <a:endParaRPr b="1" sz="1000">
                <a:solidFill>
                  <a:srgbClr val="A8A095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0" rtl="0" algn="l">
                <a:spcBef>
                  <a:spcPts val="900"/>
                </a:spcBef>
                <a:spcAft>
                  <a:spcPts val="0"/>
                </a:spcAft>
                <a:buNone/>
              </a:pPr>
              <a:r>
                <a:rPr b="1" lang="en" sz="1300">
                  <a:solidFill>
                    <a:srgbClr val="A8A095"/>
                  </a:solidFill>
                  <a:latin typeface="Albert Sans"/>
                  <a:ea typeface="Albert Sans"/>
                  <a:cs typeface="Albert Sans"/>
                  <a:sym typeface="Albert Sans"/>
                </a:rPr>
                <a:t>Avg Career Growth</a:t>
              </a:r>
              <a:endParaRPr b="1" sz="1300">
                <a:solidFill>
                  <a:srgbClr val="A8A095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solidFill>
                    <a:srgbClr val="E2D9CA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 8.31%</a:t>
              </a:r>
              <a:endParaRPr b="1" sz="1000">
                <a:solidFill>
                  <a:srgbClr val="A8A095"/>
                </a:solidFill>
                <a:latin typeface="Albert Sans"/>
                <a:ea typeface="Albert Sans"/>
                <a:cs typeface="Albert Sans"/>
                <a:sym typeface="Albert Sans"/>
              </a:endParaRPr>
            </a:p>
          </p:txBody>
        </p:sp>
      </p:grpSp>
      <p:sp>
        <p:nvSpPr>
          <p:cNvPr id="7364" name="Google Shape;7364;p199"/>
          <p:cNvSpPr txBox="1"/>
          <p:nvPr/>
        </p:nvSpPr>
        <p:spPr>
          <a:xfrm>
            <a:off x="6096000" y="1571625"/>
            <a:ext cx="2476500" cy="27624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228600" lIns="228600" spcFirstLastPara="1" rIns="228600" wrap="square" tIns="2286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A494A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rPr>
              <a:t>Likelihood of remaining employed</a:t>
            </a:r>
            <a:endParaRPr>
              <a:solidFill>
                <a:srgbClr val="4A494A"/>
              </a:solidFill>
              <a:latin typeface="Albert Sans SemiBold"/>
              <a:ea typeface="Albert Sans SemiBold"/>
              <a:cs typeface="Albert Sans SemiBold"/>
              <a:sym typeface="Albert Sans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800">
                <a:solidFill>
                  <a:srgbClr val="2A292A"/>
                </a:solidFill>
                <a:latin typeface="Josefin Sans"/>
                <a:ea typeface="Josefin Sans"/>
                <a:cs typeface="Josefin Sans"/>
                <a:sym typeface="Josefin Sans"/>
              </a:rPr>
              <a:t>62%</a:t>
            </a:r>
            <a:endParaRPr b="1" sz="2200">
              <a:solidFill>
                <a:srgbClr val="666666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68" name="Shape 7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9" name="Google Shape;7369;p200"/>
          <p:cNvSpPr txBox="1"/>
          <p:nvPr>
            <p:ph type="title"/>
          </p:nvPr>
        </p:nvSpPr>
        <p:spPr>
          <a:xfrm>
            <a:off x="1565400" y="2424425"/>
            <a:ext cx="61020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Bet vs the Biggest Gamble</a:t>
            </a:r>
            <a:endParaRPr/>
          </a:p>
        </p:txBody>
      </p:sp>
      <p:sp>
        <p:nvSpPr>
          <p:cNvPr id="7370" name="Google Shape;7370;p200"/>
          <p:cNvSpPr txBox="1"/>
          <p:nvPr>
            <p:ph idx="2" type="title"/>
          </p:nvPr>
        </p:nvSpPr>
        <p:spPr>
          <a:xfrm>
            <a:off x="3949800" y="804286"/>
            <a:ext cx="1244400" cy="8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7371" name="Google Shape;7371;p200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talk money</a:t>
            </a:r>
            <a:endParaRPr/>
          </a:p>
        </p:txBody>
      </p:sp>
      <p:grpSp>
        <p:nvGrpSpPr>
          <p:cNvPr id="7372" name="Google Shape;7372;p200"/>
          <p:cNvGrpSpPr/>
          <p:nvPr/>
        </p:nvGrpSpPr>
        <p:grpSpPr>
          <a:xfrm>
            <a:off x="7075774" y="630953"/>
            <a:ext cx="2456304" cy="1165637"/>
            <a:chOff x="6907899" y="758528"/>
            <a:chExt cx="2456304" cy="1165637"/>
          </a:xfrm>
        </p:grpSpPr>
        <p:sp>
          <p:nvSpPr>
            <p:cNvPr id="7373" name="Google Shape;7373;p200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200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200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200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200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200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200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200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200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200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200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200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200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200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200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200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200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200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200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200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200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200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200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200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200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200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200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200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200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200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200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200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200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200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410" name="Shape 7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1" name="Google Shape;7411;p201"/>
          <p:cNvSpPr/>
          <p:nvPr/>
        </p:nvSpPr>
        <p:spPr>
          <a:xfrm>
            <a:off x="442950" y="1245119"/>
            <a:ext cx="8258100" cy="3050400"/>
          </a:xfrm>
          <a:prstGeom prst="roundRect">
            <a:avLst>
              <a:gd fmla="val 1873" name="adj"/>
            </a:avLst>
          </a:prstGeom>
          <a:solidFill>
            <a:srgbClr val="FAF8F2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2" name="Google Shape;7412;p201"/>
          <p:cNvSpPr/>
          <p:nvPr/>
        </p:nvSpPr>
        <p:spPr>
          <a:xfrm>
            <a:off x="442913" y="4371975"/>
            <a:ext cx="8258175" cy="414338"/>
          </a:xfrm>
          <a:prstGeom prst="roundRect">
            <a:avLst>
              <a:gd fmla="val 10344" name="adj"/>
            </a:avLst>
          </a:prstGeom>
          <a:solidFill>
            <a:srgbClr val="23212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3" name="Google Shape;7413;p201"/>
          <p:cNvSpPr/>
          <p:nvPr/>
        </p:nvSpPr>
        <p:spPr>
          <a:xfrm>
            <a:off x="5380370" y="625775"/>
            <a:ext cx="3281100" cy="414300"/>
          </a:xfrm>
          <a:prstGeom prst="roundRect">
            <a:avLst>
              <a:gd fmla="val 12244" name="adj"/>
            </a:avLst>
          </a:prstGeom>
          <a:solidFill>
            <a:srgbClr val="FFFFFF"/>
          </a:solidFill>
          <a:ln cap="flat" cmpd="sng" w="225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0575" lIns="81175" spcFirstLastPara="1" rIns="81175" wrap="square" tIns="40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57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4" name="Google Shape;7414;p201"/>
          <p:cNvSpPr/>
          <p:nvPr/>
        </p:nvSpPr>
        <p:spPr>
          <a:xfrm>
            <a:off x="5566423" y="748404"/>
            <a:ext cx="169200" cy="169200"/>
          </a:xfrm>
          <a:prstGeom prst="roundRect">
            <a:avLst>
              <a:gd fmla="val 15000" name="adj"/>
            </a:avLst>
          </a:prstGeom>
          <a:solidFill>
            <a:srgbClr val="48A259"/>
          </a:solidFill>
          <a:ln cap="flat" cmpd="sng" w="225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0575" lIns="81175" spcFirstLastPara="1" rIns="81175" wrap="square" tIns="40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57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5" name="Google Shape;7415;p201"/>
          <p:cNvSpPr/>
          <p:nvPr/>
        </p:nvSpPr>
        <p:spPr>
          <a:xfrm>
            <a:off x="7207070" y="748404"/>
            <a:ext cx="169200" cy="169200"/>
          </a:xfrm>
          <a:prstGeom prst="roundRect">
            <a:avLst>
              <a:gd fmla="val 15000" name="adj"/>
            </a:avLst>
          </a:prstGeom>
          <a:solidFill>
            <a:srgbClr val="3B6998"/>
          </a:solidFill>
          <a:ln cap="flat" cmpd="sng" w="225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0575" lIns="81175" spcFirstLastPara="1" rIns="81175" wrap="square" tIns="40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57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6" name="Google Shape;7416;p201"/>
          <p:cNvSpPr/>
          <p:nvPr/>
        </p:nvSpPr>
        <p:spPr>
          <a:xfrm>
            <a:off x="966702" y="2542224"/>
            <a:ext cx="576600" cy="1241100"/>
          </a:xfrm>
          <a:prstGeom prst="roundRect">
            <a:avLst>
              <a:gd fmla="val 5555" name="adj"/>
            </a:avLst>
          </a:prstGeom>
          <a:solidFill>
            <a:srgbClr val="48A259"/>
          </a:solidFill>
          <a:ln cap="flat" cmpd="sng" w="213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8425" lIns="76850" spcFirstLastPara="1" rIns="76850" wrap="square" tIns="38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569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7" name="Google Shape;7417;p201"/>
          <p:cNvSpPr/>
          <p:nvPr/>
        </p:nvSpPr>
        <p:spPr>
          <a:xfrm>
            <a:off x="1671343" y="1757519"/>
            <a:ext cx="576600" cy="2025600"/>
          </a:xfrm>
          <a:prstGeom prst="roundRect">
            <a:avLst>
              <a:gd fmla="val 5555" name="adj"/>
            </a:avLst>
          </a:prstGeom>
          <a:solidFill>
            <a:srgbClr val="3B6998"/>
          </a:solidFill>
          <a:ln cap="flat" cmpd="sng" w="213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8425" lIns="76850" spcFirstLastPara="1" rIns="76850" wrap="square" tIns="38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569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8" name="Google Shape;7418;p201"/>
          <p:cNvSpPr/>
          <p:nvPr/>
        </p:nvSpPr>
        <p:spPr>
          <a:xfrm>
            <a:off x="3854576" y="2454145"/>
            <a:ext cx="576600" cy="1329300"/>
          </a:xfrm>
          <a:prstGeom prst="roundRect">
            <a:avLst>
              <a:gd fmla="val 5555" name="adj"/>
            </a:avLst>
          </a:prstGeom>
          <a:solidFill>
            <a:srgbClr val="48A259"/>
          </a:solidFill>
          <a:ln cap="flat" cmpd="sng" w="213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8425" lIns="76850" spcFirstLastPara="1" rIns="76850" wrap="square" tIns="38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569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9" name="Google Shape;7419;p201"/>
          <p:cNvSpPr/>
          <p:nvPr/>
        </p:nvSpPr>
        <p:spPr>
          <a:xfrm>
            <a:off x="4575231" y="1757519"/>
            <a:ext cx="576600" cy="2025600"/>
          </a:xfrm>
          <a:prstGeom prst="roundRect">
            <a:avLst>
              <a:gd fmla="val 5555" name="adj"/>
            </a:avLst>
          </a:prstGeom>
          <a:solidFill>
            <a:srgbClr val="3B6998"/>
          </a:solidFill>
          <a:ln cap="flat" cmpd="sng" w="213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8425" lIns="76850" spcFirstLastPara="1" rIns="76850" wrap="square" tIns="38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569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0" name="Google Shape;7420;p201"/>
          <p:cNvSpPr/>
          <p:nvPr/>
        </p:nvSpPr>
        <p:spPr>
          <a:xfrm>
            <a:off x="6766471" y="2221937"/>
            <a:ext cx="576600" cy="1561500"/>
          </a:xfrm>
          <a:prstGeom prst="roundRect">
            <a:avLst>
              <a:gd fmla="val 5555" name="adj"/>
            </a:avLst>
          </a:prstGeom>
          <a:solidFill>
            <a:srgbClr val="48A259"/>
          </a:solidFill>
          <a:ln cap="flat" cmpd="sng" w="213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8425" lIns="76850" spcFirstLastPara="1" rIns="76850" wrap="square" tIns="38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569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1" name="Google Shape;7421;p201"/>
          <p:cNvSpPr/>
          <p:nvPr/>
        </p:nvSpPr>
        <p:spPr>
          <a:xfrm>
            <a:off x="7479119" y="1757519"/>
            <a:ext cx="576600" cy="2025600"/>
          </a:xfrm>
          <a:prstGeom prst="roundRect">
            <a:avLst>
              <a:gd fmla="val 5555" name="adj"/>
            </a:avLst>
          </a:prstGeom>
          <a:solidFill>
            <a:srgbClr val="3B6998"/>
          </a:solidFill>
          <a:ln cap="flat" cmpd="sng" w="213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8425" lIns="76850" spcFirstLastPara="1" rIns="76850" wrap="square" tIns="38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569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descr="image.png" id="7422" name="Google Shape;7422;p201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528738" y="4500563"/>
            <a:ext cx="157163" cy="157163"/>
          </a:xfrm>
          <a:prstGeom prst="rect">
            <a:avLst/>
          </a:prstGeom>
          <a:noFill/>
          <a:ln>
            <a:noFill/>
          </a:ln>
        </p:spPr>
      </p:pic>
      <p:sp>
        <p:nvSpPr>
          <p:cNvPr id="7423" name="Google Shape;7423;p201"/>
          <p:cNvSpPr txBox="1"/>
          <p:nvPr/>
        </p:nvSpPr>
        <p:spPr>
          <a:xfrm>
            <a:off x="442913" y="316419"/>
            <a:ext cx="4655400" cy="56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700" u="none" cap="none" strike="noStrike">
                <a:solidFill>
                  <a:srgbClr val="232121"/>
                </a:solidFill>
                <a:latin typeface="Josefin Sans"/>
                <a:ea typeface="Josefin Sans"/>
                <a:cs typeface="Josefin Sans"/>
                <a:sym typeface="Josefin Sans"/>
              </a:rPr>
              <a:t>High Pay, Low Pain</a:t>
            </a:r>
            <a:endParaRPr sz="37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24" name="Google Shape;7424;p201"/>
          <p:cNvSpPr txBox="1"/>
          <p:nvPr/>
        </p:nvSpPr>
        <p:spPr>
          <a:xfrm>
            <a:off x="1759426" y="4500575"/>
            <a:ext cx="10716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F4F0E6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Key Finding:</a:t>
            </a:r>
            <a:endParaRPr/>
          </a:p>
        </p:txBody>
      </p:sp>
      <p:sp>
        <p:nvSpPr>
          <p:cNvPr id="7425" name="Google Shape;7425;p201"/>
          <p:cNvSpPr txBox="1"/>
          <p:nvPr/>
        </p:nvSpPr>
        <p:spPr>
          <a:xfrm>
            <a:off x="2853050" y="4500575"/>
            <a:ext cx="47622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300" u="none" cap="none" strike="noStrike">
                <a:solidFill>
                  <a:srgbClr val="E2DED4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1-Year earnings cover </a:t>
            </a:r>
            <a:r>
              <a:rPr b="1" i="0" lang="en" sz="1300" u="none" cap="none" strike="noStrike">
                <a:solidFill>
                  <a:srgbClr val="48A259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60%–75%</a:t>
            </a:r>
            <a:r>
              <a:rPr b="0" i="0" lang="en" sz="1300" u="none" cap="none" strike="noStrike">
                <a:solidFill>
                  <a:srgbClr val="E2DED4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 of total debt in year one</a:t>
            </a:r>
            <a:endParaRPr/>
          </a:p>
        </p:txBody>
      </p:sp>
      <p:sp>
        <p:nvSpPr>
          <p:cNvPr id="7426" name="Google Shape;7426;p201"/>
          <p:cNvSpPr txBox="1"/>
          <p:nvPr/>
        </p:nvSpPr>
        <p:spPr>
          <a:xfrm>
            <a:off x="5820131" y="744175"/>
            <a:ext cx="1480200" cy="16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065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1-Yr Avg. Earnings</a:t>
            </a:r>
            <a:endParaRPr sz="1302"/>
          </a:p>
        </p:txBody>
      </p:sp>
      <p:sp>
        <p:nvSpPr>
          <p:cNvPr id="7427" name="Google Shape;7427;p201"/>
          <p:cNvSpPr txBox="1"/>
          <p:nvPr/>
        </p:nvSpPr>
        <p:spPr>
          <a:xfrm>
            <a:off x="7460778" y="744175"/>
            <a:ext cx="1268400" cy="16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065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Avg. Total Debt</a:t>
            </a:r>
            <a:endParaRPr sz="1302"/>
          </a:p>
        </p:txBody>
      </p:sp>
      <p:sp>
        <p:nvSpPr>
          <p:cNvPr id="7428" name="Google Shape;7428;p201"/>
          <p:cNvSpPr txBox="1"/>
          <p:nvPr/>
        </p:nvSpPr>
        <p:spPr>
          <a:xfrm>
            <a:off x="771525" y="3895440"/>
            <a:ext cx="1671600" cy="21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421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Computer Science</a:t>
            </a:r>
            <a:endParaRPr sz="1533"/>
          </a:p>
        </p:txBody>
      </p:sp>
      <p:sp>
        <p:nvSpPr>
          <p:cNvPr id="7429" name="Google Shape;7429;p201"/>
          <p:cNvSpPr txBox="1"/>
          <p:nvPr/>
        </p:nvSpPr>
        <p:spPr>
          <a:xfrm>
            <a:off x="3535286" y="3895440"/>
            <a:ext cx="1951800" cy="21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421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Electrical Engineering</a:t>
            </a:r>
            <a:endParaRPr sz="1533"/>
          </a:p>
        </p:txBody>
      </p:sp>
      <p:sp>
        <p:nvSpPr>
          <p:cNvPr id="7430" name="Google Shape;7430;p201"/>
          <p:cNvSpPr txBox="1"/>
          <p:nvPr/>
        </p:nvSpPr>
        <p:spPr>
          <a:xfrm>
            <a:off x="6930621" y="3895440"/>
            <a:ext cx="968700" cy="21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421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Pharmacy</a:t>
            </a:r>
            <a:endParaRPr sz="1533"/>
          </a:p>
        </p:txBody>
      </p:sp>
      <p:sp>
        <p:nvSpPr>
          <p:cNvPr id="7431" name="Google Shape;7431;p201"/>
          <p:cNvSpPr txBox="1"/>
          <p:nvPr/>
        </p:nvSpPr>
        <p:spPr>
          <a:xfrm>
            <a:off x="737921" y="2289833"/>
            <a:ext cx="1021500" cy="2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9" u="none" cap="none" strike="noStrike">
                <a:solidFill>
                  <a:srgbClr val="2E7D32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$77,695</a:t>
            </a:r>
            <a:endParaRPr b="1" sz="1533"/>
          </a:p>
        </p:txBody>
      </p:sp>
      <p:sp>
        <p:nvSpPr>
          <p:cNvPr id="7432" name="Google Shape;7432;p201"/>
          <p:cNvSpPr txBox="1"/>
          <p:nvPr/>
        </p:nvSpPr>
        <p:spPr>
          <a:xfrm>
            <a:off x="1551193" y="1505125"/>
            <a:ext cx="816900" cy="2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9" u="none" cap="none" strike="noStrike">
                <a:solidFill>
                  <a:srgbClr val="2B517A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$127,920</a:t>
            </a:r>
            <a:endParaRPr b="1" sz="1533"/>
          </a:p>
        </p:txBody>
      </p:sp>
      <p:sp>
        <p:nvSpPr>
          <p:cNvPr id="7433" name="Google Shape;7433;p201"/>
          <p:cNvSpPr txBox="1"/>
          <p:nvPr/>
        </p:nvSpPr>
        <p:spPr>
          <a:xfrm>
            <a:off x="3517829" y="2221936"/>
            <a:ext cx="1250100" cy="2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9" u="none" cap="none" strike="noStrike">
                <a:solidFill>
                  <a:srgbClr val="2E7D32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$83,023</a:t>
            </a:r>
            <a:endParaRPr b="1" sz="1533"/>
          </a:p>
        </p:txBody>
      </p:sp>
      <p:sp>
        <p:nvSpPr>
          <p:cNvPr id="7434" name="Google Shape;7434;p201"/>
          <p:cNvSpPr txBox="1"/>
          <p:nvPr/>
        </p:nvSpPr>
        <p:spPr>
          <a:xfrm>
            <a:off x="4439166" y="1453075"/>
            <a:ext cx="848700" cy="2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9" u="none" cap="none" strike="noStrike">
                <a:solidFill>
                  <a:srgbClr val="2B517A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$134,005</a:t>
            </a:r>
            <a:endParaRPr b="1" sz="1533"/>
          </a:p>
        </p:txBody>
      </p:sp>
      <p:sp>
        <p:nvSpPr>
          <p:cNvPr id="7435" name="Google Shape;7435;p201"/>
          <p:cNvSpPr txBox="1"/>
          <p:nvPr/>
        </p:nvSpPr>
        <p:spPr>
          <a:xfrm>
            <a:off x="6690162" y="1908288"/>
            <a:ext cx="1250100" cy="2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9" u="none" cap="none" strike="noStrike">
                <a:solidFill>
                  <a:srgbClr val="2E7D32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$97,586</a:t>
            </a:r>
            <a:endParaRPr b="1" sz="1533"/>
          </a:p>
        </p:txBody>
      </p:sp>
      <p:sp>
        <p:nvSpPr>
          <p:cNvPr id="7436" name="Google Shape;7436;p201"/>
          <p:cNvSpPr txBox="1"/>
          <p:nvPr/>
        </p:nvSpPr>
        <p:spPr>
          <a:xfrm>
            <a:off x="7358961" y="1505125"/>
            <a:ext cx="832800" cy="2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9" u="none" cap="none" strike="noStrike">
                <a:solidFill>
                  <a:srgbClr val="2B517A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$130,992</a:t>
            </a:r>
            <a:endParaRPr b="1" sz="1533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440" name="Shape 7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1" name="Google Shape;7441;p202"/>
          <p:cNvSpPr/>
          <p:nvPr/>
        </p:nvSpPr>
        <p:spPr>
          <a:xfrm>
            <a:off x="442913" y="1121569"/>
            <a:ext cx="8258175" cy="3164681"/>
          </a:xfrm>
          <a:prstGeom prst="roundRect">
            <a:avLst>
              <a:gd fmla="val 1805" name="adj"/>
            </a:avLst>
          </a:prstGeom>
          <a:solidFill>
            <a:srgbClr val="FAF8F2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2" name="Google Shape;7442;p202"/>
          <p:cNvSpPr/>
          <p:nvPr/>
        </p:nvSpPr>
        <p:spPr>
          <a:xfrm>
            <a:off x="442913" y="4371975"/>
            <a:ext cx="8258175" cy="414338"/>
          </a:xfrm>
          <a:prstGeom prst="roundRect">
            <a:avLst>
              <a:gd fmla="val 10344" name="adj"/>
            </a:avLst>
          </a:prstGeom>
          <a:solidFill>
            <a:srgbClr val="23212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3" name="Google Shape;7443;p202"/>
          <p:cNvSpPr/>
          <p:nvPr/>
        </p:nvSpPr>
        <p:spPr>
          <a:xfrm>
            <a:off x="5300982" y="492950"/>
            <a:ext cx="3281700" cy="414300"/>
          </a:xfrm>
          <a:prstGeom prst="roundRect">
            <a:avLst>
              <a:gd fmla="val 12244" name="adj"/>
            </a:avLst>
          </a:prstGeom>
          <a:solidFill>
            <a:srgbClr val="FFFFFF"/>
          </a:solidFill>
          <a:ln cap="flat" cmpd="sng" w="225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0575" lIns="81200" spcFirstLastPara="1" rIns="81200" wrap="square" tIns="40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57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4" name="Google Shape;7444;p202"/>
          <p:cNvSpPr/>
          <p:nvPr/>
        </p:nvSpPr>
        <p:spPr>
          <a:xfrm>
            <a:off x="5487047" y="615586"/>
            <a:ext cx="169200" cy="169200"/>
          </a:xfrm>
          <a:prstGeom prst="roundRect">
            <a:avLst>
              <a:gd fmla="val 15000" name="adj"/>
            </a:avLst>
          </a:prstGeom>
          <a:solidFill>
            <a:srgbClr val="E5A84B"/>
          </a:solidFill>
          <a:ln cap="flat" cmpd="sng" w="225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0575" lIns="81200" spcFirstLastPara="1" rIns="81200" wrap="square" tIns="40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57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5" name="Google Shape;7445;p202"/>
          <p:cNvSpPr/>
          <p:nvPr/>
        </p:nvSpPr>
        <p:spPr>
          <a:xfrm>
            <a:off x="7127803" y="615586"/>
            <a:ext cx="169200" cy="169200"/>
          </a:xfrm>
          <a:prstGeom prst="roundRect">
            <a:avLst>
              <a:gd fmla="val 15000" name="adj"/>
            </a:avLst>
          </a:prstGeom>
          <a:solidFill>
            <a:srgbClr val="B8383E"/>
          </a:solidFill>
          <a:ln cap="flat" cmpd="sng" w="22575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0575" lIns="81200" spcFirstLastPara="1" rIns="81200" wrap="square" tIns="40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57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6" name="Google Shape;7446;p202"/>
          <p:cNvSpPr/>
          <p:nvPr/>
        </p:nvSpPr>
        <p:spPr>
          <a:xfrm>
            <a:off x="1197694" y="3221831"/>
            <a:ext cx="628650" cy="678656"/>
          </a:xfrm>
          <a:prstGeom prst="roundRect">
            <a:avLst>
              <a:gd fmla="val 4545" name="adj"/>
            </a:avLst>
          </a:prstGeom>
          <a:solidFill>
            <a:srgbClr val="E5A84B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7" name="Google Shape;7447;p202"/>
          <p:cNvSpPr/>
          <p:nvPr/>
        </p:nvSpPr>
        <p:spPr>
          <a:xfrm>
            <a:off x="1954931" y="1643063"/>
            <a:ext cx="628650" cy="2257425"/>
          </a:xfrm>
          <a:prstGeom prst="roundRect">
            <a:avLst>
              <a:gd fmla="val 4545" name="adj"/>
            </a:avLst>
          </a:prstGeom>
          <a:solidFill>
            <a:srgbClr val="B8383E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8" name="Google Shape;7448;p202"/>
          <p:cNvSpPr/>
          <p:nvPr/>
        </p:nvSpPr>
        <p:spPr>
          <a:xfrm>
            <a:off x="3771788" y="3157538"/>
            <a:ext cx="628650" cy="742950"/>
          </a:xfrm>
          <a:prstGeom prst="roundRect">
            <a:avLst>
              <a:gd fmla="val 4545" name="adj"/>
            </a:avLst>
          </a:prstGeom>
          <a:solidFill>
            <a:srgbClr val="E5A84B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9" name="Google Shape;7449;p202"/>
          <p:cNvSpPr/>
          <p:nvPr/>
        </p:nvSpPr>
        <p:spPr>
          <a:xfrm>
            <a:off x="4529026" y="1614488"/>
            <a:ext cx="628650" cy="2286000"/>
          </a:xfrm>
          <a:prstGeom prst="roundRect">
            <a:avLst>
              <a:gd fmla="val 4545" name="adj"/>
            </a:avLst>
          </a:prstGeom>
          <a:solidFill>
            <a:srgbClr val="B8383E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50" name="Google Shape;7450;p202"/>
          <p:cNvSpPr/>
          <p:nvPr/>
        </p:nvSpPr>
        <p:spPr>
          <a:xfrm>
            <a:off x="6453038" y="3271838"/>
            <a:ext cx="628650" cy="628650"/>
          </a:xfrm>
          <a:prstGeom prst="roundRect">
            <a:avLst>
              <a:gd fmla="val 4545" name="adj"/>
            </a:avLst>
          </a:prstGeom>
          <a:solidFill>
            <a:srgbClr val="E5A84B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51" name="Google Shape;7451;p202"/>
          <p:cNvSpPr/>
          <p:nvPr/>
        </p:nvSpPr>
        <p:spPr>
          <a:xfrm>
            <a:off x="7210276" y="1721644"/>
            <a:ext cx="628650" cy="2178844"/>
          </a:xfrm>
          <a:prstGeom prst="roundRect">
            <a:avLst>
              <a:gd fmla="val 4545" name="adj"/>
            </a:avLst>
          </a:prstGeom>
          <a:solidFill>
            <a:srgbClr val="B8383E"/>
          </a:solidFill>
          <a:ln cap="flat" cmpd="sng" w="19050">
            <a:solidFill>
              <a:srgbClr val="23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descr="image.png" id="7452" name="Google Shape;7452;p20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 flipH="1">
            <a:off x="2054975" y="4494550"/>
            <a:ext cx="169200" cy="169200"/>
          </a:xfrm>
          <a:prstGeom prst="rect">
            <a:avLst/>
          </a:prstGeom>
          <a:noFill/>
          <a:ln>
            <a:noFill/>
          </a:ln>
        </p:spPr>
      </p:pic>
      <p:sp>
        <p:nvSpPr>
          <p:cNvPr id="7453" name="Google Shape;7453;p202"/>
          <p:cNvSpPr txBox="1"/>
          <p:nvPr/>
        </p:nvSpPr>
        <p:spPr>
          <a:xfrm>
            <a:off x="442913" y="357188"/>
            <a:ext cx="3393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7454" name="Google Shape;7454;p202"/>
          <p:cNvSpPr txBox="1"/>
          <p:nvPr/>
        </p:nvSpPr>
        <p:spPr>
          <a:xfrm>
            <a:off x="538475" y="291375"/>
            <a:ext cx="4762500" cy="56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700" u="none" cap="none" strike="noStrike">
                <a:solidFill>
                  <a:srgbClr val="232121"/>
                </a:solidFill>
                <a:latin typeface="Josefin Sans"/>
                <a:ea typeface="Josefin Sans"/>
                <a:cs typeface="Josefin Sans"/>
                <a:sym typeface="Josefin Sans"/>
              </a:rPr>
              <a:t>High Pain, Low Gain</a:t>
            </a:r>
            <a:endParaRPr sz="25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55" name="Google Shape;7455;p202"/>
          <p:cNvSpPr txBox="1"/>
          <p:nvPr/>
        </p:nvSpPr>
        <p:spPr>
          <a:xfrm>
            <a:off x="2356032" y="4479100"/>
            <a:ext cx="14802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F4F0E6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Key Finding:</a:t>
            </a:r>
            <a:endParaRPr/>
          </a:p>
        </p:txBody>
      </p:sp>
      <p:sp>
        <p:nvSpPr>
          <p:cNvPr id="7456" name="Google Shape;7456;p202"/>
          <p:cNvSpPr txBox="1"/>
          <p:nvPr/>
        </p:nvSpPr>
        <p:spPr>
          <a:xfrm>
            <a:off x="3455675" y="4479100"/>
            <a:ext cx="50334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300" u="none" cap="none" strike="noStrike">
                <a:solidFill>
                  <a:srgbClr val="E2DED4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1-Year earnings cover less than </a:t>
            </a:r>
            <a:r>
              <a:rPr b="1" i="0" lang="en" sz="1300" u="none" cap="none" strike="noStrike">
                <a:solidFill>
                  <a:srgbClr val="E5A84B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33%</a:t>
            </a:r>
            <a:r>
              <a:rPr b="0" i="0" lang="en" sz="1300" u="none" cap="none" strike="noStrike">
                <a:solidFill>
                  <a:srgbClr val="E2DED4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 of total debt across </a:t>
            </a:r>
            <a:endParaRPr/>
          </a:p>
        </p:txBody>
      </p:sp>
      <p:sp>
        <p:nvSpPr>
          <p:cNvPr id="7457" name="Google Shape;7457;p202"/>
          <p:cNvSpPr txBox="1"/>
          <p:nvPr/>
        </p:nvSpPr>
        <p:spPr>
          <a:xfrm>
            <a:off x="5740772" y="611357"/>
            <a:ext cx="1480200" cy="16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066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1-Yr Avg. Earnings</a:t>
            </a:r>
            <a:endParaRPr sz="1302"/>
          </a:p>
        </p:txBody>
      </p:sp>
      <p:sp>
        <p:nvSpPr>
          <p:cNvPr id="7458" name="Google Shape;7458;p202"/>
          <p:cNvSpPr txBox="1"/>
          <p:nvPr/>
        </p:nvSpPr>
        <p:spPr>
          <a:xfrm>
            <a:off x="7381528" y="611357"/>
            <a:ext cx="1268400" cy="16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066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Avg. Total Debt</a:t>
            </a:r>
            <a:endParaRPr sz="1302"/>
          </a:p>
        </p:txBody>
      </p:sp>
      <p:sp>
        <p:nvSpPr>
          <p:cNvPr id="7459" name="Google Shape;7459;p202"/>
          <p:cNvSpPr txBox="1"/>
          <p:nvPr/>
        </p:nvSpPr>
        <p:spPr>
          <a:xfrm>
            <a:off x="1558454" y="3986213"/>
            <a:ext cx="664500" cy="2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Dance</a:t>
            </a:r>
            <a:endParaRPr b="1"/>
          </a:p>
        </p:txBody>
      </p:sp>
      <p:sp>
        <p:nvSpPr>
          <p:cNvPr id="7460" name="Google Shape;7460;p202"/>
          <p:cNvSpPr txBox="1"/>
          <p:nvPr/>
        </p:nvSpPr>
        <p:spPr>
          <a:xfrm>
            <a:off x="3455677" y="3986213"/>
            <a:ext cx="2018100" cy="2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Performing Arts, Other</a:t>
            </a:r>
            <a:endParaRPr b="1"/>
          </a:p>
        </p:txBody>
      </p:sp>
      <p:sp>
        <p:nvSpPr>
          <p:cNvPr id="7461" name="Google Shape;7461;p202"/>
          <p:cNvSpPr txBox="1"/>
          <p:nvPr/>
        </p:nvSpPr>
        <p:spPr>
          <a:xfrm>
            <a:off x="6025307" y="3986213"/>
            <a:ext cx="2241300" cy="2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Theatre Arts &amp; Stagecraft</a:t>
            </a:r>
            <a:endParaRPr b="1"/>
          </a:p>
        </p:txBody>
      </p:sp>
      <p:sp>
        <p:nvSpPr>
          <p:cNvPr id="7462" name="Google Shape;7462;p202"/>
          <p:cNvSpPr txBox="1"/>
          <p:nvPr/>
        </p:nvSpPr>
        <p:spPr>
          <a:xfrm>
            <a:off x="1140475" y="3021713"/>
            <a:ext cx="7431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$23,682</a:t>
            </a:r>
            <a:endParaRPr b="1"/>
          </a:p>
        </p:txBody>
      </p:sp>
      <p:sp>
        <p:nvSpPr>
          <p:cNvPr id="7463" name="Google Shape;7463;p202"/>
          <p:cNvSpPr txBox="1"/>
          <p:nvPr/>
        </p:nvSpPr>
        <p:spPr>
          <a:xfrm>
            <a:off x="1897688" y="1442969"/>
            <a:ext cx="7431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B8383E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$79,302</a:t>
            </a:r>
            <a:endParaRPr b="1"/>
          </a:p>
        </p:txBody>
      </p:sp>
      <p:sp>
        <p:nvSpPr>
          <p:cNvPr id="7464" name="Google Shape;7464;p202"/>
          <p:cNvSpPr txBox="1"/>
          <p:nvPr/>
        </p:nvSpPr>
        <p:spPr>
          <a:xfrm>
            <a:off x="3736026" y="2957444"/>
            <a:ext cx="7002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$26,175</a:t>
            </a:r>
            <a:endParaRPr b="1"/>
          </a:p>
        </p:txBody>
      </p:sp>
      <p:sp>
        <p:nvSpPr>
          <p:cNvPr id="7465" name="Google Shape;7465;p202"/>
          <p:cNvSpPr txBox="1"/>
          <p:nvPr/>
        </p:nvSpPr>
        <p:spPr>
          <a:xfrm>
            <a:off x="4475404" y="1389419"/>
            <a:ext cx="7359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B8383E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$80,190</a:t>
            </a:r>
            <a:endParaRPr b="1"/>
          </a:p>
        </p:txBody>
      </p:sp>
      <p:sp>
        <p:nvSpPr>
          <p:cNvPr id="7466" name="Google Shape;7466;p202"/>
          <p:cNvSpPr txBox="1"/>
          <p:nvPr/>
        </p:nvSpPr>
        <p:spPr>
          <a:xfrm>
            <a:off x="6413829" y="3071819"/>
            <a:ext cx="7071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232121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$22,182</a:t>
            </a:r>
            <a:endParaRPr b="1"/>
          </a:p>
        </p:txBody>
      </p:sp>
      <p:sp>
        <p:nvSpPr>
          <p:cNvPr id="7467" name="Google Shape;7467;p202"/>
          <p:cNvSpPr txBox="1"/>
          <p:nvPr/>
        </p:nvSpPr>
        <p:spPr>
          <a:xfrm>
            <a:off x="7160251" y="1528775"/>
            <a:ext cx="7287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B8383E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$76,473</a:t>
            </a:r>
            <a:endParaRPr b="1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1A1A1A"/>
        </a:solidFill>
      </p:bgPr>
    </p:bg>
    <p:spTree>
      <p:nvGrpSpPr>
        <p:cNvPr id="7471" name="Shape 7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2" name="Google Shape;7472;p203"/>
          <p:cNvSpPr/>
          <p:nvPr/>
        </p:nvSpPr>
        <p:spPr>
          <a:xfrm>
            <a:off x="171450" y="171450"/>
            <a:ext cx="8801100" cy="4800600"/>
          </a:xfrm>
          <a:prstGeom prst="roundRect">
            <a:avLst>
              <a:gd fmla="val 297" name="adj"/>
            </a:avLst>
          </a:prstGeom>
          <a:solidFill>
            <a:srgbClr val="E2D9CA"/>
          </a:solidFill>
          <a:ln cap="flat" cmpd="sng" w="19050">
            <a:solidFill>
              <a:srgbClr val="2B2B2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3" name="Google Shape;7473;p203"/>
          <p:cNvSpPr/>
          <p:nvPr/>
        </p:nvSpPr>
        <p:spPr>
          <a:xfrm>
            <a:off x="585788" y="1890191"/>
            <a:ext cx="3843338" cy="1914525"/>
          </a:xfrm>
          <a:prstGeom prst="roundRect">
            <a:avLst>
              <a:gd fmla="val 746" name="adj"/>
            </a:avLst>
          </a:prstGeom>
          <a:solidFill>
            <a:srgbClr val="F0EDE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4" name="Google Shape;7474;p203"/>
          <p:cNvSpPr/>
          <p:nvPr/>
        </p:nvSpPr>
        <p:spPr>
          <a:xfrm>
            <a:off x="4714875" y="1890191"/>
            <a:ext cx="3843338" cy="1914525"/>
          </a:xfrm>
          <a:prstGeom prst="roundRect">
            <a:avLst>
              <a:gd fmla="val 746" name="adj"/>
            </a:avLst>
          </a:prstGeom>
          <a:solidFill>
            <a:srgbClr val="F0EDE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5" name="Google Shape;7475;p203"/>
          <p:cNvSpPr/>
          <p:nvPr/>
        </p:nvSpPr>
        <p:spPr>
          <a:xfrm>
            <a:off x="585788" y="3790429"/>
            <a:ext cx="3843338" cy="14288"/>
          </a:xfrm>
          <a:prstGeom prst="rect">
            <a:avLst/>
          </a:prstGeom>
          <a:solidFill>
            <a:srgbClr val="2B2B2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6" name="Google Shape;7476;p203"/>
          <p:cNvSpPr/>
          <p:nvPr/>
        </p:nvSpPr>
        <p:spPr>
          <a:xfrm>
            <a:off x="585788" y="1890191"/>
            <a:ext cx="3843338" cy="57150"/>
          </a:xfrm>
          <a:prstGeom prst="rect">
            <a:avLst/>
          </a:prstGeom>
          <a:solidFill>
            <a:srgbClr val="92C275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7" name="Google Shape;7477;p203"/>
          <p:cNvSpPr/>
          <p:nvPr/>
        </p:nvSpPr>
        <p:spPr>
          <a:xfrm>
            <a:off x="585788" y="1890191"/>
            <a:ext cx="14288" cy="1914525"/>
          </a:xfrm>
          <a:prstGeom prst="rect">
            <a:avLst/>
          </a:prstGeom>
          <a:solidFill>
            <a:srgbClr val="2B2B2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8" name="Google Shape;7478;p203"/>
          <p:cNvSpPr/>
          <p:nvPr/>
        </p:nvSpPr>
        <p:spPr>
          <a:xfrm>
            <a:off x="4414838" y="1890191"/>
            <a:ext cx="14288" cy="1914525"/>
          </a:xfrm>
          <a:prstGeom prst="rect">
            <a:avLst/>
          </a:prstGeom>
          <a:solidFill>
            <a:srgbClr val="2B2B2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9" name="Google Shape;7479;p203"/>
          <p:cNvSpPr/>
          <p:nvPr/>
        </p:nvSpPr>
        <p:spPr>
          <a:xfrm>
            <a:off x="4714875" y="3790429"/>
            <a:ext cx="3843338" cy="14288"/>
          </a:xfrm>
          <a:prstGeom prst="rect">
            <a:avLst/>
          </a:prstGeom>
          <a:solidFill>
            <a:srgbClr val="2B2B2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0" name="Google Shape;7480;p203"/>
          <p:cNvSpPr/>
          <p:nvPr/>
        </p:nvSpPr>
        <p:spPr>
          <a:xfrm>
            <a:off x="4714875" y="1890191"/>
            <a:ext cx="3843338" cy="57150"/>
          </a:xfrm>
          <a:prstGeom prst="rect">
            <a:avLst/>
          </a:prstGeom>
          <a:solidFill>
            <a:srgbClr val="BA363E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1" name="Google Shape;7481;p203"/>
          <p:cNvSpPr/>
          <p:nvPr/>
        </p:nvSpPr>
        <p:spPr>
          <a:xfrm>
            <a:off x="4714875" y="1890191"/>
            <a:ext cx="14288" cy="1914525"/>
          </a:xfrm>
          <a:prstGeom prst="rect">
            <a:avLst/>
          </a:prstGeom>
          <a:solidFill>
            <a:srgbClr val="2B2B2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2" name="Google Shape;7482;p203"/>
          <p:cNvSpPr/>
          <p:nvPr/>
        </p:nvSpPr>
        <p:spPr>
          <a:xfrm>
            <a:off x="8543925" y="1890191"/>
            <a:ext cx="14288" cy="1914525"/>
          </a:xfrm>
          <a:prstGeom prst="rect">
            <a:avLst/>
          </a:prstGeom>
          <a:solidFill>
            <a:srgbClr val="2B2B2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descr="image.png" id="7483" name="Google Shape;7483;p20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8101013" y="454298"/>
            <a:ext cx="457200" cy="385763"/>
          </a:xfrm>
          <a:prstGeom prst="rect">
            <a:avLst/>
          </a:prstGeom>
          <a:noFill/>
          <a:ln>
            <a:noFill/>
          </a:ln>
        </p:spPr>
      </p:pic>
      <p:sp>
        <p:nvSpPr>
          <p:cNvPr id="7484" name="Google Shape;7484;p203"/>
          <p:cNvSpPr txBox="1"/>
          <p:nvPr/>
        </p:nvSpPr>
        <p:spPr>
          <a:xfrm>
            <a:off x="741228" y="697275"/>
            <a:ext cx="7701600" cy="69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4500" u="none" cap="none" strike="noStrike">
                <a:solidFill>
                  <a:srgbClr val="1F1F1F"/>
                </a:solidFill>
                <a:latin typeface="Josefin Sans"/>
                <a:ea typeface="Josefin Sans"/>
                <a:cs typeface="Josefin Sans"/>
                <a:sym typeface="Josefin Sans"/>
              </a:rPr>
              <a:t>Job Growth Benchmarks</a:t>
            </a:r>
            <a:endParaRPr sz="45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85" name="Google Shape;7485;p203"/>
          <p:cNvSpPr txBox="1"/>
          <p:nvPr/>
        </p:nvSpPr>
        <p:spPr>
          <a:xfrm>
            <a:off x="857250" y="2204516"/>
            <a:ext cx="4331700" cy="24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600" u="none" cap="none" strike="noStrike">
                <a:solidFill>
                  <a:srgbClr val="1A1A1A"/>
                </a:solidFill>
                <a:latin typeface="Josefin Sans"/>
                <a:ea typeface="Josefin Sans"/>
                <a:cs typeface="Josefin Sans"/>
                <a:sym typeface="Josefin Sans"/>
              </a:rPr>
              <a:t>Above Average</a:t>
            </a:r>
            <a:endParaRPr sz="11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86" name="Google Shape;7486;p203"/>
          <p:cNvSpPr txBox="1"/>
          <p:nvPr/>
        </p:nvSpPr>
        <p:spPr>
          <a:xfrm>
            <a:off x="857250" y="2547416"/>
            <a:ext cx="4125515" cy="414338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300" u="none" cap="none" strike="noStrike">
                <a:solidFill>
                  <a:srgbClr val="437A28"/>
                </a:solidFill>
                <a:latin typeface="Comfortaa"/>
                <a:ea typeface="Comfortaa"/>
                <a:cs typeface="Comfortaa"/>
                <a:sym typeface="Comfortaa"/>
              </a:rPr>
              <a:t>&gt; 15%</a:t>
            </a:r>
            <a:endParaRPr sz="1100"/>
          </a:p>
        </p:txBody>
      </p:sp>
      <p:sp>
        <p:nvSpPr>
          <p:cNvPr id="7487" name="Google Shape;7487;p203"/>
          <p:cNvSpPr txBox="1"/>
          <p:nvPr/>
        </p:nvSpPr>
        <p:spPr>
          <a:xfrm>
            <a:off x="4986338" y="2204516"/>
            <a:ext cx="4157700" cy="24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600" u="none" cap="none" strike="noStrike">
                <a:solidFill>
                  <a:srgbClr val="1A1A1A"/>
                </a:solidFill>
                <a:latin typeface="Josefin Sans"/>
                <a:ea typeface="Josefin Sans"/>
                <a:cs typeface="Josefin Sans"/>
                <a:sym typeface="Josefin Sans"/>
              </a:rPr>
              <a:t>Below Average</a:t>
            </a:r>
            <a:endParaRPr sz="11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88" name="Google Shape;7488;p203"/>
          <p:cNvSpPr txBox="1"/>
          <p:nvPr/>
        </p:nvSpPr>
        <p:spPr>
          <a:xfrm>
            <a:off x="4986338" y="2547416"/>
            <a:ext cx="4125600" cy="41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300" u="none" cap="none" strike="noStrike">
                <a:solidFill>
                  <a:srgbClr val="BA363E"/>
                </a:solidFill>
                <a:latin typeface="Comfortaa"/>
                <a:ea typeface="Comfortaa"/>
                <a:cs typeface="Comfortaa"/>
                <a:sym typeface="Comfortaa"/>
              </a:rPr>
              <a:t>&lt; 5%</a:t>
            </a:r>
            <a:endParaRPr sz="1100"/>
          </a:p>
        </p:txBody>
      </p:sp>
      <p:sp>
        <p:nvSpPr>
          <p:cNvPr id="7489" name="Google Shape;7489;p203"/>
          <p:cNvSpPr txBox="1"/>
          <p:nvPr/>
        </p:nvSpPr>
        <p:spPr>
          <a:xfrm>
            <a:off x="978694" y="3076054"/>
            <a:ext cx="501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7490" name="Google Shape;7490;p203"/>
          <p:cNvSpPr txBox="1"/>
          <p:nvPr/>
        </p:nvSpPr>
        <p:spPr>
          <a:xfrm>
            <a:off x="741225" y="3058341"/>
            <a:ext cx="3911100" cy="2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50000" spcFirstLastPara="1" rIns="0" wrap="square" tIns="0">
            <a:spAutoFit/>
          </a:bodyPr>
          <a:lstStyle/>
          <a:p>
            <a:pPr indent="0" lvl="0" marL="0" marR="0" rtl="0" algn="l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High Demand:</a:t>
            </a:r>
            <a:r>
              <a:rPr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 Strong expansion potential</a:t>
            </a: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91" name="Google Shape;7491;p203"/>
          <p:cNvSpPr txBox="1"/>
          <p:nvPr/>
        </p:nvSpPr>
        <p:spPr>
          <a:xfrm>
            <a:off x="741225" y="3316538"/>
            <a:ext cx="3727200" cy="43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5000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Strategic Fit:</a:t>
            </a:r>
            <a:r>
              <a:rPr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 Requires competitive advantage</a:t>
            </a: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92" name="Google Shape;7492;p203"/>
          <p:cNvSpPr txBox="1"/>
          <p:nvPr/>
        </p:nvSpPr>
        <p:spPr>
          <a:xfrm>
            <a:off x="5107781" y="3076054"/>
            <a:ext cx="50006" cy="22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100" u="none" cap="none" strike="noStrike">
                <a:solidFill>
                  <a:srgbClr val="2B2B2B"/>
                </a:solidFill>
                <a:latin typeface="Quicksand"/>
                <a:ea typeface="Quicksand"/>
                <a:cs typeface="Quicksand"/>
                <a:sym typeface="Quicksand"/>
              </a:rPr>
              <a:t>•</a:t>
            </a:r>
            <a:endParaRPr sz="1100"/>
          </a:p>
        </p:txBody>
      </p:sp>
      <p:sp>
        <p:nvSpPr>
          <p:cNvPr id="7493" name="Google Shape;7493;p203"/>
          <p:cNvSpPr txBox="1"/>
          <p:nvPr/>
        </p:nvSpPr>
        <p:spPr>
          <a:xfrm>
            <a:off x="4869149" y="3009275"/>
            <a:ext cx="3711300" cy="43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5000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Stagnant Output:</a:t>
            </a:r>
            <a:r>
              <a:rPr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 Declining industry demand</a:t>
            </a: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494" name="Google Shape;7494;p203"/>
          <p:cNvSpPr txBox="1"/>
          <p:nvPr/>
        </p:nvSpPr>
        <p:spPr>
          <a:xfrm>
            <a:off x="5107781" y="3304654"/>
            <a:ext cx="50006" cy="22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100" u="none" cap="none" strike="noStrike">
                <a:solidFill>
                  <a:srgbClr val="2B2B2B"/>
                </a:solidFill>
                <a:latin typeface="Quicksand"/>
                <a:ea typeface="Quicksand"/>
                <a:cs typeface="Quicksand"/>
                <a:sym typeface="Quicksand"/>
              </a:rPr>
              <a:t>•</a:t>
            </a:r>
            <a:endParaRPr sz="1100"/>
          </a:p>
        </p:txBody>
      </p:sp>
      <p:sp>
        <p:nvSpPr>
          <p:cNvPr id="7495" name="Google Shape;7495;p203"/>
          <p:cNvSpPr txBox="1"/>
          <p:nvPr/>
        </p:nvSpPr>
        <p:spPr>
          <a:xfrm>
            <a:off x="4869138" y="3487916"/>
            <a:ext cx="3911100" cy="2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50000" spcFirstLastPara="1" rIns="0" wrap="square" tIns="0">
            <a:spAutoFit/>
          </a:bodyPr>
          <a:lstStyle/>
          <a:p>
            <a:pPr indent="0" lvl="0" marL="0" marR="0" rtl="0" algn="l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High Competition:</a:t>
            </a:r>
            <a:r>
              <a:rPr i="0" lang="en" u="none" cap="none" strike="noStrike">
                <a:solidFill>
                  <a:srgbClr val="2B2B2B"/>
                </a:solidFill>
                <a:latin typeface="Josefin Sans"/>
                <a:ea typeface="Josefin Sans"/>
                <a:cs typeface="Josefin Sans"/>
                <a:sym typeface="Josefin Sans"/>
              </a:rPr>
              <a:t> Slower long-term growth</a:t>
            </a: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1A1A1A"/>
        </a:solidFill>
      </p:bgPr>
    </p:bg>
    <p:spTree>
      <p:nvGrpSpPr>
        <p:cNvPr id="7499" name="Shape 7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0" name="Google Shape;7500;p204"/>
          <p:cNvSpPr/>
          <p:nvPr/>
        </p:nvSpPr>
        <p:spPr>
          <a:xfrm>
            <a:off x="171450" y="171450"/>
            <a:ext cx="8801100" cy="4800600"/>
          </a:xfrm>
          <a:prstGeom prst="roundRect">
            <a:avLst>
              <a:gd fmla="val 297" name="adj"/>
            </a:avLst>
          </a:prstGeom>
          <a:solidFill>
            <a:srgbClr val="E2D9CA"/>
          </a:solidFill>
          <a:ln cap="flat" cmpd="sng" w="19050">
            <a:solidFill>
              <a:srgbClr val="2B2B2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descr="image.png" id="7501" name="Google Shape;7501;p20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85788" y="994320"/>
            <a:ext cx="7972426" cy="3706267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mage.png" id="7502" name="Google Shape;7502;p204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8101013" y="454298"/>
            <a:ext cx="457200" cy="385763"/>
          </a:xfrm>
          <a:prstGeom prst="rect">
            <a:avLst/>
          </a:prstGeom>
          <a:noFill/>
          <a:ln>
            <a:noFill/>
          </a:ln>
        </p:spPr>
      </p:pic>
      <p:sp>
        <p:nvSpPr>
          <p:cNvPr id="7503" name="Google Shape;7503;p204"/>
          <p:cNvSpPr txBox="1"/>
          <p:nvPr/>
        </p:nvSpPr>
        <p:spPr>
          <a:xfrm>
            <a:off x="585788" y="442913"/>
            <a:ext cx="5939700" cy="523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400" u="none" cap="none" strike="noStrike">
                <a:solidFill>
                  <a:srgbClr val="1F1F1F"/>
                </a:solidFill>
                <a:latin typeface="Josefin Sans"/>
                <a:ea typeface="Josefin Sans"/>
                <a:cs typeface="Josefin Sans"/>
                <a:sym typeface="Josefin Sans"/>
              </a:rPr>
              <a:t>Top 3 Majors for Growth</a:t>
            </a:r>
            <a:endParaRPr sz="34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504" name="Google Shape;7504;p204"/>
          <p:cNvSpPr txBox="1"/>
          <p:nvPr/>
        </p:nvSpPr>
        <p:spPr>
          <a:xfrm>
            <a:off x="648895" y="4177085"/>
            <a:ext cx="29121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498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1A1A1A"/>
                </a:solidFill>
                <a:latin typeface="Quicksand"/>
                <a:ea typeface="Quicksand"/>
                <a:cs typeface="Quicksand"/>
                <a:sym typeface="Quicksand"/>
              </a:rPr>
              <a:t>Mathematics and Statistics, Other</a:t>
            </a:r>
            <a:endParaRPr sz="1300"/>
          </a:p>
        </p:txBody>
      </p:sp>
      <p:sp>
        <p:nvSpPr>
          <p:cNvPr id="7505" name="Google Shape;7505;p204"/>
          <p:cNvSpPr txBox="1"/>
          <p:nvPr/>
        </p:nvSpPr>
        <p:spPr>
          <a:xfrm>
            <a:off x="3115833" y="4177085"/>
            <a:ext cx="29121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498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1A1A1A"/>
                </a:solidFill>
                <a:latin typeface="Quicksand"/>
                <a:ea typeface="Quicksand"/>
                <a:cs typeface="Quicksand"/>
                <a:sym typeface="Quicksand"/>
              </a:rPr>
              <a:t>Public Policy Analysis</a:t>
            </a:r>
            <a:endParaRPr sz="1300"/>
          </a:p>
        </p:txBody>
      </p:sp>
      <p:sp>
        <p:nvSpPr>
          <p:cNvPr id="7506" name="Google Shape;7506;p204"/>
          <p:cNvSpPr txBox="1"/>
          <p:nvPr/>
        </p:nvSpPr>
        <p:spPr>
          <a:xfrm>
            <a:off x="5582771" y="4177085"/>
            <a:ext cx="29121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498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1A1A1A"/>
                </a:solidFill>
                <a:latin typeface="Quicksand"/>
                <a:ea typeface="Quicksand"/>
                <a:cs typeface="Quicksand"/>
                <a:sym typeface="Quicksand"/>
              </a:rPr>
              <a:t>Statistics</a:t>
            </a:r>
            <a:endParaRPr sz="13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1A1A1A"/>
        </a:solidFill>
      </p:bgPr>
    </p:bg>
    <p:spTree>
      <p:nvGrpSpPr>
        <p:cNvPr id="7510" name="Shape 7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1" name="Google Shape;7511;p205"/>
          <p:cNvSpPr/>
          <p:nvPr/>
        </p:nvSpPr>
        <p:spPr>
          <a:xfrm>
            <a:off x="171450" y="171450"/>
            <a:ext cx="8801100" cy="4800600"/>
          </a:xfrm>
          <a:prstGeom prst="roundRect">
            <a:avLst>
              <a:gd fmla="val 297" name="adj"/>
            </a:avLst>
          </a:prstGeom>
          <a:solidFill>
            <a:srgbClr val="E2D9CA"/>
          </a:solidFill>
          <a:ln cap="flat" cmpd="sng" w="19050">
            <a:solidFill>
              <a:srgbClr val="2B2B2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descr="image.png" id="7512" name="Google Shape;7512;p205"/>
          <p:cNvPicPr preferRelativeResize="0"/>
          <p:nvPr/>
        </p:nvPicPr>
        <p:blipFill rotWithShape="1">
          <a:blip r:embed="rId3">
            <a:alphaModFix/>
          </a:blip>
          <a:srcRect b="19827" l="7115" r="0" t="0"/>
          <a:stretch/>
        </p:blipFill>
        <p:spPr>
          <a:xfrm>
            <a:off x="667037" y="1004863"/>
            <a:ext cx="7809925" cy="3133775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mage.png" id="7513" name="Google Shape;7513;p20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8101013" y="454298"/>
            <a:ext cx="457200" cy="385763"/>
          </a:xfrm>
          <a:prstGeom prst="rect">
            <a:avLst/>
          </a:prstGeom>
          <a:noFill/>
          <a:ln>
            <a:noFill/>
          </a:ln>
        </p:spPr>
      </p:pic>
      <p:sp>
        <p:nvSpPr>
          <p:cNvPr id="7514" name="Google Shape;7514;p205"/>
          <p:cNvSpPr txBox="1"/>
          <p:nvPr/>
        </p:nvSpPr>
        <p:spPr>
          <a:xfrm>
            <a:off x="585788" y="442913"/>
            <a:ext cx="6872700" cy="523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400" u="none" cap="none" strike="noStrike">
                <a:solidFill>
                  <a:srgbClr val="1F1F1F"/>
                </a:solidFill>
                <a:latin typeface="Josefin Sans"/>
                <a:ea typeface="Josefin Sans"/>
                <a:cs typeface="Josefin Sans"/>
                <a:sym typeface="Josefin Sans"/>
              </a:rPr>
              <a:t>Bottom 3 Majors for Growth</a:t>
            </a:r>
            <a:endParaRPr sz="3400"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7518" name="Shape 7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9" name="Google Shape;7519;p206"/>
          <p:cNvSpPr/>
          <p:nvPr/>
        </p:nvSpPr>
        <p:spPr>
          <a:xfrm>
            <a:off x="257175" y="257175"/>
            <a:ext cx="8629650" cy="4629150"/>
          </a:xfrm>
          <a:prstGeom prst="rect">
            <a:avLst/>
          </a:prstGeom>
          <a:solidFill>
            <a:srgbClr val="E2D9CA"/>
          </a:solidFill>
          <a:ln cap="flat" cmpd="sng" w="28575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0" name="Google Shape;7520;p206"/>
          <p:cNvSpPr/>
          <p:nvPr/>
        </p:nvSpPr>
        <p:spPr>
          <a:xfrm>
            <a:off x="564356" y="4293394"/>
            <a:ext cx="8015288" cy="342900"/>
          </a:xfrm>
          <a:prstGeom prst="roundRect">
            <a:avLst>
              <a:gd fmla="val 12500" name="adj"/>
            </a:avLst>
          </a:prstGeom>
          <a:solidFill>
            <a:srgbClr val="F4F1E8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1" name="Google Shape;7521;p206"/>
          <p:cNvSpPr/>
          <p:nvPr/>
        </p:nvSpPr>
        <p:spPr>
          <a:xfrm>
            <a:off x="564356" y="1378744"/>
            <a:ext cx="2557463" cy="2743200"/>
          </a:xfrm>
          <a:prstGeom prst="roundRect">
            <a:avLst>
              <a:gd fmla="val 2234" name="adj"/>
            </a:avLst>
          </a:prstGeom>
          <a:solidFill>
            <a:srgbClr val="F5F2E9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2" name="Google Shape;7522;p206"/>
          <p:cNvSpPr/>
          <p:nvPr/>
        </p:nvSpPr>
        <p:spPr>
          <a:xfrm>
            <a:off x="3293269" y="1378744"/>
            <a:ext cx="2557463" cy="2743200"/>
          </a:xfrm>
          <a:prstGeom prst="roundRect">
            <a:avLst>
              <a:gd fmla="val 2234" name="adj"/>
            </a:avLst>
          </a:prstGeom>
          <a:solidFill>
            <a:srgbClr val="F5F2E9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3" name="Google Shape;7523;p206"/>
          <p:cNvSpPr/>
          <p:nvPr/>
        </p:nvSpPr>
        <p:spPr>
          <a:xfrm>
            <a:off x="6022181" y="1378744"/>
            <a:ext cx="2557463" cy="2743200"/>
          </a:xfrm>
          <a:prstGeom prst="roundRect">
            <a:avLst>
              <a:gd fmla="val 2234" name="adj"/>
            </a:avLst>
          </a:prstGeom>
          <a:solidFill>
            <a:srgbClr val="F5F2E9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4" name="Google Shape;7524;p206"/>
          <p:cNvSpPr/>
          <p:nvPr/>
        </p:nvSpPr>
        <p:spPr>
          <a:xfrm>
            <a:off x="778669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5" name="Google Shape;7525;p206"/>
          <p:cNvSpPr/>
          <p:nvPr/>
        </p:nvSpPr>
        <p:spPr>
          <a:xfrm>
            <a:off x="1885950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6" name="Google Shape;7526;p206"/>
          <p:cNvSpPr/>
          <p:nvPr/>
        </p:nvSpPr>
        <p:spPr>
          <a:xfrm>
            <a:off x="3507581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7" name="Google Shape;7527;p206"/>
          <p:cNvSpPr/>
          <p:nvPr/>
        </p:nvSpPr>
        <p:spPr>
          <a:xfrm>
            <a:off x="4614863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8" name="Google Shape;7528;p206"/>
          <p:cNvSpPr/>
          <p:nvPr/>
        </p:nvSpPr>
        <p:spPr>
          <a:xfrm>
            <a:off x="6236494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9" name="Google Shape;7529;p206"/>
          <p:cNvSpPr/>
          <p:nvPr/>
        </p:nvSpPr>
        <p:spPr>
          <a:xfrm>
            <a:off x="7343775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descr="image.png" id="7530" name="Google Shape;7530;p20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671763" y="1618059"/>
            <a:ext cx="235744" cy="185738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mage.png" id="7531" name="Google Shape;7531;p206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5472113" y="1618059"/>
            <a:ext cx="164306" cy="185738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mage.png" id="7532" name="Google Shape;7532;p206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8222456" y="1618059"/>
            <a:ext cx="142875" cy="185738"/>
          </a:xfrm>
          <a:prstGeom prst="rect">
            <a:avLst/>
          </a:prstGeom>
          <a:noFill/>
          <a:ln>
            <a:noFill/>
          </a:ln>
        </p:spPr>
      </p:pic>
      <p:sp>
        <p:nvSpPr>
          <p:cNvPr id="7533" name="Google Shape;7533;p206"/>
          <p:cNvSpPr txBox="1"/>
          <p:nvPr/>
        </p:nvSpPr>
        <p:spPr>
          <a:xfrm>
            <a:off x="-120550" y="4393406"/>
            <a:ext cx="9385200" cy="18472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Main Observation: </a:t>
            </a:r>
            <a:r>
              <a:rPr i="0" lang="en" sz="12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Pharmacy graduates face roughly </a:t>
            </a:r>
            <a:r>
              <a:rPr b="1" i="0" lang="en" sz="12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4x higher</a:t>
            </a:r>
            <a:r>
              <a:rPr i="0" lang="en" sz="12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 debt burden than engineering majors </a:t>
            </a:r>
            <a:endParaRPr sz="1400"/>
          </a:p>
        </p:txBody>
      </p:sp>
      <p:sp>
        <p:nvSpPr>
          <p:cNvPr id="7534" name="Google Shape;7534;p206"/>
          <p:cNvSpPr txBox="1"/>
          <p:nvPr/>
        </p:nvSpPr>
        <p:spPr>
          <a:xfrm>
            <a:off x="564348" y="507200"/>
            <a:ext cx="7373100" cy="523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4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Debt-to-Earnings Ratio Analysis</a:t>
            </a:r>
            <a:endParaRPr sz="3400"/>
          </a:p>
        </p:txBody>
      </p:sp>
      <p:sp>
        <p:nvSpPr>
          <p:cNvPr id="7535" name="Google Shape;7535;p206"/>
          <p:cNvSpPr txBox="1"/>
          <p:nvPr/>
        </p:nvSpPr>
        <p:spPr>
          <a:xfrm>
            <a:off x="778669" y="3740534"/>
            <a:ext cx="2661075" cy="2020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99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3A3836"/>
                </a:solidFill>
                <a:latin typeface="Outfit"/>
                <a:ea typeface="Outfit"/>
                <a:cs typeface="Outfit"/>
                <a:sym typeface="Outfit"/>
              </a:rPr>
              <a:t>10% debt drop by Year 4.</a:t>
            </a:r>
            <a:endParaRPr sz="1400"/>
          </a:p>
        </p:txBody>
      </p:sp>
      <p:sp>
        <p:nvSpPr>
          <p:cNvPr id="7536" name="Google Shape;7536;p206"/>
          <p:cNvSpPr txBox="1"/>
          <p:nvPr/>
        </p:nvSpPr>
        <p:spPr>
          <a:xfrm>
            <a:off x="3424078" y="3723059"/>
            <a:ext cx="2661075" cy="2020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99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3A3836"/>
                </a:solidFill>
                <a:latin typeface="Outfit"/>
                <a:ea typeface="Outfit"/>
                <a:cs typeface="Outfit"/>
                <a:sym typeface="Outfit"/>
              </a:rPr>
              <a:t>Matches CS at 22% benchmark.</a:t>
            </a:r>
            <a:endParaRPr sz="1400"/>
          </a:p>
        </p:txBody>
      </p:sp>
      <p:sp>
        <p:nvSpPr>
          <p:cNvPr id="7537" name="Google Shape;7537;p206"/>
          <p:cNvSpPr txBox="1"/>
          <p:nvPr/>
        </p:nvSpPr>
        <p:spPr>
          <a:xfrm>
            <a:off x="6087825" y="3609356"/>
            <a:ext cx="2426175" cy="4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99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3A3836"/>
                </a:solidFill>
                <a:latin typeface="Outfit"/>
                <a:ea typeface="Outfit"/>
                <a:cs typeface="Outfit"/>
                <a:sym typeface="Outfit"/>
              </a:rPr>
              <a:t>High initial debt; 48% drop by Yr 4.</a:t>
            </a:r>
            <a:endParaRPr sz="1400"/>
          </a:p>
        </p:txBody>
      </p:sp>
      <p:sp>
        <p:nvSpPr>
          <p:cNvPr id="7538" name="Google Shape;7538;p206"/>
          <p:cNvSpPr txBox="1"/>
          <p:nvPr/>
        </p:nvSpPr>
        <p:spPr>
          <a:xfrm>
            <a:off x="778669" y="1593056"/>
            <a:ext cx="2062757" cy="2357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Computer Science</a:t>
            </a:r>
            <a:endParaRPr sz="1100"/>
          </a:p>
        </p:txBody>
      </p:sp>
      <p:sp>
        <p:nvSpPr>
          <p:cNvPr id="7539" name="Google Shape;7539;p206"/>
          <p:cNvSpPr txBox="1"/>
          <p:nvPr/>
        </p:nvSpPr>
        <p:spPr>
          <a:xfrm>
            <a:off x="3507581" y="1593056"/>
            <a:ext cx="2494061" cy="2357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Electrical Engineering</a:t>
            </a:r>
            <a:endParaRPr sz="1100"/>
          </a:p>
        </p:txBody>
      </p:sp>
      <p:sp>
        <p:nvSpPr>
          <p:cNvPr id="7540" name="Google Shape;7540;p206"/>
          <p:cNvSpPr txBox="1"/>
          <p:nvPr/>
        </p:nvSpPr>
        <p:spPr>
          <a:xfrm>
            <a:off x="6236494" y="1593056"/>
            <a:ext cx="1172021" cy="2357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Pharmacy</a:t>
            </a:r>
            <a:endParaRPr sz="1100"/>
          </a:p>
        </p:txBody>
      </p:sp>
      <p:sp>
        <p:nvSpPr>
          <p:cNvPr id="7541" name="Google Shape;7541;p206"/>
          <p:cNvSpPr txBox="1"/>
          <p:nvPr/>
        </p:nvSpPr>
        <p:spPr>
          <a:xfrm>
            <a:off x="740271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1-Yr Debt</a:t>
            </a:r>
            <a:endParaRPr b="1"/>
          </a:p>
        </p:txBody>
      </p:sp>
      <p:sp>
        <p:nvSpPr>
          <p:cNvPr id="7542" name="Google Shape;7542;p206"/>
          <p:cNvSpPr txBox="1"/>
          <p:nvPr/>
        </p:nvSpPr>
        <p:spPr>
          <a:xfrm>
            <a:off x="740271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32%</a:t>
            </a:r>
            <a:endParaRPr sz="1100"/>
          </a:p>
        </p:txBody>
      </p:sp>
      <p:sp>
        <p:nvSpPr>
          <p:cNvPr id="7543" name="Google Shape;7543;p206"/>
          <p:cNvSpPr txBox="1"/>
          <p:nvPr/>
        </p:nvSpPr>
        <p:spPr>
          <a:xfrm>
            <a:off x="1847552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4-Yr Debt</a:t>
            </a:r>
            <a:endParaRPr b="1"/>
          </a:p>
        </p:txBody>
      </p:sp>
      <p:sp>
        <p:nvSpPr>
          <p:cNvPr id="7544" name="Google Shape;7544;p206"/>
          <p:cNvSpPr txBox="1"/>
          <p:nvPr/>
        </p:nvSpPr>
        <p:spPr>
          <a:xfrm>
            <a:off x="1847552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22%</a:t>
            </a:r>
            <a:endParaRPr sz="1100"/>
          </a:p>
        </p:txBody>
      </p:sp>
      <p:sp>
        <p:nvSpPr>
          <p:cNvPr id="7545" name="Google Shape;7545;p206"/>
          <p:cNvSpPr txBox="1"/>
          <p:nvPr/>
        </p:nvSpPr>
        <p:spPr>
          <a:xfrm>
            <a:off x="3469184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1-Yr Debt</a:t>
            </a:r>
            <a:endParaRPr b="1"/>
          </a:p>
        </p:txBody>
      </p:sp>
      <p:sp>
        <p:nvSpPr>
          <p:cNvPr id="7546" name="Google Shape;7546;p206"/>
          <p:cNvSpPr txBox="1"/>
          <p:nvPr/>
        </p:nvSpPr>
        <p:spPr>
          <a:xfrm>
            <a:off x="3469183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29%</a:t>
            </a:r>
            <a:endParaRPr sz="1100"/>
          </a:p>
        </p:txBody>
      </p:sp>
      <p:sp>
        <p:nvSpPr>
          <p:cNvPr id="7547" name="Google Shape;7547;p206"/>
          <p:cNvSpPr txBox="1"/>
          <p:nvPr/>
        </p:nvSpPr>
        <p:spPr>
          <a:xfrm>
            <a:off x="4576465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4-Yr Debt</a:t>
            </a:r>
            <a:endParaRPr b="1"/>
          </a:p>
        </p:txBody>
      </p:sp>
      <p:sp>
        <p:nvSpPr>
          <p:cNvPr id="7548" name="Google Shape;7548;p206"/>
          <p:cNvSpPr txBox="1"/>
          <p:nvPr/>
        </p:nvSpPr>
        <p:spPr>
          <a:xfrm>
            <a:off x="4576465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22%</a:t>
            </a:r>
            <a:endParaRPr sz="1100"/>
          </a:p>
        </p:txBody>
      </p:sp>
      <p:sp>
        <p:nvSpPr>
          <p:cNvPr id="7549" name="Google Shape;7549;p206"/>
          <p:cNvSpPr txBox="1"/>
          <p:nvPr/>
        </p:nvSpPr>
        <p:spPr>
          <a:xfrm>
            <a:off x="6198096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1-Yr Debt</a:t>
            </a:r>
            <a:endParaRPr b="1"/>
          </a:p>
        </p:txBody>
      </p:sp>
      <p:sp>
        <p:nvSpPr>
          <p:cNvPr id="7550" name="Google Shape;7550;p206"/>
          <p:cNvSpPr txBox="1"/>
          <p:nvPr/>
        </p:nvSpPr>
        <p:spPr>
          <a:xfrm>
            <a:off x="6198096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141%</a:t>
            </a:r>
            <a:endParaRPr sz="1100"/>
          </a:p>
        </p:txBody>
      </p:sp>
      <p:sp>
        <p:nvSpPr>
          <p:cNvPr id="7551" name="Google Shape;7551;p206"/>
          <p:cNvSpPr txBox="1"/>
          <p:nvPr/>
        </p:nvSpPr>
        <p:spPr>
          <a:xfrm>
            <a:off x="7305377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4-Yr Debt</a:t>
            </a:r>
            <a:endParaRPr b="1"/>
          </a:p>
        </p:txBody>
      </p:sp>
      <p:sp>
        <p:nvSpPr>
          <p:cNvPr id="7552" name="Google Shape;7552;p206"/>
          <p:cNvSpPr txBox="1"/>
          <p:nvPr/>
        </p:nvSpPr>
        <p:spPr>
          <a:xfrm>
            <a:off x="7305377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93%</a:t>
            </a:r>
            <a:endParaRPr sz="11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7556" name="Shape 7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7" name="Google Shape;7557;p207"/>
          <p:cNvSpPr/>
          <p:nvPr/>
        </p:nvSpPr>
        <p:spPr>
          <a:xfrm>
            <a:off x="257100" y="257100"/>
            <a:ext cx="8629800" cy="4629300"/>
          </a:xfrm>
          <a:prstGeom prst="rect">
            <a:avLst/>
          </a:prstGeom>
          <a:solidFill>
            <a:srgbClr val="E2D9CA"/>
          </a:solidFill>
          <a:ln cap="flat" cmpd="sng" w="28575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8" name="Google Shape;7558;p207"/>
          <p:cNvSpPr/>
          <p:nvPr/>
        </p:nvSpPr>
        <p:spPr>
          <a:xfrm>
            <a:off x="5331681" y="694484"/>
            <a:ext cx="3414600" cy="364200"/>
          </a:xfrm>
          <a:prstGeom prst="roundRect">
            <a:avLst>
              <a:gd fmla="val 15686" name="adj"/>
            </a:avLst>
          </a:prstGeom>
          <a:solidFill>
            <a:srgbClr val="F4F1E8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9" name="Google Shape;7559;p207"/>
          <p:cNvSpPr/>
          <p:nvPr/>
        </p:nvSpPr>
        <p:spPr>
          <a:xfrm>
            <a:off x="5503131" y="798069"/>
            <a:ext cx="157200" cy="157200"/>
          </a:xfrm>
          <a:prstGeom prst="rect">
            <a:avLst/>
          </a:prstGeom>
          <a:solidFill>
            <a:srgbClr val="729FC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0" name="Google Shape;7560;p207"/>
          <p:cNvSpPr/>
          <p:nvPr/>
        </p:nvSpPr>
        <p:spPr>
          <a:xfrm>
            <a:off x="7110475" y="798069"/>
            <a:ext cx="157200" cy="157200"/>
          </a:xfrm>
          <a:prstGeom prst="rect">
            <a:avLst/>
          </a:prstGeom>
          <a:solidFill>
            <a:srgbClr val="82B86B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1" name="Google Shape;7561;p207"/>
          <p:cNvSpPr/>
          <p:nvPr/>
        </p:nvSpPr>
        <p:spPr>
          <a:xfrm>
            <a:off x="896737" y="3525315"/>
            <a:ext cx="619200" cy="619200"/>
          </a:xfrm>
          <a:prstGeom prst="rect">
            <a:avLst/>
          </a:prstGeom>
          <a:solidFill>
            <a:srgbClr val="729FCF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2" name="Google Shape;7562;p207"/>
          <p:cNvSpPr/>
          <p:nvPr/>
        </p:nvSpPr>
        <p:spPr>
          <a:xfrm>
            <a:off x="896737" y="3525315"/>
            <a:ext cx="619200" cy="173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3" name="Google Shape;7563;p207"/>
          <p:cNvSpPr/>
          <p:nvPr/>
        </p:nvSpPr>
        <p:spPr>
          <a:xfrm>
            <a:off x="896737" y="3525315"/>
            <a:ext cx="17325" cy="619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4" name="Google Shape;7564;p207"/>
          <p:cNvSpPr/>
          <p:nvPr/>
        </p:nvSpPr>
        <p:spPr>
          <a:xfrm>
            <a:off x="1498650" y="3525315"/>
            <a:ext cx="17325" cy="619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5" name="Google Shape;7565;p207"/>
          <p:cNvSpPr/>
          <p:nvPr/>
        </p:nvSpPr>
        <p:spPr>
          <a:xfrm>
            <a:off x="1687823" y="3714489"/>
            <a:ext cx="619200" cy="430200"/>
          </a:xfrm>
          <a:prstGeom prst="rect">
            <a:avLst/>
          </a:prstGeom>
          <a:solidFill>
            <a:srgbClr val="82B86B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6" name="Google Shape;7566;p207"/>
          <p:cNvSpPr/>
          <p:nvPr/>
        </p:nvSpPr>
        <p:spPr>
          <a:xfrm>
            <a:off x="1687823" y="3714489"/>
            <a:ext cx="619200" cy="173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7" name="Google Shape;7567;p207"/>
          <p:cNvSpPr/>
          <p:nvPr/>
        </p:nvSpPr>
        <p:spPr>
          <a:xfrm>
            <a:off x="1687823" y="3714489"/>
            <a:ext cx="17325" cy="430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8" name="Google Shape;7568;p207"/>
          <p:cNvSpPr/>
          <p:nvPr/>
        </p:nvSpPr>
        <p:spPr>
          <a:xfrm>
            <a:off x="2289735" y="3714489"/>
            <a:ext cx="17325" cy="430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9" name="Google Shape;7569;p207"/>
          <p:cNvSpPr/>
          <p:nvPr/>
        </p:nvSpPr>
        <p:spPr>
          <a:xfrm>
            <a:off x="3997932" y="3585507"/>
            <a:ext cx="619200" cy="559125"/>
          </a:xfrm>
          <a:prstGeom prst="rect">
            <a:avLst/>
          </a:prstGeom>
          <a:solidFill>
            <a:srgbClr val="729FCF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0" name="Google Shape;7570;p207"/>
          <p:cNvSpPr/>
          <p:nvPr/>
        </p:nvSpPr>
        <p:spPr>
          <a:xfrm>
            <a:off x="3997932" y="3585507"/>
            <a:ext cx="619200" cy="173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1" name="Google Shape;7571;p207"/>
          <p:cNvSpPr/>
          <p:nvPr/>
        </p:nvSpPr>
        <p:spPr>
          <a:xfrm>
            <a:off x="3997932" y="3585507"/>
            <a:ext cx="17325" cy="5591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2" name="Google Shape;7572;p207"/>
          <p:cNvSpPr/>
          <p:nvPr/>
        </p:nvSpPr>
        <p:spPr>
          <a:xfrm>
            <a:off x="4599845" y="3585507"/>
            <a:ext cx="17325" cy="5591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3" name="Google Shape;7573;p207"/>
          <p:cNvSpPr/>
          <p:nvPr/>
        </p:nvSpPr>
        <p:spPr>
          <a:xfrm>
            <a:off x="4789017" y="3714489"/>
            <a:ext cx="619200" cy="430200"/>
          </a:xfrm>
          <a:prstGeom prst="rect">
            <a:avLst/>
          </a:prstGeom>
          <a:solidFill>
            <a:srgbClr val="82B86B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4" name="Google Shape;7574;p207"/>
          <p:cNvSpPr/>
          <p:nvPr/>
        </p:nvSpPr>
        <p:spPr>
          <a:xfrm>
            <a:off x="4789017" y="3714489"/>
            <a:ext cx="619200" cy="173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5" name="Google Shape;7575;p207"/>
          <p:cNvSpPr/>
          <p:nvPr/>
        </p:nvSpPr>
        <p:spPr>
          <a:xfrm>
            <a:off x="4789017" y="3714489"/>
            <a:ext cx="17325" cy="430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6" name="Google Shape;7576;p207"/>
          <p:cNvSpPr/>
          <p:nvPr/>
        </p:nvSpPr>
        <p:spPr>
          <a:xfrm>
            <a:off x="5390930" y="3714489"/>
            <a:ext cx="17325" cy="430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7" name="Google Shape;7577;p207"/>
          <p:cNvSpPr/>
          <p:nvPr/>
        </p:nvSpPr>
        <p:spPr>
          <a:xfrm>
            <a:off x="7099125" y="1478794"/>
            <a:ext cx="619200" cy="2665800"/>
          </a:xfrm>
          <a:prstGeom prst="rect">
            <a:avLst/>
          </a:prstGeom>
          <a:solidFill>
            <a:srgbClr val="729FCF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8" name="Google Shape;7578;p207"/>
          <p:cNvSpPr/>
          <p:nvPr/>
        </p:nvSpPr>
        <p:spPr>
          <a:xfrm>
            <a:off x="7099125" y="1478794"/>
            <a:ext cx="619200" cy="173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9" name="Google Shape;7579;p207"/>
          <p:cNvSpPr/>
          <p:nvPr/>
        </p:nvSpPr>
        <p:spPr>
          <a:xfrm>
            <a:off x="7099125" y="1478794"/>
            <a:ext cx="17325" cy="26658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0" name="Google Shape;7580;p207"/>
          <p:cNvSpPr/>
          <p:nvPr/>
        </p:nvSpPr>
        <p:spPr>
          <a:xfrm>
            <a:off x="7701038" y="1478794"/>
            <a:ext cx="17325" cy="26658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1" name="Google Shape;7581;p207"/>
          <p:cNvSpPr/>
          <p:nvPr/>
        </p:nvSpPr>
        <p:spPr>
          <a:xfrm>
            <a:off x="7890211" y="2381671"/>
            <a:ext cx="619200" cy="1762650"/>
          </a:xfrm>
          <a:prstGeom prst="rect">
            <a:avLst/>
          </a:prstGeom>
          <a:solidFill>
            <a:srgbClr val="82B86B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2" name="Google Shape;7582;p207"/>
          <p:cNvSpPr/>
          <p:nvPr/>
        </p:nvSpPr>
        <p:spPr>
          <a:xfrm>
            <a:off x="7890211" y="2381671"/>
            <a:ext cx="619200" cy="173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3" name="Google Shape;7583;p207"/>
          <p:cNvSpPr/>
          <p:nvPr/>
        </p:nvSpPr>
        <p:spPr>
          <a:xfrm>
            <a:off x="7890211" y="2381671"/>
            <a:ext cx="17325" cy="17626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4" name="Google Shape;7584;p207"/>
          <p:cNvSpPr/>
          <p:nvPr/>
        </p:nvSpPr>
        <p:spPr>
          <a:xfrm>
            <a:off x="8492124" y="2381671"/>
            <a:ext cx="17325" cy="17626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41275" lIns="82550" spcFirstLastPara="1" rIns="82550" wrap="square" tIns="41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5" name="Google Shape;7585;p207"/>
          <p:cNvSpPr txBox="1"/>
          <p:nvPr/>
        </p:nvSpPr>
        <p:spPr>
          <a:xfrm>
            <a:off x="493701" y="500875"/>
            <a:ext cx="46005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4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1-Year vs. 4-Year Debt </a:t>
            </a:r>
            <a:r>
              <a:rPr b="1" lang="en" sz="3400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Trajectory</a:t>
            </a:r>
            <a:endParaRPr sz="3400"/>
          </a:p>
        </p:txBody>
      </p:sp>
      <p:sp>
        <p:nvSpPr>
          <p:cNvPr id="7586" name="Google Shape;7586;p207"/>
          <p:cNvSpPr txBox="1"/>
          <p:nvPr/>
        </p:nvSpPr>
        <p:spPr>
          <a:xfrm>
            <a:off x="5731731" y="794497"/>
            <a:ext cx="1509000" cy="1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0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1yr Debt to Earnings</a:t>
            </a:r>
            <a:endParaRPr sz="1100"/>
          </a:p>
        </p:txBody>
      </p:sp>
      <p:sp>
        <p:nvSpPr>
          <p:cNvPr id="7587" name="Google Shape;7587;p207"/>
          <p:cNvSpPr txBox="1"/>
          <p:nvPr/>
        </p:nvSpPr>
        <p:spPr>
          <a:xfrm>
            <a:off x="7339075" y="794497"/>
            <a:ext cx="1544700" cy="1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0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4yr Debt to Earnings</a:t>
            </a:r>
            <a:endParaRPr sz="1100"/>
          </a:p>
        </p:txBody>
      </p:sp>
      <p:sp>
        <p:nvSpPr>
          <p:cNvPr id="7588" name="Google Shape;7588;p207"/>
          <p:cNvSpPr txBox="1"/>
          <p:nvPr/>
        </p:nvSpPr>
        <p:spPr>
          <a:xfrm>
            <a:off x="806450" y="4282012"/>
            <a:ext cx="1988325" cy="2292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Computer Science</a:t>
            </a:r>
            <a:endParaRPr sz="1300"/>
          </a:p>
        </p:txBody>
      </p:sp>
      <p:sp>
        <p:nvSpPr>
          <p:cNvPr id="7589" name="Google Shape;7589;p207"/>
          <p:cNvSpPr txBox="1"/>
          <p:nvPr/>
        </p:nvSpPr>
        <p:spPr>
          <a:xfrm>
            <a:off x="3727071" y="4282012"/>
            <a:ext cx="2439900" cy="2292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Electrical Engineering</a:t>
            </a:r>
            <a:endParaRPr sz="1300"/>
          </a:p>
        </p:txBody>
      </p:sp>
      <p:sp>
        <p:nvSpPr>
          <p:cNvPr id="7590" name="Google Shape;7590;p207"/>
          <p:cNvSpPr txBox="1"/>
          <p:nvPr/>
        </p:nvSpPr>
        <p:spPr>
          <a:xfrm>
            <a:off x="7352789" y="4282012"/>
            <a:ext cx="1160550" cy="2292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Pharmacy</a:t>
            </a:r>
            <a:endParaRPr sz="1300"/>
          </a:p>
        </p:txBody>
      </p:sp>
      <p:sp>
        <p:nvSpPr>
          <p:cNvPr id="7591" name="Google Shape;7591;p207"/>
          <p:cNvSpPr txBox="1"/>
          <p:nvPr/>
        </p:nvSpPr>
        <p:spPr>
          <a:xfrm>
            <a:off x="767756" y="3576908"/>
            <a:ext cx="877275" cy="1876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32%</a:t>
            </a:r>
            <a:endParaRPr sz="1300"/>
          </a:p>
        </p:txBody>
      </p:sp>
      <p:sp>
        <p:nvSpPr>
          <p:cNvPr id="7592" name="Google Shape;7592;p207"/>
          <p:cNvSpPr txBox="1"/>
          <p:nvPr/>
        </p:nvSpPr>
        <p:spPr>
          <a:xfrm>
            <a:off x="1558841" y="3766082"/>
            <a:ext cx="877275" cy="1876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22%</a:t>
            </a:r>
            <a:endParaRPr sz="1300"/>
          </a:p>
        </p:txBody>
      </p:sp>
      <p:sp>
        <p:nvSpPr>
          <p:cNvPr id="7593" name="Google Shape;7593;p207"/>
          <p:cNvSpPr txBox="1"/>
          <p:nvPr/>
        </p:nvSpPr>
        <p:spPr>
          <a:xfrm>
            <a:off x="3868951" y="3637100"/>
            <a:ext cx="877275" cy="1876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29%</a:t>
            </a:r>
            <a:endParaRPr sz="1300"/>
          </a:p>
        </p:txBody>
      </p:sp>
      <p:sp>
        <p:nvSpPr>
          <p:cNvPr id="7594" name="Google Shape;7594;p207"/>
          <p:cNvSpPr txBox="1"/>
          <p:nvPr/>
        </p:nvSpPr>
        <p:spPr>
          <a:xfrm>
            <a:off x="4660036" y="3766082"/>
            <a:ext cx="877275" cy="1876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22%</a:t>
            </a:r>
            <a:endParaRPr sz="1300"/>
          </a:p>
        </p:txBody>
      </p:sp>
      <p:sp>
        <p:nvSpPr>
          <p:cNvPr id="7595" name="Google Shape;7595;p207"/>
          <p:cNvSpPr txBox="1"/>
          <p:nvPr/>
        </p:nvSpPr>
        <p:spPr>
          <a:xfrm>
            <a:off x="6970144" y="1547585"/>
            <a:ext cx="877275" cy="1876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141%</a:t>
            </a:r>
            <a:endParaRPr sz="1300"/>
          </a:p>
        </p:txBody>
      </p:sp>
      <p:sp>
        <p:nvSpPr>
          <p:cNvPr id="7596" name="Google Shape;7596;p207"/>
          <p:cNvSpPr txBox="1"/>
          <p:nvPr/>
        </p:nvSpPr>
        <p:spPr>
          <a:xfrm>
            <a:off x="7761229" y="2450462"/>
            <a:ext cx="877275" cy="1876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93%</a:t>
            </a:r>
            <a:endParaRPr sz="13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7600" name="Shape 7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1" name="Google Shape;7601;p208"/>
          <p:cNvSpPr/>
          <p:nvPr/>
        </p:nvSpPr>
        <p:spPr>
          <a:xfrm>
            <a:off x="257088" y="257100"/>
            <a:ext cx="8629800" cy="4629300"/>
          </a:xfrm>
          <a:prstGeom prst="rect">
            <a:avLst/>
          </a:prstGeom>
          <a:solidFill>
            <a:srgbClr val="E2D9CA"/>
          </a:solidFill>
          <a:ln cap="flat" cmpd="sng" w="28575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2" name="Google Shape;7602;p208"/>
          <p:cNvSpPr/>
          <p:nvPr/>
        </p:nvSpPr>
        <p:spPr>
          <a:xfrm>
            <a:off x="564356" y="4293394"/>
            <a:ext cx="8015288" cy="342900"/>
          </a:xfrm>
          <a:prstGeom prst="roundRect">
            <a:avLst>
              <a:gd fmla="val 12500" name="adj"/>
            </a:avLst>
          </a:prstGeom>
          <a:solidFill>
            <a:srgbClr val="F4F1E8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3" name="Google Shape;7603;p208"/>
          <p:cNvSpPr/>
          <p:nvPr/>
        </p:nvSpPr>
        <p:spPr>
          <a:xfrm>
            <a:off x="564356" y="1378744"/>
            <a:ext cx="2557463" cy="2743200"/>
          </a:xfrm>
          <a:prstGeom prst="roundRect">
            <a:avLst>
              <a:gd fmla="val 2234" name="adj"/>
            </a:avLst>
          </a:prstGeom>
          <a:solidFill>
            <a:srgbClr val="F5F2E9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4" name="Google Shape;7604;p208"/>
          <p:cNvSpPr/>
          <p:nvPr/>
        </p:nvSpPr>
        <p:spPr>
          <a:xfrm>
            <a:off x="3293269" y="1378744"/>
            <a:ext cx="2557463" cy="2743200"/>
          </a:xfrm>
          <a:prstGeom prst="roundRect">
            <a:avLst>
              <a:gd fmla="val 2234" name="adj"/>
            </a:avLst>
          </a:prstGeom>
          <a:solidFill>
            <a:srgbClr val="F5F2E9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5" name="Google Shape;7605;p208"/>
          <p:cNvSpPr/>
          <p:nvPr/>
        </p:nvSpPr>
        <p:spPr>
          <a:xfrm>
            <a:off x="6022181" y="1378744"/>
            <a:ext cx="2557463" cy="2743200"/>
          </a:xfrm>
          <a:prstGeom prst="roundRect">
            <a:avLst>
              <a:gd fmla="val 2234" name="adj"/>
            </a:avLst>
          </a:prstGeom>
          <a:solidFill>
            <a:srgbClr val="F5F2E9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6" name="Google Shape;7606;p208"/>
          <p:cNvSpPr/>
          <p:nvPr/>
        </p:nvSpPr>
        <p:spPr>
          <a:xfrm>
            <a:off x="778669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7" name="Google Shape;7607;p208"/>
          <p:cNvSpPr/>
          <p:nvPr/>
        </p:nvSpPr>
        <p:spPr>
          <a:xfrm>
            <a:off x="1885950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8" name="Google Shape;7608;p208"/>
          <p:cNvSpPr/>
          <p:nvPr/>
        </p:nvSpPr>
        <p:spPr>
          <a:xfrm>
            <a:off x="3507581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9" name="Google Shape;7609;p208"/>
          <p:cNvSpPr/>
          <p:nvPr/>
        </p:nvSpPr>
        <p:spPr>
          <a:xfrm>
            <a:off x="4614863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0" name="Google Shape;7610;p208"/>
          <p:cNvSpPr/>
          <p:nvPr/>
        </p:nvSpPr>
        <p:spPr>
          <a:xfrm>
            <a:off x="6236494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1" name="Google Shape;7611;p208"/>
          <p:cNvSpPr/>
          <p:nvPr/>
        </p:nvSpPr>
        <p:spPr>
          <a:xfrm>
            <a:off x="7343775" y="1943100"/>
            <a:ext cx="1021556" cy="778669"/>
          </a:xfrm>
          <a:prstGeom prst="roundRect">
            <a:avLst>
              <a:gd fmla="val 7339" name="adj"/>
            </a:avLst>
          </a:prstGeom>
          <a:solidFill>
            <a:srgbClr val="FFFFFF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descr="image.png" id="7612" name="Google Shape;7612;p20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700338" y="1618059"/>
            <a:ext cx="207169" cy="185738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mage.png" id="7613" name="Google Shape;7613;p208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5450681" y="1618059"/>
            <a:ext cx="185738" cy="185738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mage.png" id="7614" name="Google Shape;7614;p208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8179594" y="1618059"/>
            <a:ext cx="185738" cy="185738"/>
          </a:xfrm>
          <a:prstGeom prst="rect">
            <a:avLst/>
          </a:prstGeom>
          <a:noFill/>
          <a:ln>
            <a:noFill/>
          </a:ln>
        </p:spPr>
      </p:pic>
      <p:sp>
        <p:nvSpPr>
          <p:cNvPr id="7615" name="Google Shape;7615;p208"/>
          <p:cNvSpPr txBox="1"/>
          <p:nvPr/>
        </p:nvSpPr>
        <p:spPr>
          <a:xfrm>
            <a:off x="-120550" y="4393406"/>
            <a:ext cx="9385200" cy="18472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Main Observation: </a:t>
            </a:r>
            <a:r>
              <a:rPr i="0" lang="en" sz="1200" u="none" cap="none" strike="noStrike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rPr>
              <a:t>All cut their debt-to-earnings burden nearly in half by Year 4.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7616" name="Google Shape;7616;p208"/>
          <p:cNvSpPr txBox="1"/>
          <p:nvPr/>
        </p:nvSpPr>
        <p:spPr>
          <a:xfrm>
            <a:off x="564348" y="507200"/>
            <a:ext cx="7425000" cy="523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4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Debt-to-Earnings Ratio Analysis</a:t>
            </a:r>
            <a:endParaRPr sz="3400"/>
          </a:p>
        </p:txBody>
      </p:sp>
      <p:sp>
        <p:nvSpPr>
          <p:cNvPr id="7617" name="Google Shape;7617;p208"/>
          <p:cNvSpPr txBox="1"/>
          <p:nvPr/>
        </p:nvSpPr>
        <p:spPr>
          <a:xfrm>
            <a:off x="564356" y="914400"/>
            <a:ext cx="5549850" cy="1615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7618" name="Google Shape;7618;p208"/>
          <p:cNvSpPr txBox="1"/>
          <p:nvPr/>
        </p:nvSpPr>
        <p:spPr>
          <a:xfrm>
            <a:off x="778669" y="3740534"/>
            <a:ext cx="2661075" cy="2020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99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3A3836"/>
                </a:solidFill>
                <a:latin typeface="Outfit"/>
                <a:ea typeface="Outfit"/>
                <a:cs typeface="Outfit"/>
                <a:sym typeface="Outfit"/>
              </a:rPr>
              <a:t>56% debt reduction by Year 4.</a:t>
            </a:r>
            <a:endParaRPr sz="1400"/>
          </a:p>
        </p:txBody>
      </p:sp>
      <p:sp>
        <p:nvSpPr>
          <p:cNvPr id="7619" name="Google Shape;7619;p208"/>
          <p:cNvSpPr txBox="1"/>
          <p:nvPr/>
        </p:nvSpPr>
        <p:spPr>
          <a:xfrm>
            <a:off x="3507581" y="3740534"/>
            <a:ext cx="2661075" cy="1905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99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3A3836"/>
                </a:solidFill>
                <a:latin typeface="Outfit"/>
                <a:ea typeface="Outfit"/>
                <a:cs typeface="Outfit"/>
                <a:sym typeface="Outfit"/>
              </a:rPr>
              <a:t>55% debt drop over 4 years.</a:t>
            </a:r>
            <a:endParaRPr sz="1300"/>
          </a:p>
        </p:txBody>
      </p:sp>
      <p:sp>
        <p:nvSpPr>
          <p:cNvPr id="7620" name="Google Shape;7620;p208"/>
          <p:cNvSpPr txBox="1"/>
          <p:nvPr/>
        </p:nvSpPr>
        <p:spPr>
          <a:xfrm>
            <a:off x="6236494" y="3740534"/>
            <a:ext cx="2661075" cy="2020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99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300" u="none" cap="none" strike="noStrike">
                <a:solidFill>
                  <a:srgbClr val="3A3836"/>
                </a:solidFill>
                <a:latin typeface="Outfit"/>
                <a:ea typeface="Outfit"/>
                <a:cs typeface="Outfit"/>
                <a:sym typeface="Outfit"/>
              </a:rPr>
              <a:t>Highest initial debt at 128%.</a:t>
            </a:r>
            <a:endParaRPr sz="1400"/>
          </a:p>
        </p:txBody>
      </p:sp>
      <p:sp>
        <p:nvSpPr>
          <p:cNvPr id="7621" name="Google Shape;7621;p208"/>
          <p:cNvSpPr txBox="1"/>
          <p:nvPr/>
        </p:nvSpPr>
        <p:spPr>
          <a:xfrm>
            <a:off x="778669" y="1593056"/>
            <a:ext cx="810101" cy="2357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Dance</a:t>
            </a:r>
            <a:endParaRPr sz="1100"/>
          </a:p>
        </p:txBody>
      </p:sp>
      <p:sp>
        <p:nvSpPr>
          <p:cNvPr id="7622" name="Google Shape;7622;p208"/>
          <p:cNvSpPr txBox="1"/>
          <p:nvPr/>
        </p:nvSpPr>
        <p:spPr>
          <a:xfrm>
            <a:off x="3507581" y="1593056"/>
            <a:ext cx="1865857" cy="2357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Performing Arts</a:t>
            </a:r>
            <a:endParaRPr sz="1100"/>
          </a:p>
        </p:txBody>
      </p:sp>
      <p:sp>
        <p:nvSpPr>
          <p:cNvPr id="7623" name="Google Shape;7623;p208"/>
          <p:cNvSpPr txBox="1"/>
          <p:nvPr/>
        </p:nvSpPr>
        <p:spPr>
          <a:xfrm>
            <a:off x="6236494" y="1593056"/>
            <a:ext cx="2428428" cy="2357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5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Theatre &amp; Stagecraft</a:t>
            </a:r>
            <a:endParaRPr sz="1100"/>
          </a:p>
        </p:txBody>
      </p:sp>
      <p:sp>
        <p:nvSpPr>
          <p:cNvPr id="7624" name="Google Shape;7624;p208"/>
          <p:cNvSpPr txBox="1"/>
          <p:nvPr/>
        </p:nvSpPr>
        <p:spPr>
          <a:xfrm>
            <a:off x="740271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1-Yr Debt</a:t>
            </a:r>
            <a:endParaRPr b="1"/>
          </a:p>
        </p:txBody>
      </p:sp>
      <p:sp>
        <p:nvSpPr>
          <p:cNvPr id="7625" name="Google Shape;7625;p208"/>
          <p:cNvSpPr txBox="1"/>
          <p:nvPr/>
        </p:nvSpPr>
        <p:spPr>
          <a:xfrm>
            <a:off x="740271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117%</a:t>
            </a:r>
            <a:endParaRPr sz="1100"/>
          </a:p>
        </p:txBody>
      </p:sp>
      <p:sp>
        <p:nvSpPr>
          <p:cNvPr id="7626" name="Google Shape;7626;p208"/>
          <p:cNvSpPr txBox="1"/>
          <p:nvPr/>
        </p:nvSpPr>
        <p:spPr>
          <a:xfrm>
            <a:off x="1847552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4-Yr Debt</a:t>
            </a:r>
            <a:endParaRPr b="1"/>
          </a:p>
        </p:txBody>
      </p:sp>
      <p:sp>
        <p:nvSpPr>
          <p:cNvPr id="7627" name="Google Shape;7627;p208"/>
          <p:cNvSpPr txBox="1"/>
          <p:nvPr/>
        </p:nvSpPr>
        <p:spPr>
          <a:xfrm>
            <a:off x="1847552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61%</a:t>
            </a:r>
            <a:endParaRPr sz="1100"/>
          </a:p>
        </p:txBody>
      </p:sp>
      <p:sp>
        <p:nvSpPr>
          <p:cNvPr id="7628" name="Google Shape;7628;p208"/>
          <p:cNvSpPr txBox="1"/>
          <p:nvPr/>
        </p:nvSpPr>
        <p:spPr>
          <a:xfrm>
            <a:off x="3469184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1-Yr Debt</a:t>
            </a:r>
            <a:endParaRPr b="1"/>
          </a:p>
        </p:txBody>
      </p:sp>
      <p:sp>
        <p:nvSpPr>
          <p:cNvPr id="7629" name="Google Shape;7629;p208"/>
          <p:cNvSpPr txBox="1"/>
          <p:nvPr/>
        </p:nvSpPr>
        <p:spPr>
          <a:xfrm>
            <a:off x="3469183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120%</a:t>
            </a:r>
            <a:endParaRPr sz="1100"/>
          </a:p>
        </p:txBody>
      </p:sp>
      <p:sp>
        <p:nvSpPr>
          <p:cNvPr id="7630" name="Google Shape;7630;p208"/>
          <p:cNvSpPr txBox="1"/>
          <p:nvPr/>
        </p:nvSpPr>
        <p:spPr>
          <a:xfrm>
            <a:off x="4576465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4-Yr Debt</a:t>
            </a:r>
            <a:endParaRPr b="1"/>
          </a:p>
        </p:txBody>
      </p:sp>
      <p:sp>
        <p:nvSpPr>
          <p:cNvPr id="7631" name="Google Shape;7631;p208"/>
          <p:cNvSpPr txBox="1"/>
          <p:nvPr/>
        </p:nvSpPr>
        <p:spPr>
          <a:xfrm>
            <a:off x="4576465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65%</a:t>
            </a:r>
            <a:endParaRPr sz="1100"/>
          </a:p>
        </p:txBody>
      </p:sp>
      <p:sp>
        <p:nvSpPr>
          <p:cNvPr id="7632" name="Google Shape;7632;p208"/>
          <p:cNvSpPr txBox="1"/>
          <p:nvPr/>
        </p:nvSpPr>
        <p:spPr>
          <a:xfrm>
            <a:off x="6198096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1-Yr Debt</a:t>
            </a:r>
            <a:endParaRPr b="1"/>
          </a:p>
        </p:txBody>
      </p:sp>
      <p:sp>
        <p:nvSpPr>
          <p:cNvPr id="7633" name="Google Shape;7633;p208"/>
          <p:cNvSpPr txBox="1"/>
          <p:nvPr/>
        </p:nvSpPr>
        <p:spPr>
          <a:xfrm>
            <a:off x="6198096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128%</a:t>
            </a:r>
            <a:endParaRPr sz="1100"/>
          </a:p>
        </p:txBody>
      </p:sp>
      <p:sp>
        <p:nvSpPr>
          <p:cNvPr id="7634" name="Google Shape;7634;p208"/>
          <p:cNvSpPr txBox="1"/>
          <p:nvPr/>
        </p:nvSpPr>
        <p:spPr>
          <a:xfrm>
            <a:off x="7305377" y="2071688"/>
            <a:ext cx="1098300" cy="1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100" u="none" cap="none" strike="noStrike">
                <a:solidFill>
                  <a:srgbClr val="555555"/>
                </a:solidFill>
                <a:latin typeface="Outfit"/>
                <a:ea typeface="Outfit"/>
                <a:cs typeface="Outfit"/>
                <a:sym typeface="Outfit"/>
              </a:rPr>
              <a:t>4-Yr Debt</a:t>
            </a:r>
            <a:endParaRPr b="1"/>
          </a:p>
        </p:txBody>
      </p:sp>
      <p:sp>
        <p:nvSpPr>
          <p:cNvPr id="7635" name="Google Shape;7635;p208"/>
          <p:cNvSpPr txBox="1"/>
          <p:nvPr/>
        </p:nvSpPr>
        <p:spPr>
          <a:xfrm>
            <a:off x="7305377" y="2250281"/>
            <a:ext cx="1098351" cy="34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1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66%</a:t>
            </a:r>
            <a:endParaRPr sz="110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7639" name="Shape 7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0" name="Google Shape;7640;p209"/>
          <p:cNvSpPr/>
          <p:nvPr/>
        </p:nvSpPr>
        <p:spPr>
          <a:xfrm>
            <a:off x="257088" y="257100"/>
            <a:ext cx="8629800" cy="4629300"/>
          </a:xfrm>
          <a:prstGeom prst="rect">
            <a:avLst/>
          </a:prstGeom>
          <a:solidFill>
            <a:srgbClr val="E2D9CA"/>
          </a:solidFill>
          <a:ln cap="flat" cmpd="sng" w="28575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1" name="Google Shape;7641;p209"/>
          <p:cNvSpPr/>
          <p:nvPr/>
        </p:nvSpPr>
        <p:spPr>
          <a:xfrm>
            <a:off x="5136349" y="948825"/>
            <a:ext cx="3729600" cy="364200"/>
          </a:xfrm>
          <a:prstGeom prst="roundRect">
            <a:avLst>
              <a:gd fmla="val 15686" name="adj"/>
            </a:avLst>
          </a:prstGeom>
          <a:solidFill>
            <a:srgbClr val="F4F1E8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2" name="Google Shape;7642;p209"/>
          <p:cNvSpPr/>
          <p:nvPr/>
        </p:nvSpPr>
        <p:spPr>
          <a:xfrm>
            <a:off x="5276444" y="1052331"/>
            <a:ext cx="157200" cy="157200"/>
          </a:xfrm>
          <a:prstGeom prst="rect">
            <a:avLst/>
          </a:prstGeom>
          <a:solidFill>
            <a:srgbClr val="E5A84B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3" name="Google Shape;7643;p209"/>
          <p:cNvSpPr/>
          <p:nvPr/>
        </p:nvSpPr>
        <p:spPr>
          <a:xfrm>
            <a:off x="7036600" y="1052334"/>
            <a:ext cx="157200" cy="157200"/>
          </a:xfrm>
          <a:prstGeom prst="rect">
            <a:avLst/>
          </a:prstGeom>
          <a:solidFill>
            <a:srgbClr val="BA363E"/>
          </a:solidFill>
          <a:ln cap="flat" cmpd="sng" w="19050">
            <a:solidFill>
              <a:srgbClr val="3A383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4" name="Google Shape;7644;p209"/>
          <p:cNvSpPr/>
          <p:nvPr/>
        </p:nvSpPr>
        <p:spPr>
          <a:xfrm>
            <a:off x="688001" y="2049559"/>
            <a:ext cx="593550" cy="2110050"/>
          </a:xfrm>
          <a:prstGeom prst="rect">
            <a:avLst/>
          </a:prstGeom>
          <a:solidFill>
            <a:srgbClr val="E5A84B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5" name="Google Shape;7645;p209"/>
          <p:cNvSpPr/>
          <p:nvPr/>
        </p:nvSpPr>
        <p:spPr>
          <a:xfrm>
            <a:off x="688001" y="2049559"/>
            <a:ext cx="593550" cy="164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6" name="Google Shape;7646;p209"/>
          <p:cNvSpPr/>
          <p:nvPr/>
        </p:nvSpPr>
        <p:spPr>
          <a:xfrm>
            <a:off x="688001" y="2049559"/>
            <a:ext cx="16425" cy="21100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7" name="Google Shape;7647;p209"/>
          <p:cNvSpPr/>
          <p:nvPr/>
        </p:nvSpPr>
        <p:spPr>
          <a:xfrm>
            <a:off x="1265011" y="2049559"/>
            <a:ext cx="16425" cy="21100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8" name="Google Shape;7648;p209"/>
          <p:cNvSpPr/>
          <p:nvPr/>
        </p:nvSpPr>
        <p:spPr>
          <a:xfrm>
            <a:off x="1446357" y="3063448"/>
            <a:ext cx="593550" cy="1096200"/>
          </a:xfrm>
          <a:prstGeom prst="rect">
            <a:avLst/>
          </a:prstGeom>
          <a:solidFill>
            <a:srgbClr val="BA363E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9" name="Google Shape;7649;p209"/>
          <p:cNvSpPr/>
          <p:nvPr/>
        </p:nvSpPr>
        <p:spPr>
          <a:xfrm>
            <a:off x="1446357" y="3063448"/>
            <a:ext cx="593550" cy="164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0" name="Google Shape;7650;p209"/>
          <p:cNvSpPr/>
          <p:nvPr/>
        </p:nvSpPr>
        <p:spPr>
          <a:xfrm>
            <a:off x="1446357" y="3063448"/>
            <a:ext cx="16425" cy="1096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1" name="Google Shape;7651;p209"/>
          <p:cNvSpPr/>
          <p:nvPr/>
        </p:nvSpPr>
        <p:spPr>
          <a:xfrm>
            <a:off x="2023366" y="3063448"/>
            <a:ext cx="16425" cy="109620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2" name="Google Shape;7652;p209"/>
          <p:cNvSpPr/>
          <p:nvPr/>
        </p:nvSpPr>
        <p:spPr>
          <a:xfrm>
            <a:off x="3660889" y="2000101"/>
            <a:ext cx="593550" cy="2159775"/>
          </a:xfrm>
          <a:prstGeom prst="rect">
            <a:avLst/>
          </a:prstGeom>
          <a:solidFill>
            <a:srgbClr val="E5A84B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3" name="Google Shape;7653;p209"/>
          <p:cNvSpPr/>
          <p:nvPr/>
        </p:nvSpPr>
        <p:spPr>
          <a:xfrm>
            <a:off x="3660889" y="2000101"/>
            <a:ext cx="593550" cy="164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4" name="Google Shape;7654;p209"/>
          <p:cNvSpPr/>
          <p:nvPr/>
        </p:nvSpPr>
        <p:spPr>
          <a:xfrm>
            <a:off x="3660889" y="2000101"/>
            <a:ext cx="16425" cy="215977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5" name="Google Shape;7655;p209"/>
          <p:cNvSpPr/>
          <p:nvPr/>
        </p:nvSpPr>
        <p:spPr>
          <a:xfrm>
            <a:off x="4237898" y="2000101"/>
            <a:ext cx="16425" cy="215977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6" name="Google Shape;7656;p209"/>
          <p:cNvSpPr/>
          <p:nvPr/>
        </p:nvSpPr>
        <p:spPr>
          <a:xfrm>
            <a:off x="4419244" y="2989261"/>
            <a:ext cx="593550" cy="1170450"/>
          </a:xfrm>
          <a:prstGeom prst="rect">
            <a:avLst/>
          </a:prstGeom>
          <a:solidFill>
            <a:srgbClr val="BA363E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7" name="Google Shape;7657;p209"/>
          <p:cNvSpPr/>
          <p:nvPr/>
        </p:nvSpPr>
        <p:spPr>
          <a:xfrm>
            <a:off x="4419244" y="2989261"/>
            <a:ext cx="593550" cy="164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8" name="Google Shape;7658;p209"/>
          <p:cNvSpPr/>
          <p:nvPr/>
        </p:nvSpPr>
        <p:spPr>
          <a:xfrm>
            <a:off x="4419244" y="2989261"/>
            <a:ext cx="16425" cy="11704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9" name="Google Shape;7659;p209"/>
          <p:cNvSpPr/>
          <p:nvPr/>
        </p:nvSpPr>
        <p:spPr>
          <a:xfrm>
            <a:off x="4996254" y="2989261"/>
            <a:ext cx="16425" cy="11704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0" name="Google Shape;7660;p209"/>
          <p:cNvSpPr/>
          <p:nvPr/>
        </p:nvSpPr>
        <p:spPr>
          <a:xfrm>
            <a:off x="6633776" y="1851726"/>
            <a:ext cx="593550" cy="2308050"/>
          </a:xfrm>
          <a:prstGeom prst="rect">
            <a:avLst/>
          </a:prstGeom>
          <a:solidFill>
            <a:srgbClr val="E5A84B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1" name="Google Shape;7661;p209"/>
          <p:cNvSpPr/>
          <p:nvPr/>
        </p:nvSpPr>
        <p:spPr>
          <a:xfrm>
            <a:off x="6633776" y="1851726"/>
            <a:ext cx="593550" cy="164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2" name="Google Shape;7662;p209"/>
          <p:cNvSpPr/>
          <p:nvPr/>
        </p:nvSpPr>
        <p:spPr>
          <a:xfrm>
            <a:off x="6633776" y="1851726"/>
            <a:ext cx="16425" cy="23080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3" name="Google Shape;7663;p209"/>
          <p:cNvSpPr/>
          <p:nvPr/>
        </p:nvSpPr>
        <p:spPr>
          <a:xfrm>
            <a:off x="7210785" y="1851726"/>
            <a:ext cx="16425" cy="2308050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4" name="Google Shape;7664;p209"/>
          <p:cNvSpPr/>
          <p:nvPr/>
        </p:nvSpPr>
        <p:spPr>
          <a:xfrm>
            <a:off x="7392131" y="2972775"/>
            <a:ext cx="593550" cy="1186875"/>
          </a:xfrm>
          <a:prstGeom prst="rect">
            <a:avLst/>
          </a:prstGeom>
          <a:solidFill>
            <a:srgbClr val="BA363E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5" name="Google Shape;7665;p209"/>
          <p:cNvSpPr/>
          <p:nvPr/>
        </p:nvSpPr>
        <p:spPr>
          <a:xfrm>
            <a:off x="7392131" y="2972775"/>
            <a:ext cx="593550" cy="1642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6" name="Google Shape;7666;p209"/>
          <p:cNvSpPr/>
          <p:nvPr/>
        </p:nvSpPr>
        <p:spPr>
          <a:xfrm>
            <a:off x="7392131" y="2972775"/>
            <a:ext cx="16425" cy="118687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7" name="Google Shape;7667;p209"/>
          <p:cNvSpPr/>
          <p:nvPr/>
        </p:nvSpPr>
        <p:spPr>
          <a:xfrm>
            <a:off x="7969141" y="2972775"/>
            <a:ext cx="16425" cy="1186875"/>
          </a:xfrm>
          <a:prstGeom prst="rect">
            <a:avLst/>
          </a:prstGeom>
          <a:solidFill>
            <a:srgbClr val="3A3836"/>
          </a:solidFill>
          <a:ln>
            <a:noFill/>
          </a:ln>
        </p:spPr>
        <p:txBody>
          <a:bodyPr anchorCtr="0" anchor="ctr" bIns="39550" lIns="79125" spcFirstLastPara="1" rIns="79125" wrap="square" tIns="39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8" name="Google Shape;7668;p209"/>
          <p:cNvSpPr txBox="1"/>
          <p:nvPr/>
        </p:nvSpPr>
        <p:spPr>
          <a:xfrm>
            <a:off x="564356" y="507206"/>
            <a:ext cx="45720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4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1-Year vs. 4-Year Debt Trajectory</a:t>
            </a:r>
            <a:endParaRPr sz="3400"/>
          </a:p>
        </p:txBody>
      </p:sp>
      <p:sp>
        <p:nvSpPr>
          <p:cNvPr id="7669" name="Google Shape;7669;p209"/>
          <p:cNvSpPr txBox="1"/>
          <p:nvPr/>
        </p:nvSpPr>
        <p:spPr>
          <a:xfrm>
            <a:off x="5500275" y="1045775"/>
            <a:ext cx="1469700" cy="1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1yr Debt to Earnings</a:t>
            </a:r>
            <a:endParaRPr sz="1200"/>
          </a:p>
        </p:txBody>
      </p:sp>
      <p:sp>
        <p:nvSpPr>
          <p:cNvPr id="7670" name="Google Shape;7670;p209"/>
          <p:cNvSpPr txBox="1"/>
          <p:nvPr/>
        </p:nvSpPr>
        <p:spPr>
          <a:xfrm>
            <a:off x="7125275" y="1038525"/>
            <a:ext cx="1808700" cy="1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12860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4yr Debt to Earnings</a:t>
            </a:r>
            <a:endParaRPr sz="1200"/>
          </a:p>
        </p:txBody>
      </p:sp>
      <p:sp>
        <p:nvSpPr>
          <p:cNvPr id="7671" name="Google Shape;7671;p209"/>
          <p:cNvSpPr txBox="1"/>
          <p:nvPr/>
        </p:nvSpPr>
        <p:spPr>
          <a:xfrm>
            <a:off x="1091908" y="4291656"/>
            <a:ext cx="791550" cy="21982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4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Dance</a:t>
            </a:r>
            <a:endParaRPr sz="1200"/>
          </a:p>
        </p:txBody>
      </p:sp>
      <p:sp>
        <p:nvSpPr>
          <p:cNvPr id="7672" name="Google Shape;7672;p209"/>
          <p:cNvSpPr txBox="1"/>
          <p:nvPr/>
        </p:nvSpPr>
        <p:spPr>
          <a:xfrm>
            <a:off x="3347655" y="4291656"/>
            <a:ext cx="2472975" cy="21982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4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Performing Arts, Other</a:t>
            </a:r>
            <a:endParaRPr sz="1200"/>
          </a:p>
        </p:txBody>
      </p:sp>
      <p:sp>
        <p:nvSpPr>
          <p:cNvPr id="7673" name="Google Shape;7673;p209"/>
          <p:cNvSpPr txBox="1"/>
          <p:nvPr/>
        </p:nvSpPr>
        <p:spPr>
          <a:xfrm>
            <a:off x="6423580" y="4291656"/>
            <a:ext cx="2215350" cy="21982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400" u="none" cap="none" strike="noStrike">
                <a:solidFill>
                  <a:srgbClr val="222222"/>
                </a:solidFill>
                <a:latin typeface="Outfit"/>
                <a:ea typeface="Outfit"/>
                <a:cs typeface="Outfit"/>
                <a:sym typeface="Outfit"/>
              </a:rPr>
              <a:t>Theatre &amp; Stagecraft</a:t>
            </a:r>
            <a:endParaRPr sz="1200"/>
          </a:p>
        </p:txBody>
      </p:sp>
      <p:sp>
        <p:nvSpPr>
          <p:cNvPr id="7674" name="Google Shape;7674;p209"/>
          <p:cNvSpPr txBox="1"/>
          <p:nvPr/>
        </p:nvSpPr>
        <p:spPr>
          <a:xfrm>
            <a:off x="564356" y="2115503"/>
            <a:ext cx="840825" cy="1797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117%</a:t>
            </a:r>
            <a:endParaRPr sz="1200"/>
          </a:p>
        </p:txBody>
      </p:sp>
      <p:sp>
        <p:nvSpPr>
          <p:cNvPr id="7675" name="Google Shape;7675;p209"/>
          <p:cNvSpPr txBox="1"/>
          <p:nvPr/>
        </p:nvSpPr>
        <p:spPr>
          <a:xfrm>
            <a:off x="1322712" y="3129392"/>
            <a:ext cx="840825" cy="1797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FFFFFF"/>
                </a:solidFill>
                <a:latin typeface="Outfit"/>
                <a:ea typeface="Outfit"/>
                <a:cs typeface="Outfit"/>
                <a:sym typeface="Outfit"/>
              </a:rPr>
              <a:t>61%</a:t>
            </a:r>
            <a:endParaRPr sz="1200"/>
          </a:p>
        </p:txBody>
      </p:sp>
      <p:sp>
        <p:nvSpPr>
          <p:cNvPr id="7676" name="Google Shape;7676;p209"/>
          <p:cNvSpPr txBox="1"/>
          <p:nvPr/>
        </p:nvSpPr>
        <p:spPr>
          <a:xfrm>
            <a:off x="3537244" y="2066045"/>
            <a:ext cx="840825" cy="1797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120%</a:t>
            </a:r>
            <a:endParaRPr sz="1200"/>
          </a:p>
        </p:txBody>
      </p:sp>
      <p:sp>
        <p:nvSpPr>
          <p:cNvPr id="7677" name="Google Shape;7677;p209"/>
          <p:cNvSpPr txBox="1"/>
          <p:nvPr/>
        </p:nvSpPr>
        <p:spPr>
          <a:xfrm>
            <a:off x="4295599" y="3055205"/>
            <a:ext cx="840825" cy="1797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FFFFFF"/>
                </a:solidFill>
                <a:latin typeface="Outfit"/>
                <a:ea typeface="Outfit"/>
                <a:cs typeface="Outfit"/>
                <a:sym typeface="Outfit"/>
              </a:rPr>
              <a:t>65%</a:t>
            </a:r>
            <a:endParaRPr sz="1200"/>
          </a:p>
        </p:txBody>
      </p:sp>
      <p:sp>
        <p:nvSpPr>
          <p:cNvPr id="7678" name="Google Shape;7678;p209"/>
          <p:cNvSpPr txBox="1"/>
          <p:nvPr/>
        </p:nvSpPr>
        <p:spPr>
          <a:xfrm>
            <a:off x="6510131" y="1917670"/>
            <a:ext cx="840825" cy="1797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111111"/>
                </a:solidFill>
                <a:latin typeface="Outfit"/>
                <a:ea typeface="Outfit"/>
                <a:cs typeface="Outfit"/>
                <a:sym typeface="Outfit"/>
              </a:rPr>
              <a:t>128%</a:t>
            </a:r>
            <a:endParaRPr sz="1200"/>
          </a:p>
        </p:txBody>
      </p:sp>
      <p:sp>
        <p:nvSpPr>
          <p:cNvPr id="7679" name="Google Shape;7679;p209"/>
          <p:cNvSpPr txBox="1"/>
          <p:nvPr/>
        </p:nvSpPr>
        <p:spPr>
          <a:xfrm>
            <a:off x="7268486" y="3038719"/>
            <a:ext cx="840825" cy="1797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200" u="none" cap="none" strike="noStrike">
                <a:solidFill>
                  <a:srgbClr val="FFFFFF"/>
                </a:solidFill>
                <a:latin typeface="Outfit"/>
                <a:ea typeface="Outfit"/>
                <a:cs typeface="Outfit"/>
                <a:sym typeface="Outfit"/>
              </a:rPr>
              <a:t>66%</a:t>
            </a:r>
            <a:endParaRPr sz="120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83" name="Shape 7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4" name="Google Shape;7684;p210"/>
          <p:cNvSpPr txBox="1"/>
          <p:nvPr>
            <p:ph type="title"/>
          </p:nvPr>
        </p:nvSpPr>
        <p:spPr>
          <a:xfrm>
            <a:off x="1632775" y="2661763"/>
            <a:ext cx="58785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/>
              <a:t>The Long Game: How Earnings, Careers &amp; AI Evolve After Graduation</a:t>
            </a:r>
            <a:endParaRPr sz="2500"/>
          </a:p>
        </p:txBody>
      </p:sp>
      <p:sp>
        <p:nvSpPr>
          <p:cNvPr id="7685" name="Google Shape;7685;p210"/>
          <p:cNvSpPr txBox="1"/>
          <p:nvPr>
            <p:ph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grpSp>
        <p:nvGrpSpPr>
          <p:cNvPr id="7686" name="Google Shape;7686;p210"/>
          <p:cNvGrpSpPr/>
          <p:nvPr/>
        </p:nvGrpSpPr>
        <p:grpSpPr>
          <a:xfrm>
            <a:off x="7075774" y="630953"/>
            <a:ext cx="2456304" cy="1165637"/>
            <a:chOff x="6907899" y="758528"/>
            <a:chExt cx="2456304" cy="1165637"/>
          </a:xfrm>
        </p:grpSpPr>
        <p:sp>
          <p:nvSpPr>
            <p:cNvPr id="7687" name="Google Shape;7687;p210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210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210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210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210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210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210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210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210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210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210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210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210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210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210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210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210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210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210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210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210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210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210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210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210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210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210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210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210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210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210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210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210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210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21" name="Google Shape;7721;p210"/>
          <p:cNvSpPr txBox="1"/>
          <p:nvPr>
            <p:ph idx="1" type="subTitle"/>
          </p:nvPr>
        </p:nvSpPr>
        <p:spPr>
          <a:xfrm>
            <a:off x="1423350" y="3538450"/>
            <a:ext cx="62973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Choosing a major isn't just about the first paycheck.</a:t>
            </a:r>
            <a:endParaRPr sz="19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25" name="Shape 7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6" name="Google Shape;7726;p211"/>
          <p:cNvSpPr txBox="1"/>
          <p:nvPr>
            <p:ph type="title"/>
          </p:nvPr>
        </p:nvSpPr>
        <p:spPr>
          <a:xfrm>
            <a:off x="717733" y="1663672"/>
            <a:ext cx="6976800" cy="17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Char char="●"/>
            </a:pPr>
            <a:r>
              <a:rPr lang="en" sz="2500"/>
              <a:t>Earnings growth: do winners keep winning?</a:t>
            </a:r>
            <a:endParaRPr sz="2500"/>
          </a:p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Char char="●"/>
            </a:pPr>
            <a:r>
              <a:rPr lang="en" sz="2500"/>
              <a:t>Career outlook: which fields grow to 2034?</a:t>
            </a:r>
            <a:endParaRPr sz="2500"/>
          </a:p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Char char="●"/>
            </a:pPr>
            <a:r>
              <a:rPr lang="en" sz="2500"/>
              <a:t>AI: does tech adoption track opportunity?</a:t>
            </a:r>
            <a:endParaRPr sz="2500"/>
          </a:p>
        </p:txBody>
      </p:sp>
      <p:grpSp>
        <p:nvGrpSpPr>
          <p:cNvPr id="7727" name="Google Shape;7727;p211"/>
          <p:cNvGrpSpPr/>
          <p:nvPr/>
        </p:nvGrpSpPr>
        <p:grpSpPr>
          <a:xfrm>
            <a:off x="7075774" y="630953"/>
            <a:ext cx="2456304" cy="1165637"/>
            <a:chOff x="6907899" y="758528"/>
            <a:chExt cx="2456304" cy="1165637"/>
          </a:xfrm>
        </p:grpSpPr>
        <p:sp>
          <p:nvSpPr>
            <p:cNvPr id="7728" name="Google Shape;7728;p211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211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211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211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211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211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211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211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211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211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211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211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211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211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211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211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211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211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211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211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211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211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211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211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211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211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211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211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211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211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211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211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211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211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62" name="Google Shape;7762;p211"/>
          <p:cNvSpPr txBox="1"/>
          <p:nvPr>
            <p:ph idx="1" type="subTitle"/>
          </p:nvPr>
        </p:nvSpPr>
        <p:spPr>
          <a:xfrm>
            <a:off x="717725" y="1436975"/>
            <a:ext cx="62973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Choosing a major isn't just about the first paycheck.</a:t>
            </a:r>
            <a:endParaRPr sz="19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66" name="Shape 7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67" name="Google Shape;7767;p21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52400"/>
            <a:ext cx="8839199" cy="47878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71" name="Shape 7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72" name="Google Shape;7772;p21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0575" y="571437"/>
            <a:ext cx="8462850" cy="40006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76" name="Shape 7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77" name="Google Shape;7777;p2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8137" y="593925"/>
            <a:ext cx="8367724" cy="3955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81" name="Shape 7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" name="Google Shape;7782;p2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01925"/>
            <a:ext cx="8839198" cy="373966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86" name="Shape 7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7" name="Google Shape;7787;p2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01038" y="152400"/>
            <a:ext cx="7741919" cy="4838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91" name="Shape 7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2" name="Google Shape;7792;p217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7793" name="Google Shape;7793;p217"/>
          <p:cNvSpPr txBox="1"/>
          <p:nvPr>
            <p:ph idx="2" type="title"/>
          </p:nvPr>
        </p:nvSpPr>
        <p:spPr>
          <a:xfrm>
            <a:off x="3949825" y="1332286"/>
            <a:ext cx="1244400" cy="8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7794" name="Google Shape;7794;p217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</a:t>
            </a:r>
            <a:r>
              <a:rPr lang="en"/>
              <a:t>Final Verdict </a:t>
            </a:r>
            <a:endParaRPr/>
          </a:p>
        </p:txBody>
      </p:sp>
      <p:grpSp>
        <p:nvGrpSpPr>
          <p:cNvPr id="7795" name="Google Shape;7795;p217"/>
          <p:cNvGrpSpPr/>
          <p:nvPr/>
        </p:nvGrpSpPr>
        <p:grpSpPr>
          <a:xfrm>
            <a:off x="7075774" y="630953"/>
            <a:ext cx="2456304" cy="1165637"/>
            <a:chOff x="6907899" y="758528"/>
            <a:chExt cx="2456304" cy="1165637"/>
          </a:xfrm>
        </p:grpSpPr>
        <p:sp>
          <p:nvSpPr>
            <p:cNvPr id="7796" name="Google Shape;7796;p217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217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217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217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217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217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217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217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217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217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217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217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217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217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217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217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217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217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217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217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217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217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217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9" name="Google Shape;7819;p217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217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217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217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217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217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217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217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217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217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217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33" name="Shape 7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34" name="Google Shape;7834;p218"/>
          <p:cNvPicPr preferRelativeResize="0"/>
          <p:nvPr/>
        </p:nvPicPr>
        <p:blipFill rotWithShape="1">
          <a:blip r:embed="rId3">
            <a:alphaModFix/>
          </a:blip>
          <a:srcRect b="5527" l="0" r="0" t="0"/>
          <a:stretch/>
        </p:blipFill>
        <p:spPr>
          <a:xfrm>
            <a:off x="201300" y="201300"/>
            <a:ext cx="8741399" cy="4740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7835" name="Google Shape;7835;p218"/>
          <p:cNvSpPr/>
          <p:nvPr/>
        </p:nvSpPr>
        <p:spPr>
          <a:xfrm>
            <a:off x="571500" y="1238250"/>
            <a:ext cx="3848100" cy="3238500"/>
          </a:xfrm>
          <a:prstGeom prst="roundRect">
            <a:avLst>
              <a:gd fmla="val 4705" name="adj"/>
            </a:avLst>
          </a:prstGeom>
          <a:solidFill>
            <a:srgbClr val="3D352E"/>
          </a:solidFill>
          <a:ln cap="flat" cmpd="sng" w="14300">
            <a:solidFill>
              <a:srgbClr val="5248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6" name="Google Shape;7836;p218"/>
          <p:cNvSpPr/>
          <p:nvPr/>
        </p:nvSpPr>
        <p:spPr>
          <a:xfrm>
            <a:off x="4724400" y="1238250"/>
            <a:ext cx="3848100" cy="3238500"/>
          </a:xfrm>
          <a:prstGeom prst="roundRect">
            <a:avLst>
              <a:gd fmla="val 4705" name="adj"/>
            </a:avLst>
          </a:prstGeom>
          <a:solidFill>
            <a:srgbClr val="3D352E"/>
          </a:solidFill>
          <a:ln cap="flat" cmpd="sng" w="14300">
            <a:solidFill>
              <a:srgbClr val="5248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7" name="Google Shape;7837;p218"/>
          <p:cNvSpPr/>
          <p:nvPr/>
        </p:nvSpPr>
        <p:spPr>
          <a:xfrm>
            <a:off x="838200" y="1504950"/>
            <a:ext cx="419100" cy="419100"/>
          </a:xfrm>
          <a:prstGeom prst="roundRect">
            <a:avLst>
              <a:gd fmla="val 22727" name="adj"/>
            </a:avLst>
          </a:prstGeom>
          <a:solidFill>
            <a:srgbClr val="0C4A6E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8" name="Google Shape;7838;p218"/>
          <p:cNvSpPr/>
          <p:nvPr/>
        </p:nvSpPr>
        <p:spPr>
          <a:xfrm>
            <a:off x="4991100" y="1504950"/>
            <a:ext cx="419100" cy="419100"/>
          </a:xfrm>
          <a:prstGeom prst="roundRect">
            <a:avLst>
              <a:gd fmla="val 22727" name="adj"/>
            </a:avLst>
          </a:prstGeom>
          <a:solidFill>
            <a:srgbClr val="45121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9" name="Google Shape;7839;p218"/>
          <p:cNvGrpSpPr/>
          <p:nvPr/>
        </p:nvGrpSpPr>
        <p:grpSpPr>
          <a:xfrm>
            <a:off x="350950" y="342300"/>
            <a:ext cx="8448500" cy="4454525"/>
            <a:chOff x="350950" y="342300"/>
            <a:chExt cx="8448500" cy="4454525"/>
          </a:xfrm>
        </p:grpSpPr>
        <p:sp>
          <p:nvSpPr>
            <p:cNvPr id="7840" name="Google Shape;7840;p218"/>
            <p:cNvSpPr/>
            <p:nvPr/>
          </p:nvSpPr>
          <p:spPr>
            <a:xfrm>
              <a:off x="383225" y="4764550"/>
              <a:ext cx="831580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218"/>
            <p:cNvSpPr/>
            <p:nvPr/>
          </p:nvSpPr>
          <p:spPr>
            <a:xfrm rot="-5400000">
              <a:off x="-1839474" y="2539802"/>
              <a:ext cx="4413123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218"/>
            <p:cNvSpPr/>
            <p:nvPr/>
          </p:nvSpPr>
          <p:spPr>
            <a:xfrm>
              <a:off x="444975" y="342300"/>
              <a:ext cx="8254052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218"/>
            <p:cNvSpPr/>
            <p:nvPr/>
          </p:nvSpPr>
          <p:spPr>
            <a:xfrm rot="-5400000">
              <a:off x="6571237" y="2545313"/>
              <a:ext cx="4424151" cy="32275"/>
            </a:xfrm>
            <a:custGeom>
              <a:rect b="b" l="l" r="r" t="t"/>
              <a:pathLst>
                <a:path extrusionOk="0" h="8" w="1951">
                  <a:moveTo>
                    <a:pt x="1951" y="4"/>
                  </a:moveTo>
                  <a:lnTo>
                    <a:pt x="1951" y="4"/>
                  </a:lnTo>
                  <a:cubicBezTo>
                    <a:pt x="1787" y="8"/>
                    <a:pt x="1625" y="8"/>
                    <a:pt x="1463" y="8"/>
                  </a:cubicBezTo>
                  <a:cubicBezTo>
                    <a:pt x="1381" y="6"/>
                    <a:pt x="1299" y="6"/>
                    <a:pt x="1219" y="6"/>
                  </a:cubicBezTo>
                  <a:cubicBezTo>
                    <a:pt x="1137" y="6"/>
                    <a:pt x="1055" y="6"/>
                    <a:pt x="976" y="6"/>
                  </a:cubicBezTo>
                  <a:cubicBezTo>
                    <a:pt x="811" y="8"/>
                    <a:pt x="650" y="8"/>
                    <a:pt x="488" y="8"/>
                  </a:cubicBezTo>
                  <a:cubicBezTo>
                    <a:pt x="406" y="8"/>
                    <a:pt x="324" y="8"/>
                    <a:pt x="244" y="6"/>
                  </a:cubicBezTo>
                  <a:cubicBezTo>
                    <a:pt x="162" y="6"/>
                    <a:pt x="80" y="6"/>
                    <a:pt x="0" y="4"/>
                  </a:cubicBezTo>
                  <a:lnTo>
                    <a:pt x="0" y="4"/>
                  </a:lnTo>
                  <a:cubicBezTo>
                    <a:pt x="80" y="2"/>
                    <a:pt x="162" y="2"/>
                    <a:pt x="244" y="2"/>
                  </a:cubicBezTo>
                  <a:cubicBezTo>
                    <a:pt x="324" y="0"/>
                    <a:pt x="406" y="0"/>
                    <a:pt x="488" y="0"/>
                  </a:cubicBezTo>
                  <a:cubicBezTo>
                    <a:pt x="650" y="0"/>
                    <a:pt x="811" y="0"/>
                    <a:pt x="976" y="2"/>
                  </a:cubicBezTo>
                  <a:cubicBezTo>
                    <a:pt x="1055" y="2"/>
                    <a:pt x="1137" y="4"/>
                    <a:pt x="1219" y="2"/>
                  </a:cubicBezTo>
                  <a:cubicBezTo>
                    <a:pt x="1299" y="2"/>
                    <a:pt x="1381" y="2"/>
                    <a:pt x="1463" y="2"/>
                  </a:cubicBezTo>
                  <a:cubicBezTo>
                    <a:pt x="1625" y="0"/>
                    <a:pt x="1787" y="2"/>
                    <a:pt x="195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844" name="Google Shape;7844;p218"/>
          <p:cNvSpPr txBox="1"/>
          <p:nvPr/>
        </p:nvSpPr>
        <p:spPr>
          <a:xfrm>
            <a:off x="838200" y="1534160"/>
            <a:ext cx="419100" cy="4191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38BDF8"/>
                </a:solidFill>
                <a:latin typeface="Material Icons"/>
                <a:ea typeface="Material Icons"/>
                <a:cs typeface="Material Icons"/>
                <a:sym typeface="Material Icons"/>
              </a:rPr>
              <a:t>trending_up</a:t>
            </a:r>
            <a:endParaRPr sz="2000">
              <a:solidFill>
                <a:srgbClr val="38BDF8"/>
              </a:solidFill>
              <a:latin typeface="Material Icons"/>
              <a:ea typeface="Material Icons"/>
              <a:cs typeface="Material Icons"/>
              <a:sym typeface="Material Icons"/>
            </a:endParaRPr>
          </a:p>
        </p:txBody>
      </p:sp>
      <p:sp>
        <p:nvSpPr>
          <p:cNvPr id="7845" name="Google Shape;7845;p218"/>
          <p:cNvSpPr txBox="1"/>
          <p:nvPr/>
        </p:nvSpPr>
        <p:spPr>
          <a:xfrm>
            <a:off x="4991100" y="1534160"/>
            <a:ext cx="419100" cy="4191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87171"/>
                </a:solidFill>
                <a:latin typeface="Material Icons"/>
                <a:ea typeface="Material Icons"/>
                <a:cs typeface="Material Icons"/>
                <a:sym typeface="Material Icons"/>
              </a:rPr>
              <a:t>warning</a:t>
            </a:r>
            <a:endParaRPr sz="2000">
              <a:solidFill>
                <a:srgbClr val="F87171"/>
              </a:solidFill>
              <a:latin typeface="Material Icons"/>
              <a:ea typeface="Material Icons"/>
              <a:cs typeface="Material Icons"/>
              <a:sym typeface="Material Icons"/>
            </a:endParaRPr>
          </a:p>
        </p:txBody>
      </p:sp>
      <p:sp>
        <p:nvSpPr>
          <p:cNvPr id="7846" name="Google Shape;7846;p218"/>
          <p:cNvSpPr txBox="1"/>
          <p:nvPr/>
        </p:nvSpPr>
        <p:spPr>
          <a:xfrm>
            <a:off x="571500" y="523875"/>
            <a:ext cx="8001000" cy="3693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400">
                <a:solidFill>
                  <a:srgbClr val="332C27"/>
                </a:solidFill>
                <a:latin typeface="Plus Jakarta Sans ExtraBold"/>
                <a:ea typeface="Plus Jakarta Sans ExtraBold"/>
                <a:cs typeface="Plus Jakarta Sans ExtraBold"/>
                <a:sym typeface="Plus Jakarta Sans ExtraBold"/>
              </a:rPr>
              <a:t>THE ANSWER</a:t>
            </a:r>
            <a:endParaRPr b="0" sz="2400">
              <a:solidFill>
                <a:srgbClr val="332C27"/>
              </a:solidFill>
              <a:latin typeface="Plus Jakarta Sans ExtraBold"/>
              <a:ea typeface="Plus Jakarta Sans ExtraBold"/>
              <a:cs typeface="Plus Jakarta Sans ExtraBold"/>
              <a:sym typeface="Plus Jakarta Sans ExtraBold"/>
            </a:endParaRPr>
          </a:p>
        </p:txBody>
      </p:sp>
      <p:sp>
        <p:nvSpPr>
          <p:cNvPr id="7847" name="Google Shape;7847;p218"/>
          <p:cNvSpPr txBox="1"/>
          <p:nvPr/>
        </p:nvSpPr>
        <p:spPr>
          <a:xfrm>
            <a:off x="1371600" y="1504950"/>
            <a:ext cx="2762400" cy="1539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38BDF8"/>
                </a:solidFill>
                <a:latin typeface="Inter"/>
                <a:ea typeface="Inter"/>
                <a:cs typeface="Inter"/>
                <a:sym typeface="Inter"/>
              </a:rPr>
              <a:t>OPTIMAL PATHS</a:t>
            </a:r>
            <a:endParaRPr b="1" sz="1000">
              <a:solidFill>
                <a:srgbClr val="38BDF8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48" name="Google Shape;7848;p218"/>
          <p:cNvSpPr txBox="1"/>
          <p:nvPr/>
        </p:nvSpPr>
        <p:spPr>
          <a:xfrm>
            <a:off x="1371600" y="1676400"/>
            <a:ext cx="2762400" cy="2562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65">
                <a:solidFill>
                  <a:srgbClr val="F8FAFC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STEM Fields</a:t>
            </a:r>
            <a:endParaRPr b="1" sz="1665">
              <a:solidFill>
                <a:srgbClr val="F8FAFC"/>
              </a:solidFill>
              <a:latin typeface="Plus Jakarta Sans"/>
              <a:ea typeface="Plus Jakarta Sans"/>
              <a:cs typeface="Plus Jakarta Sans"/>
              <a:sym typeface="Plus Jakarta Sans"/>
            </a:endParaRPr>
          </a:p>
        </p:txBody>
      </p:sp>
      <p:sp>
        <p:nvSpPr>
          <p:cNvPr id="7849" name="Google Shape;7849;p218"/>
          <p:cNvSpPr txBox="1"/>
          <p:nvPr/>
        </p:nvSpPr>
        <p:spPr>
          <a:xfrm>
            <a:off x="838200" y="2114550"/>
            <a:ext cx="3314700" cy="8574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950">
                <a:solidFill>
                  <a:srgbClr val="38BDF8"/>
                </a:solidFill>
                <a:latin typeface="Inter"/>
                <a:ea typeface="Inter"/>
                <a:cs typeface="Inter"/>
                <a:sym typeface="Inter"/>
              </a:rPr>
              <a:t>PROFILE</a:t>
            </a:r>
            <a:endParaRPr b="1" sz="950">
              <a:solidFill>
                <a:srgbClr val="38BDF8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b="0"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High Entry Pay </a:t>
            </a:r>
            <a:endParaRPr b="0"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b="0"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Growing Field</a:t>
            </a:r>
            <a:endParaRPr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L</a:t>
            </a:r>
            <a:r>
              <a:rPr b="0"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ow Avg. </a:t>
            </a: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A</a:t>
            </a:r>
            <a:r>
              <a:rPr b="0"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utomation </a:t>
            </a: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R</a:t>
            </a:r>
            <a:r>
              <a:rPr b="0"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isk</a:t>
            </a:r>
            <a:endParaRPr b="0"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Low Debt-to-Earning Ratio</a:t>
            </a:r>
            <a:endParaRPr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50" name="Google Shape;7850;p218"/>
          <p:cNvSpPr txBox="1"/>
          <p:nvPr/>
        </p:nvSpPr>
        <p:spPr>
          <a:xfrm>
            <a:off x="838200" y="3223025"/>
            <a:ext cx="3314700" cy="5388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950">
                <a:solidFill>
                  <a:srgbClr val="94A3B8"/>
                </a:solidFill>
                <a:latin typeface="Inter"/>
                <a:ea typeface="Inter"/>
                <a:cs typeface="Inter"/>
                <a:sym typeface="Inter"/>
              </a:rPr>
              <a:t>DATA POINT</a:t>
            </a:r>
            <a:endParaRPr b="1" sz="950">
              <a:solidFill>
                <a:srgbClr val="94A3B8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150">
                <a:solidFill>
                  <a:srgbClr val="CBD5E1"/>
                </a:solidFill>
                <a:latin typeface="Inter"/>
                <a:ea typeface="Inter"/>
                <a:cs typeface="Inter"/>
                <a:sym typeface="Inter"/>
              </a:rPr>
              <a:t>Computer Science </a:t>
            </a:r>
            <a:r>
              <a:rPr b="0" lang="en" sz="1150">
                <a:solidFill>
                  <a:srgbClr val="CBD5E1"/>
                </a:solidFill>
                <a:latin typeface="Inter"/>
                <a:ea typeface="Inter"/>
                <a:cs typeface="Inter"/>
                <a:sym typeface="Inter"/>
              </a:rPr>
              <a:t>offers $77k–$83k entry pay with 22% 4-year debt ratios.</a:t>
            </a:r>
            <a:endParaRPr b="1" sz="950">
              <a:solidFill>
                <a:srgbClr val="94A3B8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51" name="Google Shape;7851;p218"/>
          <p:cNvSpPr txBox="1"/>
          <p:nvPr/>
        </p:nvSpPr>
        <p:spPr>
          <a:xfrm>
            <a:off x="5524500" y="1504950"/>
            <a:ext cx="2762400" cy="1539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F87171"/>
                </a:solidFill>
                <a:latin typeface="Inter"/>
                <a:ea typeface="Inter"/>
                <a:cs typeface="Inter"/>
                <a:sym typeface="Inter"/>
              </a:rPr>
              <a:t>HIGH-RISK PATHS</a:t>
            </a:r>
            <a:endParaRPr b="1" sz="1000">
              <a:solidFill>
                <a:srgbClr val="F8717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52" name="Google Shape;7852;p218"/>
          <p:cNvSpPr txBox="1"/>
          <p:nvPr/>
        </p:nvSpPr>
        <p:spPr>
          <a:xfrm>
            <a:off x="5524500" y="1676400"/>
            <a:ext cx="2762400" cy="2562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65">
                <a:solidFill>
                  <a:srgbClr val="F8FAFC"/>
                </a:solidFill>
                <a:latin typeface="Plus Jakarta Sans"/>
                <a:ea typeface="Plus Jakarta Sans"/>
                <a:cs typeface="Plus Jakarta Sans"/>
                <a:sym typeface="Plus Jakarta Sans"/>
              </a:rPr>
              <a:t>Performing Arts/Comms</a:t>
            </a:r>
            <a:endParaRPr b="1" sz="1665">
              <a:solidFill>
                <a:srgbClr val="F8FAFC"/>
              </a:solidFill>
              <a:latin typeface="Plus Jakarta Sans"/>
              <a:ea typeface="Plus Jakarta Sans"/>
              <a:cs typeface="Plus Jakarta Sans"/>
              <a:sym typeface="Plus Jakarta Sans"/>
            </a:endParaRPr>
          </a:p>
        </p:txBody>
      </p:sp>
      <p:sp>
        <p:nvSpPr>
          <p:cNvPr id="7853" name="Google Shape;7853;p218"/>
          <p:cNvSpPr txBox="1"/>
          <p:nvPr/>
        </p:nvSpPr>
        <p:spPr>
          <a:xfrm>
            <a:off x="4991100" y="2114550"/>
            <a:ext cx="3314700" cy="9957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950">
                <a:solidFill>
                  <a:srgbClr val="F87171"/>
                </a:solidFill>
                <a:latin typeface="Inter"/>
                <a:ea typeface="Inter"/>
                <a:cs typeface="Inter"/>
                <a:sym typeface="Inter"/>
              </a:rPr>
              <a:t>PROFILE</a:t>
            </a:r>
            <a:endParaRPr b="1" sz="950">
              <a:solidFill>
                <a:srgbClr val="F8717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Low Entry and Future Pay</a:t>
            </a:r>
            <a:endParaRPr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Stagnant Field (No growth)</a:t>
            </a:r>
            <a:endParaRPr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No Automation Profile</a:t>
            </a:r>
            <a:endParaRPr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301625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2E8F0"/>
              </a:buClr>
              <a:buSzPts val="1150"/>
              <a:buFont typeface="Inter"/>
              <a:buChar char="●"/>
            </a:pPr>
            <a:r>
              <a:rPr lang="en" sz="1150" u="sng">
                <a:solidFill>
                  <a:srgbClr val="E2E8F0"/>
                </a:solidFill>
                <a:latin typeface="Inter"/>
                <a:ea typeface="Inter"/>
                <a:cs typeface="Inter"/>
                <a:sym typeface="Inter"/>
              </a:rPr>
              <a:t>High Early Debt-to-Earnings Ratio</a:t>
            </a:r>
            <a:endParaRPr sz="1150" u="sng">
              <a:solidFill>
                <a:srgbClr val="E2E8F0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54" name="Google Shape;7854;p218"/>
          <p:cNvSpPr txBox="1"/>
          <p:nvPr/>
        </p:nvSpPr>
        <p:spPr>
          <a:xfrm>
            <a:off x="4991100" y="3223025"/>
            <a:ext cx="3314700" cy="1047900"/>
          </a:xfrm>
          <a:prstGeom prst="rect">
            <a:avLst/>
          </a:prstGeom>
          <a:solidFill>
            <a:srgbClr val="000000">
              <a:alpha val="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950">
                <a:solidFill>
                  <a:srgbClr val="94A3B8"/>
                </a:solidFill>
                <a:latin typeface="Inter"/>
                <a:ea typeface="Inter"/>
                <a:cs typeface="Inter"/>
                <a:sym typeface="Inter"/>
              </a:rPr>
              <a:t>DATA POINT</a:t>
            </a:r>
            <a:endParaRPr b="1" sz="950">
              <a:solidFill>
                <a:srgbClr val="94A3B8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150">
                <a:solidFill>
                  <a:srgbClr val="CBD5E1"/>
                </a:solidFill>
                <a:latin typeface="Inter"/>
                <a:ea typeface="Inter"/>
                <a:cs typeface="Inter"/>
                <a:sym typeface="Inter"/>
              </a:rPr>
              <a:t>Dance &amp; Theatre</a:t>
            </a:r>
            <a:r>
              <a:rPr b="0" lang="en" sz="1150">
                <a:solidFill>
                  <a:srgbClr val="CBD5E1"/>
                </a:solidFill>
                <a:latin typeface="Inter"/>
                <a:ea typeface="Inter"/>
                <a:cs typeface="Inter"/>
                <a:sym typeface="Inter"/>
              </a:rPr>
              <a:t> starting pay ($22k–$26k) leaves 1-year debt exceeding 117%.</a:t>
            </a:r>
            <a:endParaRPr b="1" sz="950">
              <a:solidFill>
                <a:srgbClr val="94A3B8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2D9CA"/>
        </a:solidFill>
      </p:bgPr>
    </p:bg>
    <p:spTree>
      <p:nvGrpSpPr>
        <p:cNvPr id="7858" name="Shape 7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59" name="Google Shape;7859;p219"/>
          <p:cNvPicPr preferRelativeResize="0"/>
          <p:nvPr/>
        </p:nvPicPr>
        <p:blipFill/>
        <p:spPr>
          <a:xfrm>
            <a:off x="201300" y="201300"/>
            <a:ext cx="8741400" cy="4740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60" name="Google Shape;7860;p219"/>
          <p:cNvGrpSpPr/>
          <p:nvPr/>
        </p:nvGrpSpPr>
        <p:grpSpPr>
          <a:xfrm>
            <a:off x="361950" y="352425"/>
            <a:ext cx="8429775" cy="4438800"/>
            <a:chOff x="361950" y="352425"/>
            <a:chExt cx="8429775" cy="4438800"/>
          </a:xfrm>
        </p:grpSpPr>
        <p:pic>
          <p:nvPicPr>
            <p:cNvPr id="7861" name="Google Shape;7861;p219"/>
            <p:cNvPicPr preferRelativeResize="0"/>
            <p:nvPr/>
          </p:nvPicPr>
          <p:blipFill/>
          <p:spPr>
            <a:xfrm>
              <a:off x="419100" y="4772025"/>
              <a:ext cx="8277300" cy="192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62" name="Google Shape;7862;p219"/>
            <p:cNvPicPr preferRelativeResize="0"/>
            <p:nvPr/>
          </p:nvPicPr>
          <p:blipFill/>
          <p:spPr>
            <a:xfrm>
              <a:off x="361950" y="352425"/>
              <a:ext cx="19200" cy="44100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63" name="Google Shape;7863;p219"/>
            <p:cNvPicPr preferRelativeResize="0"/>
            <p:nvPr/>
          </p:nvPicPr>
          <p:blipFill/>
          <p:spPr>
            <a:xfrm>
              <a:off x="447675" y="352425"/>
              <a:ext cx="8248800" cy="192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64" name="Google Shape;7864;p219"/>
            <p:cNvPicPr preferRelativeResize="0"/>
            <p:nvPr/>
          </p:nvPicPr>
          <p:blipFill/>
          <p:spPr>
            <a:xfrm>
              <a:off x="8772525" y="352425"/>
              <a:ext cx="19200" cy="44196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865" name="Google Shape;7865;p219"/>
          <p:cNvSpPr txBox="1"/>
          <p:nvPr/>
        </p:nvSpPr>
        <p:spPr>
          <a:xfrm>
            <a:off x="571500" y="457200"/>
            <a:ext cx="8001000" cy="38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400">
                <a:solidFill>
                  <a:srgbClr val="332C27"/>
                </a:solidFill>
                <a:latin typeface="Plus Jakarta Sans ExtraBold"/>
                <a:ea typeface="Plus Jakarta Sans ExtraBold"/>
                <a:cs typeface="Plus Jakarta Sans ExtraBold"/>
                <a:sym typeface="Plus Jakarta Sans ExtraBold"/>
              </a:rPr>
              <a:t>THE TRAP</a:t>
            </a:r>
            <a:endParaRPr b="0" sz="2400">
              <a:solidFill>
                <a:srgbClr val="332C27"/>
              </a:solidFill>
              <a:latin typeface="Plus Jakarta Sans ExtraBold"/>
              <a:ea typeface="Plus Jakarta Sans ExtraBold"/>
              <a:cs typeface="Plus Jakarta Sans ExtraBold"/>
              <a:sym typeface="Plus Jakarta Sans ExtraBold"/>
            </a:endParaRPr>
          </a:p>
        </p:txBody>
      </p:sp>
      <p:grpSp>
        <p:nvGrpSpPr>
          <p:cNvPr id="7866" name="Google Shape;7866;p219"/>
          <p:cNvGrpSpPr/>
          <p:nvPr/>
        </p:nvGrpSpPr>
        <p:grpSpPr>
          <a:xfrm>
            <a:off x="571500" y="1000125"/>
            <a:ext cx="8001000" cy="3524400"/>
            <a:chOff x="0" y="0"/>
            <a:chExt cx="8001000" cy="3524400"/>
          </a:xfrm>
        </p:grpSpPr>
        <p:sp>
          <p:nvSpPr>
            <p:cNvPr id="7867" name="Google Shape;7867;p219"/>
            <p:cNvSpPr/>
            <p:nvPr/>
          </p:nvSpPr>
          <p:spPr>
            <a:xfrm>
              <a:off x="0" y="0"/>
              <a:ext cx="8001000" cy="3524400"/>
            </a:xfrm>
            <a:prstGeom prst="roundRect">
              <a:avLst>
                <a:gd fmla="val 4324" name="adj"/>
              </a:avLst>
            </a:prstGeom>
            <a:solidFill>
              <a:srgbClr val="3D352E"/>
            </a:solidFill>
            <a:ln cap="flat" cmpd="sng" w="14300">
              <a:solidFill>
                <a:srgbClr val="5248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68" name="Google Shape;7868;p219"/>
            <p:cNvGrpSpPr/>
            <p:nvPr/>
          </p:nvGrpSpPr>
          <p:grpSpPr>
            <a:xfrm>
              <a:off x="304800" y="266700"/>
              <a:ext cx="7162800" cy="438300"/>
              <a:chOff x="0" y="0"/>
              <a:chExt cx="7162800" cy="438300"/>
            </a:xfrm>
          </p:grpSpPr>
          <p:sp>
            <p:nvSpPr>
              <p:cNvPr id="7869" name="Google Shape;7869;p219"/>
              <p:cNvSpPr/>
              <p:nvPr/>
            </p:nvSpPr>
            <p:spPr>
              <a:xfrm>
                <a:off x="0" y="0"/>
                <a:ext cx="381000" cy="381000"/>
              </a:xfrm>
              <a:prstGeom prst="roundRect">
                <a:avLst>
                  <a:gd fmla="val 25000" name="adj"/>
                </a:avLst>
              </a:prstGeom>
              <a:solidFill>
                <a:srgbClr val="451212"/>
              </a:solidFill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0" name="Google Shape;7870;p219"/>
              <p:cNvSpPr txBox="1"/>
              <p:nvPr/>
            </p:nvSpPr>
            <p:spPr>
              <a:xfrm>
                <a:off x="0" y="29210"/>
                <a:ext cx="381000" cy="381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2000">
                    <a:solidFill>
                      <a:srgbClr val="F87171"/>
                    </a:solidFill>
                    <a:latin typeface="Material Icons"/>
                    <a:ea typeface="Material Icons"/>
                    <a:cs typeface="Material Icons"/>
                    <a:sym typeface="Material Icons"/>
                  </a:rPr>
                  <a:t>warning</a:t>
                </a:r>
                <a:endParaRPr sz="2000">
                  <a:solidFill>
                    <a:srgbClr val="F87171"/>
                  </a:solidFill>
                  <a:latin typeface="Material Icons"/>
                  <a:ea typeface="Material Icons"/>
                  <a:cs typeface="Material Icons"/>
                  <a:sym typeface="Material Icons"/>
                </a:endParaRPr>
              </a:p>
            </p:txBody>
          </p:sp>
          <p:sp>
            <p:nvSpPr>
              <p:cNvPr id="7871" name="Google Shape;7871;p219"/>
              <p:cNvSpPr txBox="1"/>
              <p:nvPr/>
            </p:nvSpPr>
            <p:spPr>
              <a:xfrm>
                <a:off x="495300" y="19050"/>
                <a:ext cx="6667500" cy="15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900">
                    <a:solidFill>
                      <a:srgbClr val="F87171"/>
                    </a:solidFill>
                    <a:latin typeface="Inter"/>
                    <a:ea typeface="Inter"/>
                    <a:cs typeface="Inter"/>
                    <a:sym typeface="Inter"/>
                  </a:rPr>
                  <a:t>HIGH SALARY TRAP</a:t>
                </a:r>
                <a:endParaRPr b="1" sz="900">
                  <a:solidFill>
                    <a:srgbClr val="F8717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872" name="Google Shape;7872;p219"/>
              <p:cNvSpPr txBox="1"/>
              <p:nvPr/>
            </p:nvSpPr>
            <p:spPr>
              <a:xfrm>
                <a:off x="495300" y="190500"/>
                <a:ext cx="6667500" cy="247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530">
                    <a:solidFill>
                      <a:srgbClr val="F8FAFC"/>
                    </a:solidFill>
                    <a:latin typeface="Plus Jakarta Sans"/>
                    <a:ea typeface="Plus Jakarta Sans"/>
                    <a:cs typeface="Plus Jakarta Sans"/>
                    <a:sym typeface="Plus Jakarta Sans"/>
                  </a:rPr>
                  <a:t>Great Earnings Illusion (Pharmacy Example)</a:t>
                </a:r>
                <a:endParaRPr b="1" sz="1530">
                  <a:solidFill>
                    <a:srgbClr val="F8FAFC"/>
                  </a:solidFill>
                  <a:latin typeface="Plus Jakarta Sans"/>
                  <a:ea typeface="Plus Jakarta Sans"/>
                  <a:cs typeface="Plus Jakarta Sans"/>
                  <a:sym typeface="Plus Jakarta Sans"/>
                </a:endParaRPr>
              </a:p>
            </p:txBody>
          </p:sp>
        </p:grpSp>
        <p:cxnSp>
          <p:nvCxnSpPr>
            <p:cNvPr id="7873" name="Google Shape;7873;p219"/>
            <p:cNvCxnSpPr/>
            <p:nvPr/>
          </p:nvCxnSpPr>
          <p:spPr>
            <a:xfrm>
              <a:off x="304800" y="800100"/>
              <a:ext cx="7391400" cy="0"/>
            </a:xfrm>
            <a:prstGeom prst="straightConnector1">
              <a:avLst/>
            </a:prstGeom>
            <a:solidFill>
              <a:srgbClr val="FFFFFF"/>
            </a:solidFill>
            <a:ln cap="flat" cmpd="sng" w="9525">
              <a:solidFill>
                <a:srgbClr val="52483E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7874" name="Google Shape;7874;p219"/>
            <p:cNvGrpSpPr/>
            <p:nvPr/>
          </p:nvGrpSpPr>
          <p:grpSpPr>
            <a:xfrm>
              <a:off x="304800" y="1028700"/>
              <a:ext cx="2381400" cy="2190900"/>
              <a:chOff x="0" y="0"/>
              <a:chExt cx="2381400" cy="2190900"/>
            </a:xfrm>
          </p:grpSpPr>
          <p:sp>
            <p:nvSpPr>
              <p:cNvPr id="7875" name="Google Shape;7875;p219"/>
              <p:cNvSpPr/>
              <p:nvPr/>
            </p:nvSpPr>
            <p:spPr>
              <a:xfrm>
                <a:off x="0" y="0"/>
                <a:ext cx="2381400" cy="2190900"/>
              </a:xfrm>
              <a:prstGeom prst="roundRect">
                <a:avLst>
                  <a:gd fmla="val 5217" name="adj"/>
                </a:avLst>
              </a:prstGeom>
              <a:solidFill>
                <a:srgbClr val="2A221C"/>
              </a:solidFill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6" name="Google Shape;7876;p219"/>
              <p:cNvSpPr txBox="1"/>
              <p:nvPr/>
            </p:nvSpPr>
            <p:spPr>
              <a:xfrm>
                <a:off x="190500" y="190500"/>
                <a:ext cx="2000100" cy="171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850">
                    <a:solidFill>
                      <a:srgbClr val="94A3B8"/>
                    </a:solidFill>
                    <a:latin typeface="Inter"/>
                    <a:ea typeface="Inter"/>
                    <a:cs typeface="Inter"/>
                    <a:sym typeface="Inter"/>
                  </a:rPr>
                  <a:t>STARTING SALARY</a:t>
                </a:r>
                <a:endParaRPr b="1" sz="850">
                  <a:solidFill>
                    <a:srgbClr val="94A3B8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877" name="Google Shape;7877;p219"/>
              <p:cNvSpPr txBox="1"/>
              <p:nvPr/>
            </p:nvSpPr>
            <p:spPr>
              <a:xfrm>
                <a:off x="190500" y="400050"/>
                <a:ext cx="2000100" cy="476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0" lang="en" sz="2960">
                    <a:solidFill>
                      <a:srgbClr val="38BDF8"/>
                    </a:solidFill>
                    <a:latin typeface="Plus Jakarta Sans ExtraBold"/>
                    <a:ea typeface="Plus Jakarta Sans ExtraBold"/>
                    <a:cs typeface="Plus Jakarta Sans ExtraBold"/>
                    <a:sym typeface="Plus Jakarta Sans ExtraBold"/>
                  </a:rPr>
                  <a:t>$97.5k</a:t>
                </a:r>
                <a:endParaRPr b="0" sz="2960">
                  <a:solidFill>
                    <a:srgbClr val="38BDF8"/>
                  </a:solidFill>
                  <a:latin typeface="Plus Jakarta Sans ExtraBold"/>
                  <a:ea typeface="Plus Jakarta Sans ExtraBold"/>
                  <a:cs typeface="Plus Jakarta Sans ExtraBold"/>
                  <a:sym typeface="Plus Jakarta Sans ExtraBold"/>
                </a:endParaRPr>
              </a:p>
            </p:txBody>
          </p:sp>
          <p:sp>
            <p:nvSpPr>
              <p:cNvPr id="7878" name="Google Shape;7878;p219"/>
              <p:cNvSpPr txBox="1"/>
              <p:nvPr/>
            </p:nvSpPr>
            <p:spPr>
              <a:xfrm>
                <a:off x="190500" y="952500"/>
                <a:ext cx="2000100" cy="1047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100">
                    <a:solidFill>
                      <a:srgbClr val="E2E8F0"/>
                    </a:solidFill>
                    <a:latin typeface="Inter"/>
                    <a:ea typeface="Inter"/>
                    <a:cs typeface="Inter"/>
                    <a:sym typeface="Inter"/>
                  </a:rPr>
                  <a:t>F</a:t>
                </a:r>
                <a:r>
                  <a:rPr b="0" lang="en" sz="1100">
                    <a:solidFill>
                      <a:srgbClr val="E2E8F0"/>
                    </a:solidFill>
                    <a:latin typeface="Inter"/>
                    <a:ea typeface="Inter"/>
                    <a:cs typeface="Inter"/>
                    <a:sym typeface="Inter"/>
                  </a:rPr>
                  <a:t>alse sense of financial security.</a:t>
                </a:r>
                <a:endParaRPr b="0" sz="1100">
                  <a:solidFill>
                    <a:srgbClr val="E2E8F0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7879" name="Google Shape;7879;p219"/>
            <p:cNvGrpSpPr/>
            <p:nvPr/>
          </p:nvGrpSpPr>
          <p:grpSpPr>
            <a:xfrm>
              <a:off x="2809875" y="1028700"/>
              <a:ext cx="2398750" cy="2190900"/>
              <a:chOff x="0" y="0"/>
              <a:chExt cx="2398750" cy="2190900"/>
            </a:xfrm>
          </p:grpSpPr>
          <p:sp>
            <p:nvSpPr>
              <p:cNvPr id="7880" name="Google Shape;7880;p219"/>
              <p:cNvSpPr/>
              <p:nvPr/>
            </p:nvSpPr>
            <p:spPr>
              <a:xfrm>
                <a:off x="0" y="0"/>
                <a:ext cx="2381400" cy="2190900"/>
              </a:xfrm>
              <a:prstGeom prst="roundRect">
                <a:avLst>
                  <a:gd fmla="val 5217" name="adj"/>
                </a:avLst>
              </a:prstGeom>
              <a:solidFill>
                <a:srgbClr val="2A221C"/>
              </a:solidFill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1" name="Google Shape;7881;p219"/>
              <p:cNvSpPr txBox="1"/>
              <p:nvPr/>
            </p:nvSpPr>
            <p:spPr>
              <a:xfrm>
                <a:off x="190500" y="190500"/>
                <a:ext cx="2000100" cy="171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850">
                    <a:solidFill>
                      <a:srgbClr val="94A3B8"/>
                    </a:solidFill>
                    <a:latin typeface="Inter"/>
                    <a:ea typeface="Inter"/>
                    <a:cs typeface="Inter"/>
                    <a:sym typeface="Inter"/>
                  </a:rPr>
                  <a:t>LATE</a:t>
                </a:r>
                <a:r>
                  <a:rPr b="1" lang="en" sz="850">
                    <a:solidFill>
                      <a:srgbClr val="94A3B8"/>
                    </a:solidFill>
                    <a:latin typeface="Inter"/>
                    <a:ea typeface="Inter"/>
                    <a:cs typeface="Inter"/>
                    <a:sym typeface="Inter"/>
                  </a:rPr>
                  <a:t> DEBT BURDEN</a:t>
                </a:r>
                <a:endParaRPr b="1" sz="850">
                  <a:solidFill>
                    <a:srgbClr val="94A3B8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882" name="Google Shape;7882;p219"/>
              <p:cNvSpPr txBox="1"/>
              <p:nvPr/>
            </p:nvSpPr>
            <p:spPr>
              <a:xfrm>
                <a:off x="66250" y="400050"/>
                <a:ext cx="2332500" cy="476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0" lang="en" sz="2960">
                    <a:solidFill>
                      <a:srgbClr val="F87171"/>
                    </a:solidFill>
                    <a:latin typeface="Plus Jakarta Sans ExtraBold"/>
                    <a:ea typeface="Plus Jakarta Sans ExtraBold"/>
                    <a:cs typeface="Plus Jakarta Sans ExtraBold"/>
                    <a:sym typeface="Plus Jakarta Sans ExtraBold"/>
                  </a:rPr>
                  <a:t>141% </a:t>
                </a:r>
                <a:r>
                  <a:rPr lang="en" sz="2960">
                    <a:solidFill>
                      <a:srgbClr val="F87171"/>
                    </a:solidFill>
                    <a:latin typeface="Plus Jakarta Sans ExtraBold"/>
                    <a:ea typeface="Plus Jakarta Sans ExtraBold"/>
                    <a:cs typeface="Plus Jakarta Sans ExtraBold"/>
                    <a:sym typeface="Plus Jakarta Sans ExtraBold"/>
                  </a:rPr>
                  <a:t>| 93%</a:t>
                </a:r>
                <a:endParaRPr b="0" sz="2960">
                  <a:solidFill>
                    <a:srgbClr val="F87171"/>
                  </a:solidFill>
                  <a:latin typeface="Plus Jakarta Sans ExtraBold"/>
                  <a:ea typeface="Plus Jakarta Sans ExtraBold"/>
                  <a:cs typeface="Plus Jakarta Sans ExtraBold"/>
                  <a:sym typeface="Plus Jakarta Sans ExtraBold"/>
                </a:endParaRPr>
              </a:p>
            </p:txBody>
          </p:sp>
          <p:sp>
            <p:nvSpPr>
              <p:cNvPr id="7883" name="Google Shape;7883;p219"/>
              <p:cNvSpPr txBox="1"/>
              <p:nvPr/>
            </p:nvSpPr>
            <p:spPr>
              <a:xfrm>
                <a:off x="190500" y="952500"/>
                <a:ext cx="2000100" cy="1047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100">
                    <a:solidFill>
                      <a:srgbClr val="E2E8F0"/>
                    </a:solidFill>
                    <a:latin typeface="Inter"/>
                    <a:ea typeface="Inter"/>
                    <a:cs typeface="Inter"/>
                    <a:sym typeface="Inter"/>
                  </a:rPr>
                  <a:t>O</a:t>
                </a:r>
                <a:r>
                  <a:rPr b="0" lang="en" sz="1100">
                    <a:solidFill>
                      <a:srgbClr val="E2E8F0"/>
                    </a:solidFill>
                    <a:latin typeface="Inter"/>
                    <a:ea typeface="Inter"/>
                    <a:cs typeface="Inter"/>
                    <a:sym typeface="Inter"/>
                  </a:rPr>
                  <a:t>ffsets high starting compensation.</a:t>
                </a:r>
                <a:endParaRPr b="0" sz="1100">
                  <a:solidFill>
                    <a:srgbClr val="E2E8F0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7884" name="Google Shape;7884;p219"/>
            <p:cNvGrpSpPr/>
            <p:nvPr/>
          </p:nvGrpSpPr>
          <p:grpSpPr>
            <a:xfrm>
              <a:off x="5314950" y="1028700"/>
              <a:ext cx="2381450" cy="2190900"/>
              <a:chOff x="0" y="0"/>
              <a:chExt cx="2381450" cy="2190900"/>
            </a:xfrm>
          </p:grpSpPr>
          <p:sp>
            <p:nvSpPr>
              <p:cNvPr id="7885" name="Google Shape;7885;p219"/>
              <p:cNvSpPr/>
              <p:nvPr/>
            </p:nvSpPr>
            <p:spPr>
              <a:xfrm>
                <a:off x="0" y="0"/>
                <a:ext cx="2381400" cy="2190900"/>
              </a:xfrm>
              <a:prstGeom prst="roundRect">
                <a:avLst>
                  <a:gd fmla="val 5217" name="adj"/>
                </a:avLst>
              </a:prstGeom>
              <a:solidFill>
                <a:srgbClr val="2A221C"/>
              </a:solidFill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6" name="Google Shape;7886;p219"/>
              <p:cNvSpPr txBox="1"/>
              <p:nvPr/>
            </p:nvSpPr>
            <p:spPr>
              <a:xfrm>
                <a:off x="190500" y="190500"/>
                <a:ext cx="2000100" cy="171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850">
                    <a:solidFill>
                      <a:srgbClr val="94A3B8"/>
                    </a:solidFill>
                    <a:latin typeface="Inter"/>
                    <a:ea typeface="Inter"/>
                    <a:cs typeface="Inter"/>
                    <a:sym typeface="Inter"/>
                  </a:rPr>
                  <a:t>INDUSTRY GROWTH</a:t>
                </a:r>
                <a:endParaRPr b="1" sz="850">
                  <a:solidFill>
                    <a:srgbClr val="94A3B8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887" name="Google Shape;7887;p219"/>
              <p:cNvSpPr txBox="1"/>
              <p:nvPr/>
            </p:nvSpPr>
            <p:spPr>
              <a:xfrm>
                <a:off x="190500" y="400050"/>
                <a:ext cx="2000100" cy="476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0" lang="en" sz="2960">
                    <a:solidFill>
                      <a:srgbClr val="FBBF24"/>
                    </a:solidFill>
                    <a:latin typeface="Plus Jakarta Sans ExtraBold"/>
                    <a:ea typeface="Plus Jakarta Sans ExtraBold"/>
                    <a:cs typeface="Plus Jakarta Sans ExtraBold"/>
                    <a:sym typeface="Plus Jakarta Sans ExtraBold"/>
                  </a:rPr>
                  <a:t>&lt; 5%</a:t>
                </a:r>
                <a:endParaRPr b="0" sz="2960">
                  <a:solidFill>
                    <a:srgbClr val="FBBF24"/>
                  </a:solidFill>
                  <a:latin typeface="Plus Jakarta Sans ExtraBold"/>
                  <a:ea typeface="Plus Jakarta Sans ExtraBold"/>
                  <a:cs typeface="Plus Jakarta Sans ExtraBold"/>
                  <a:sym typeface="Plus Jakarta Sans ExtraBold"/>
                </a:endParaRPr>
              </a:p>
            </p:txBody>
          </p:sp>
          <p:sp>
            <p:nvSpPr>
              <p:cNvPr id="7888" name="Google Shape;7888;p219"/>
              <p:cNvSpPr txBox="1"/>
              <p:nvPr/>
            </p:nvSpPr>
            <p:spPr>
              <a:xfrm>
                <a:off x="141650" y="952500"/>
                <a:ext cx="2239800" cy="1047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100">
                    <a:solidFill>
                      <a:srgbClr val="E2E8F0"/>
                    </a:solidFill>
                    <a:latin typeface="Inter"/>
                    <a:ea typeface="Inter"/>
                    <a:cs typeface="Inter"/>
                    <a:sym typeface="Inter"/>
                  </a:rPr>
                  <a:t>Li</a:t>
                </a:r>
                <a:r>
                  <a:rPr b="0" lang="en" sz="1100">
                    <a:solidFill>
                      <a:srgbClr val="E2E8F0"/>
                    </a:solidFill>
                    <a:latin typeface="Inter"/>
                    <a:ea typeface="Inter"/>
                    <a:cs typeface="Inter"/>
                    <a:sym typeface="Inter"/>
                  </a:rPr>
                  <a:t>mits long-term advancement and salary trajectory.</a:t>
                </a:r>
                <a:endParaRPr b="0" sz="1100">
                  <a:solidFill>
                    <a:srgbClr val="E2E8F0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92" name="Shape 7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93" name="Google Shape;7893;p220"/>
          <p:cNvPicPr preferRelativeResize="0"/>
          <p:nvPr/>
        </p:nvPicPr>
        <p:blipFill rotWithShape="1">
          <a:blip r:embed="rId3">
            <a:alphaModFix/>
          </a:blip>
          <a:srcRect b="7114" l="0" r="0" t="1794"/>
          <a:stretch/>
        </p:blipFill>
        <p:spPr>
          <a:xfrm>
            <a:off x="201300" y="201300"/>
            <a:ext cx="8741400" cy="4740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94" name="Google Shape;7894;p220"/>
          <p:cNvGrpSpPr/>
          <p:nvPr/>
        </p:nvGrpSpPr>
        <p:grpSpPr>
          <a:xfrm>
            <a:off x="361950" y="352425"/>
            <a:ext cx="8429775" cy="4438800"/>
            <a:chOff x="361950" y="352425"/>
            <a:chExt cx="8429775" cy="4438800"/>
          </a:xfrm>
        </p:grpSpPr>
        <p:pic>
          <p:nvPicPr>
            <p:cNvPr id="7895" name="Google Shape;7895;p22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419100" y="4772025"/>
              <a:ext cx="8277300" cy="192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96" name="Google Shape;7896;p22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361950" y="352425"/>
              <a:ext cx="19200" cy="44100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97" name="Google Shape;7897;p22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447675" y="352425"/>
              <a:ext cx="8248800" cy="192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98" name="Google Shape;7898;p22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8772525" y="352425"/>
              <a:ext cx="19200" cy="44196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899" name="Google Shape;7899;p220"/>
          <p:cNvSpPr txBox="1"/>
          <p:nvPr/>
        </p:nvSpPr>
        <p:spPr>
          <a:xfrm>
            <a:off x="571500" y="476250"/>
            <a:ext cx="8001000" cy="6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rgbClr val="332C27"/>
                </a:solidFill>
                <a:latin typeface="Plus Jakarta Sans ExtraBold"/>
                <a:ea typeface="Plus Jakarta Sans ExtraBold"/>
                <a:cs typeface="Plus Jakarta Sans ExtraBold"/>
                <a:sym typeface="Plus Jakarta Sans ExtraBold"/>
              </a:rPr>
              <a:t>"Data gives you the map, but your ambition determines the destination"</a:t>
            </a:r>
            <a:endParaRPr b="0" sz="2000">
              <a:solidFill>
                <a:srgbClr val="332C27"/>
              </a:solidFill>
              <a:latin typeface="Plus Jakarta Sans ExtraBold"/>
              <a:ea typeface="Plus Jakarta Sans ExtraBold"/>
              <a:cs typeface="Plus Jakarta Sans ExtraBold"/>
              <a:sym typeface="Plus Jakarta Sans ExtraBold"/>
            </a:endParaRPr>
          </a:p>
        </p:txBody>
      </p:sp>
      <p:grpSp>
        <p:nvGrpSpPr>
          <p:cNvPr id="7900" name="Google Shape;7900;p220"/>
          <p:cNvGrpSpPr/>
          <p:nvPr/>
        </p:nvGrpSpPr>
        <p:grpSpPr>
          <a:xfrm>
            <a:off x="571500" y="1333500"/>
            <a:ext cx="3848100" cy="3048000"/>
            <a:chOff x="0" y="0"/>
            <a:chExt cx="3848100" cy="3048000"/>
          </a:xfrm>
        </p:grpSpPr>
        <p:sp>
          <p:nvSpPr>
            <p:cNvPr id="7901" name="Google Shape;7901;p220"/>
            <p:cNvSpPr/>
            <p:nvPr/>
          </p:nvSpPr>
          <p:spPr>
            <a:xfrm>
              <a:off x="0" y="0"/>
              <a:ext cx="3848100" cy="3048000"/>
            </a:xfrm>
            <a:prstGeom prst="roundRect">
              <a:avLst>
                <a:gd fmla="val 5000" name="adj"/>
              </a:avLst>
            </a:prstGeom>
            <a:solidFill>
              <a:srgbClr val="3D352E"/>
            </a:solidFill>
            <a:ln cap="flat" cmpd="sng" w="14300">
              <a:solidFill>
                <a:srgbClr val="5248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220"/>
            <p:cNvSpPr/>
            <p:nvPr/>
          </p:nvSpPr>
          <p:spPr>
            <a:xfrm>
              <a:off x="304800" y="304800"/>
              <a:ext cx="457200" cy="457200"/>
            </a:xfrm>
            <a:prstGeom prst="roundRect">
              <a:avLst>
                <a:gd fmla="val 25000" name="adj"/>
              </a:avLst>
            </a:prstGeom>
            <a:solidFill>
              <a:srgbClr val="0C4A6E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220"/>
            <p:cNvSpPr txBox="1"/>
            <p:nvPr/>
          </p:nvSpPr>
          <p:spPr>
            <a:xfrm>
              <a:off x="304800" y="336931"/>
              <a:ext cx="457200" cy="457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solidFill>
                    <a:srgbClr val="38BDF8"/>
                  </a:solidFill>
                  <a:latin typeface="Material Icons"/>
                  <a:ea typeface="Material Icons"/>
                  <a:cs typeface="Material Icons"/>
                  <a:sym typeface="Material Icons"/>
                </a:rPr>
                <a:t>balance</a:t>
              </a:r>
              <a:endParaRPr sz="2200">
                <a:latin typeface="Material Icons"/>
                <a:ea typeface="Material Icons"/>
                <a:cs typeface="Material Icons"/>
                <a:sym typeface="Material Icons"/>
              </a:endParaRPr>
            </a:p>
          </p:txBody>
        </p:sp>
        <p:sp>
          <p:nvSpPr>
            <p:cNvPr id="7904" name="Google Shape;7904;p220"/>
            <p:cNvSpPr txBox="1"/>
            <p:nvPr/>
          </p:nvSpPr>
          <p:spPr>
            <a:xfrm>
              <a:off x="304800" y="952500"/>
              <a:ext cx="3238500" cy="1714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300">
                  <a:solidFill>
                    <a:srgbClr val="38BDF8"/>
                  </a:solidFill>
                  <a:latin typeface="Inter"/>
                  <a:ea typeface="Inter"/>
                  <a:cs typeface="Inter"/>
                  <a:sym typeface="Inter"/>
                </a:rPr>
                <a:t>DECISION FRAMEWORK</a:t>
              </a:r>
              <a:endParaRPr b="1" sz="1300">
                <a:solidFill>
                  <a:srgbClr val="38BDF8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450"/>
                </a:spcBef>
                <a:spcAft>
                  <a:spcPts val="0"/>
                </a:spcAft>
                <a:buNone/>
              </a:pPr>
              <a:r>
                <a:rPr b="1" lang="en" sz="2200">
                  <a:solidFill>
                    <a:srgbClr val="F8FAFC"/>
                  </a:solidFill>
                  <a:latin typeface="Plus Jakarta Sans"/>
                  <a:ea typeface="Plus Jakarta Sans"/>
                  <a:cs typeface="Plus Jakarta Sans"/>
                  <a:sym typeface="Plus Jakarta Sans"/>
                </a:rPr>
                <a:t>Balanced Evaluation</a:t>
              </a:r>
              <a:endParaRPr b="1" sz="2200">
                <a:solidFill>
                  <a:srgbClr val="F8FAFC"/>
                </a:solidFill>
                <a:latin typeface="Plus Jakarta Sans"/>
                <a:ea typeface="Plus Jakarta Sans"/>
                <a:cs typeface="Plus Jakarta Sans"/>
                <a:sym typeface="Plus Jakarta Sans"/>
              </a:endParaRPr>
            </a:p>
            <a:p>
              <a:pPr indent="0" lvl="0" marL="0" rtl="0" algn="l">
                <a:spcBef>
                  <a:spcPts val="900"/>
                </a:spcBef>
                <a:spcAft>
                  <a:spcPts val="0"/>
                </a:spcAft>
                <a:buNone/>
              </a:pPr>
              <a:r>
                <a:rPr b="0" lang="en" sz="1500">
                  <a:solidFill>
                    <a:srgbClr val="CBD5E1"/>
                  </a:solidFill>
                  <a:latin typeface="Inter"/>
                  <a:ea typeface="Inter"/>
                  <a:cs typeface="Inter"/>
                  <a:sym typeface="Inter"/>
                </a:rPr>
                <a:t>True value requires balancing upfront debt, career growth, and market trends.</a:t>
              </a:r>
              <a:endParaRPr b="0" sz="1500">
                <a:solidFill>
                  <a:srgbClr val="CBD5E1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7905" name="Google Shape;7905;p220"/>
          <p:cNvGrpSpPr/>
          <p:nvPr/>
        </p:nvGrpSpPr>
        <p:grpSpPr>
          <a:xfrm>
            <a:off x="4724400" y="1333500"/>
            <a:ext cx="3848100" cy="3048000"/>
            <a:chOff x="0" y="0"/>
            <a:chExt cx="3848100" cy="3048000"/>
          </a:xfrm>
        </p:grpSpPr>
        <p:sp>
          <p:nvSpPr>
            <p:cNvPr id="7906" name="Google Shape;7906;p220"/>
            <p:cNvSpPr/>
            <p:nvPr/>
          </p:nvSpPr>
          <p:spPr>
            <a:xfrm>
              <a:off x="0" y="0"/>
              <a:ext cx="3848100" cy="3048000"/>
            </a:xfrm>
            <a:prstGeom prst="roundRect">
              <a:avLst>
                <a:gd fmla="val 5000" name="adj"/>
              </a:avLst>
            </a:prstGeom>
            <a:solidFill>
              <a:srgbClr val="3D352E"/>
            </a:solidFill>
            <a:ln cap="flat" cmpd="sng" w="14300">
              <a:solidFill>
                <a:srgbClr val="5248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220"/>
            <p:cNvSpPr/>
            <p:nvPr/>
          </p:nvSpPr>
          <p:spPr>
            <a:xfrm>
              <a:off x="304800" y="304800"/>
              <a:ext cx="457200" cy="457200"/>
            </a:xfrm>
            <a:prstGeom prst="roundRect">
              <a:avLst>
                <a:gd fmla="val 25000" name="adj"/>
              </a:avLst>
            </a:prstGeom>
            <a:solidFill>
              <a:srgbClr val="451A03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220"/>
            <p:cNvSpPr txBox="1"/>
            <p:nvPr/>
          </p:nvSpPr>
          <p:spPr>
            <a:xfrm>
              <a:off x="304800" y="336931"/>
              <a:ext cx="457200" cy="457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solidFill>
                    <a:srgbClr val="FBBF24"/>
                  </a:solidFill>
                  <a:latin typeface="Material Icons"/>
                  <a:ea typeface="Material Icons"/>
                  <a:cs typeface="Material Icons"/>
                  <a:sym typeface="Material Icons"/>
                </a:rPr>
                <a:t>auto_awesome</a:t>
              </a:r>
              <a:endParaRPr sz="2200">
                <a:latin typeface="Material Icons"/>
                <a:ea typeface="Material Icons"/>
                <a:cs typeface="Material Icons"/>
                <a:sym typeface="Material Icons"/>
              </a:endParaRPr>
            </a:p>
          </p:txBody>
        </p:sp>
        <p:sp>
          <p:nvSpPr>
            <p:cNvPr id="7909" name="Google Shape;7909;p220"/>
            <p:cNvSpPr txBox="1"/>
            <p:nvPr/>
          </p:nvSpPr>
          <p:spPr>
            <a:xfrm>
              <a:off x="304800" y="952500"/>
              <a:ext cx="3238500" cy="1714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rgbClr val="FBBF24"/>
                  </a:solidFill>
                  <a:latin typeface="Inter"/>
                  <a:ea typeface="Inter"/>
                  <a:cs typeface="Inter"/>
                  <a:sym typeface="Inter"/>
                </a:rPr>
                <a:t>HUMAN FACTORS</a:t>
              </a:r>
              <a:endParaRPr b="1">
                <a:solidFill>
                  <a:srgbClr val="FBBF24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450"/>
                </a:spcBef>
                <a:spcAft>
                  <a:spcPts val="0"/>
                </a:spcAft>
                <a:buNone/>
              </a:pPr>
              <a:r>
                <a:rPr b="1" lang="en" sz="2300">
                  <a:solidFill>
                    <a:srgbClr val="F8FAFC"/>
                  </a:solidFill>
                  <a:latin typeface="Plus Jakarta Sans"/>
                  <a:ea typeface="Plus Jakarta Sans"/>
                  <a:cs typeface="Plus Jakarta Sans"/>
                  <a:sym typeface="Plus Jakarta Sans"/>
                </a:rPr>
                <a:t>Beyond the Data</a:t>
              </a:r>
              <a:endParaRPr b="1" sz="2300">
                <a:solidFill>
                  <a:srgbClr val="F8FAFC"/>
                </a:solidFill>
                <a:latin typeface="Plus Jakarta Sans"/>
                <a:ea typeface="Plus Jakarta Sans"/>
                <a:cs typeface="Plus Jakarta Sans"/>
                <a:sym typeface="Plus Jakarta Sans"/>
              </a:endParaRPr>
            </a:p>
            <a:p>
              <a:pPr indent="0" lvl="0" marL="0" rtl="0" algn="l">
                <a:spcBef>
                  <a:spcPts val="900"/>
                </a:spcBef>
                <a:spcAft>
                  <a:spcPts val="0"/>
                </a:spcAft>
                <a:buNone/>
              </a:pPr>
              <a:r>
                <a:rPr b="0" lang="en" sz="1600">
                  <a:solidFill>
                    <a:srgbClr val="CBD5E1"/>
                  </a:solidFill>
                  <a:latin typeface="Inter"/>
                  <a:ea typeface="Inter"/>
                  <a:cs typeface="Inter"/>
                  <a:sym typeface="Inter"/>
                </a:rPr>
                <a:t>Luck, connections, and hard work should never be forgotten.</a:t>
              </a:r>
              <a:endParaRPr b="0" sz="1600">
                <a:solidFill>
                  <a:srgbClr val="CBD5E1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13" name="Shape 7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4" name="Google Shape;7914;p221"/>
          <p:cNvSpPr txBox="1"/>
          <p:nvPr>
            <p:ph type="title"/>
          </p:nvPr>
        </p:nvSpPr>
        <p:spPr>
          <a:xfrm>
            <a:off x="2218050" y="2424436"/>
            <a:ext cx="4707900" cy="78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 for Watching</a:t>
            </a:r>
            <a:endParaRPr/>
          </a:p>
        </p:txBody>
      </p:sp>
      <p:sp>
        <p:nvSpPr>
          <p:cNvPr id="7915" name="Google Shape;7915;p221"/>
          <p:cNvSpPr txBox="1"/>
          <p:nvPr>
            <p:ph idx="1" type="subTitle"/>
          </p:nvPr>
        </p:nvSpPr>
        <p:spPr>
          <a:xfrm>
            <a:off x="2218050" y="3369614"/>
            <a:ext cx="4707900" cy="4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Please feel free to ask any questions</a:t>
            </a:r>
            <a:endParaRPr/>
          </a:p>
        </p:txBody>
      </p:sp>
      <p:grpSp>
        <p:nvGrpSpPr>
          <p:cNvPr id="7916" name="Google Shape;7916;p221"/>
          <p:cNvGrpSpPr/>
          <p:nvPr/>
        </p:nvGrpSpPr>
        <p:grpSpPr>
          <a:xfrm>
            <a:off x="7075774" y="630953"/>
            <a:ext cx="2456304" cy="1165637"/>
            <a:chOff x="6907899" y="758528"/>
            <a:chExt cx="2456304" cy="1165637"/>
          </a:xfrm>
        </p:grpSpPr>
        <p:sp>
          <p:nvSpPr>
            <p:cNvPr id="7917" name="Google Shape;7917;p221"/>
            <p:cNvSpPr/>
            <p:nvPr/>
          </p:nvSpPr>
          <p:spPr>
            <a:xfrm flipH="1">
              <a:off x="7217561" y="1688682"/>
              <a:ext cx="233128" cy="235482"/>
            </a:xfrm>
            <a:custGeom>
              <a:rect b="b" l="l" r="r" t="t"/>
              <a:pathLst>
                <a:path extrusionOk="0" h="200" w="198">
                  <a:moveTo>
                    <a:pt x="194" y="195"/>
                  </a:moveTo>
                  <a:lnTo>
                    <a:pt x="194" y="195"/>
                  </a:lnTo>
                  <a:cubicBezTo>
                    <a:pt x="162" y="197"/>
                    <a:pt x="131" y="197"/>
                    <a:pt x="99" y="197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36" y="200"/>
                    <a:pt x="19" y="200"/>
                    <a:pt x="4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164"/>
                    <a:pt x="2" y="132"/>
                    <a:pt x="2" y="101"/>
                  </a:cubicBezTo>
                  <a:cubicBezTo>
                    <a:pt x="2" y="84"/>
                    <a:pt x="2" y="67"/>
                    <a:pt x="2" y="52"/>
                  </a:cubicBezTo>
                  <a:cubicBezTo>
                    <a:pt x="2" y="35"/>
                    <a:pt x="2" y="21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6" y="2"/>
                    <a:pt x="67" y="0"/>
                    <a:pt x="99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2" y="0"/>
                    <a:pt x="177" y="0"/>
                    <a:pt x="19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8"/>
                    <a:pt x="196" y="69"/>
                    <a:pt x="196" y="101"/>
                  </a:cubicBezTo>
                  <a:lnTo>
                    <a:pt x="194" y="195"/>
                  </a:lnTo>
                  <a:moveTo>
                    <a:pt x="192" y="195"/>
                  </a:moveTo>
                  <a:lnTo>
                    <a:pt x="192" y="195"/>
                  </a:lnTo>
                  <a:cubicBezTo>
                    <a:pt x="189" y="99"/>
                    <a:pt x="189" y="99"/>
                    <a:pt x="189" y="99"/>
                  </a:cubicBezTo>
                  <a:cubicBezTo>
                    <a:pt x="189" y="67"/>
                    <a:pt x="187" y="35"/>
                    <a:pt x="187" y="4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77" y="8"/>
                    <a:pt x="162" y="8"/>
                    <a:pt x="14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67" y="8"/>
                    <a:pt x="36" y="8"/>
                    <a:pt x="4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1"/>
                    <a:pt x="4" y="35"/>
                    <a:pt x="4" y="52"/>
                  </a:cubicBezTo>
                  <a:cubicBezTo>
                    <a:pt x="4" y="67"/>
                    <a:pt x="4" y="84"/>
                    <a:pt x="4" y="101"/>
                  </a:cubicBezTo>
                  <a:cubicBezTo>
                    <a:pt x="4" y="132"/>
                    <a:pt x="7" y="164"/>
                    <a:pt x="7" y="195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9" y="191"/>
                    <a:pt x="34" y="191"/>
                    <a:pt x="51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128" y="193"/>
                    <a:pt x="160" y="193"/>
                    <a:pt x="192" y="19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7000" lIns="90000" spcFirstLastPara="1" rIns="90000" wrap="square" tIns="27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221"/>
            <p:cNvSpPr/>
            <p:nvPr/>
          </p:nvSpPr>
          <p:spPr>
            <a:xfrm flipH="1">
              <a:off x="7383576" y="1693392"/>
              <a:ext cx="10597" cy="168370"/>
            </a:xfrm>
            <a:custGeom>
              <a:rect b="b" l="l" r="r" t="t"/>
              <a:pathLst>
                <a:path extrusionOk="0" h="143" w="9">
                  <a:moveTo>
                    <a:pt x="5" y="0"/>
                  </a:moveTo>
                  <a:lnTo>
                    <a:pt x="5" y="0"/>
                  </a:lnTo>
                  <a:cubicBezTo>
                    <a:pt x="7" y="25"/>
                    <a:pt x="9" y="48"/>
                    <a:pt x="9" y="71"/>
                  </a:cubicBezTo>
                  <a:cubicBezTo>
                    <a:pt x="9" y="97"/>
                    <a:pt x="7" y="120"/>
                    <a:pt x="5" y="143"/>
                  </a:cubicBezTo>
                  <a:cubicBezTo>
                    <a:pt x="0" y="120"/>
                    <a:pt x="0" y="97"/>
                    <a:pt x="0" y="71"/>
                  </a:cubicBezTo>
                  <a:cubicBezTo>
                    <a:pt x="0" y="48"/>
                    <a:pt x="0" y="2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6475" lIns="90000" spcFirstLastPara="1" rIns="90000" wrap="square" tIns="64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221"/>
            <p:cNvSpPr/>
            <p:nvPr/>
          </p:nvSpPr>
          <p:spPr>
            <a:xfrm flipH="1">
              <a:off x="7365915" y="1693392"/>
              <a:ext cx="5887" cy="114209"/>
            </a:xfrm>
            <a:custGeom>
              <a:rect b="b" l="l" r="r" t="t"/>
              <a:pathLst>
                <a:path extrusionOk="0" h="97" w="5">
                  <a:moveTo>
                    <a:pt x="2" y="0"/>
                  </a:moveTo>
                  <a:lnTo>
                    <a:pt x="2" y="0"/>
                  </a:lnTo>
                  <a:cubicBezTo>
                    <a:pt x="5" y="17"/>
                    <a:pt x="5" y="31"/>
                    <a:pt x="5" y="48"/>
                  </a:cubicBezTo>
                  <a:cubicBezTo>
                    <a:pt x="5" y="63"/>
                    <a:pt x="5" y="80"/>
                    <a:pt x="2" y="97"/>
                  </a:cubicBezTo>
                  <a:cubicBezTo>
                    <a:pt x="0" y="80"/>
                    <a:pt x="0" y="63"/>
                    <a:pt x="0" y="48"/>
                  </a:cubicBezTo>
                  <a:cubicBezTo>
                    <a:pt x="0" y="31"/>
                    <a:pt x="0" y="17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221"/>
            <p:cNvSpPr/>
            <p:nvPr/>
          </p:nvSpPr>
          <p:spPr>
            <a:xfrm flipH="1">
              <a:off x="7257593" y="1693392"/>
              <a:ext cx="9419" cy="148354"/>
            </a:xfrm>
            <a:custGeom>
              <a:rect b="b" l="l" r="r" t="t"/>
              <a:pathLst>
                <a:path extrusionOk="0" h="126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3"/>
                  </a:cubicBezTo>
                  <a:cubicBezTo>
                    <a:pt x="8" y="84"/>
                    <a:pt x="6" y="105"/>
                    <a:pt x="4" y="126"/>
                  </a:cubicBezTo>
                  <a:cubicBezTo>
                    <a:pt x="0" y="105"/>
                    <a:pt x="0" y="84"/>
                    <a:pt x="0" y="63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50" lIns="90000" spcFirstLastPara="1" rIns="90000" wrap="square" tIns="3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221"/>
            <p:cNvSpPr/>
            <p:nvPr/>
          </p:nvSpPr>
          <p:spPr>
            <a:xfrm flipH="1">
              <a:off x="7304689" y="1733424"/>
              <a:ext cx="9419" cy="150708"/>
            </a:xfrm>
            <a:custGeom>
              <a:rect b="b" l="l" r="r" t="t"/>
              <a:pathLst>
                <a:path extrusionOk="0" h="128" w="8">
                  <a:moveTo>
                    <a:pt x="4" y="0"/>
                  </a:moveTo>
                  <a:lnTo>
                    <a:pt x="4" y="0"/>
                  </a:lnTo>
                  <a:cubicBezTo>
                    <a:pt x="6" y="21"/>
                    <a:pt x="8" y="42"/>
                    <a:pt x="8" y="65"/>
                  </a:cubicBezTo>
                  <a:cubicBezTo>
                    <a:pt x="8" y="86"/>
                    <a:pt x="6" y="107"/>
                    <a:pt x="4" y="128"/>
                  </a:cubicBezTo>
                  <a:cubicBezTo>
                    <a:pt x="0" y="107"/>
                    <a:pt x="0" y="86"/>
                    <a:pt x="0" y="65"/>
                  </a:cubicBezTo>
                  <a:cubicBezTo>
                    <a:pt x="0" y="42"/>
                    <a:pt x="0" y="21"/>
                    <a:pt x="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075" lIns="90000" spcFirstLastPara="1" rIns="90000" wrap="square" tIns="10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221"/>
            <p:cNvSpPr/>
            <p:nvPr/>
          </p:nvSpPr>
          <p:spPr>
            <a:xfrm flipH="1">
              <a:off x="6907899" y="1579175"/>
              <a:ext cx="2456304" cy="122450"/>
            </a:xfrm>
            <a:custGeom>
              <a:rect b="b" l="l" r="r" t="t"/>
              <a:pathLst>
                <a:path extrusionOk="0" h="104" w="5551">
                  <a:moveTo>
                    <a:pt x="5551" y="97"/>
                  </a:moveTo>
                  <a:lnTo>
                    <a:pt x="5551" y="97"/>
                  </a:lnTo>
                  <a:cubicBezTo>
                    <a:pt x="4167" y="103"/>
                    <a:pt x="4167" y="103"/>
                    <a:pt x="4167" y="103"/>
                  </a:cubicBezTo>
                  <a:cubicBezTo>
                    <a:pt x="3705" y="103"/>
                    <a:pt x="3242" y="105"/>
                    <a:pt x="2780" y="103"/>
                  </a:cubicBezTo>
                  <a:cubicBezTo>
                    <a:pt x="1392" y="101"/>
                    <a:pt x="1392" y="101"/>
                    <a:pt x="1392" y="101"/>
                  </a:cubicBezTo>
                  <a:cubicBezTo>
                    <a:pt x="1045" y="99"/>
                    <a:pt x="1045" y="99"/>
                    <a:pt x="1045" y="99"/>
                  </a:cubicBezTo>
                  <a:cubicBezTo>
                    <a:pt x="698" y="101"/>
                    <a:pt x="698" y="101"/>
                    <a:pt x="698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2777" y="0"/>
                    <a:pt x="2777" y="0"/>
                    <a:pt x="2777" y="0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4163" y="2"/>
                    <a:pt x="4163" y="2"/>
                    <a:pt x="4163" y="2"/>
                  </a:cubicBezTo>
                  <a:cubicBezTo>
                    <a:pt x="4626" y="5"/>
                    <a:pt x="5088" y="5"/>
                    <a:pt x="5551" y="7"/>
                  </a:cubicBezTo>
                  <a:lnTo>
                    <a:pt x="5551" y="7"/>
                  </a:lnTo>
                  <a:cubicBezTo>
                    <a:pt x="5551" y="9"/>
                    <a:pt x="5551" y="9"/>
                    <a:pt x="5551" y="9"/>
                  </a:cubicBezTo>
                  <a:lnTo>
                    <a:pt x="5551" y="97"/>
                  </a:lnTo>
                  <a:moveTo>
                    <a:pt x="5549" y="97"/>
                  </a:moveTo>
                  <a:lnTo>
                    <a:pt x="5549" y="97"/>
                  </a:lnTo>
                  <a:cubicBezTo>
                    <a:pt x="5549" y="9"/>
                    <a:pt x="5549" y="9"/>
                    <a:pt x="5549" y="9"/>
                  </a:cubicBezTo>
                  <a:cubicBezTo>
                    <a:pt x="5551" y="11"/>
                    <a:pt x="5551" y="11"/>
                    <a:pt x="5551" y="11"/>
                  </a:cubicBezTo>
                  <a:cubicBezTo>
                    <a:pt x="5088" y="13"/>
                    <a:pt x="4626" y="13"/>
                    <a:pt x="4163" y="15"/>
                  </a:cubicBezTo>
                  <a:cubicBezTo>
                    <a:pt x="3471" y="17"/>
                    <a:pt x="3471" y="17"/>
                    <a:pt x="3471" y="17"/>
                  </a:cubicBezTo>
                  <a:cubicBezTo>
                    <a:pt x="2777" y="17"/>
                    <a:pt x="2777" y="17"/>
                    <a:pt x="2777" y="17"/>
                  </a:cubicBezTo>
                  <a:cubicBezTo>
                    <a:pt x="1392" y="17"/>
                    <a:pt x="1392" y="17"/>
                    <a:pt x="1392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698" y="95"/>
                    <a:pt x="698" y="95"/>
                    <a:pt x="698" y="95"/>
                  </a:cubicBezTo>
                  <a:cubicBezTo>
                    <a:pt x="1045" y="95"/>
                    <a:pt x="1045" y="95"/>
                    <a:pt x="1045" y="95"/>
                  </a:cubicBezTo>
                  <a:cubicBezTo>
                    <a:pt x="1390" y="95"/>
                    <a:pt x="1390" y="95"/>
                    <a:pt x="1390" y="95"/>
                  </a:cubicBezTo>
                  <a:cubicBezTo>
                    <a:pt x="2775" y="91"/>
                    <a:pt x="2775" y="91"/>
                    <a:pt x="2775" y="91"/>
                  </a:cubicBezTo>
                  <a:cubicBezTo>
                    <a:pt x="3236" y="91"/>
                    <a:pt x="3698" y="91"/>
                    <a:pt x="4161" y="93"/>
                  </a:cubicBezTo>
                  <a:lnTo>
                    <a:pt x="5549" y="97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221"/>
            <p:cNvSpPr/>
            <p:nvPr/>
          </p:nvSpPr>
          <p:spPr>
            <a:xfrm flipH="1">
              <a:off x="6916143" y="1638054"/>
              <a:ext cx="1348137" cy="8242"/>
            </a:xfrm>
            <a:custGeom>
              <a:rect b="b" l="l" r="r" t="t"/>
              <a:pathLst>
                <a:path extrusionOk="0" h="7" w="1145">
                  <a:moveTo>
                    <a:pt x="0" y="3"/>
                  </a:moveTo>
                  <a:lnTo>
                    <a:pt x="0" y="3"/>
                  </a:lnTo>
                  <a:cubicBezTo>
                    <a:pt x="94" y="1"/>
                    <a:pt x="191" y="1"/>
                    <a:pt x="285" y="1"/>
                  </a:cubicBezTo>
                  <a:cubicBezTo>
                    <a:pt x="334" y="1"/>
                    <a:pt x="380" y="3"/>
                    <a:pt x="428" y="3"/>
                  </a:cubicBezTo>
                  <a:cubicBezTo>
                    <a:pt x="477" y="3"/>
                    <a:pt x="525" y="3"/>
                    <a:pt x="571" y="1"/>
                  </a:cubicBezTo>
                  <a:cubicBezTo>
                    <a:pt x="668" y="1"/>
                    <a:pt x="763" y="-1"/>
                    <a:pt x="859" y="1"/>
                  </a:cubicBezTo>
                  <a:cubicBezTo>
                    <a:pt x="908" y="1"/>
                    <a:pt x="954" y="1"/>
                    <a:pt x="1002" y="1"/>
                  </a:cubicBezTo>
                  <a:cubicBezTo>
                    <a:pt x="1051" y="1"/>
                    <a:pt x="1099" y="1"/>
                    <a:pt x="1145" y="3"/>
                  </a:cubicBezTo>
                  <a:lnTo>
                    <a:pt x="1145" y="3"/>
                  </a:lnTo>
                  <a:cubicBezTo>
                    <a:pt x="1099" y="5"/>
                    <a:pt x="1051" y="5"/>
                    <a:pt x="1002" y="5"/>
                  </a:cubicBezTo>
                  <a:cubicBezTo>
                    <a:pt x="954" y="5"/>
                    <a:pt x="908" y="7"/>
                    <a:pt x="859" y="7"/>
                  </a:cubicBezTo>
                  <a:cubicBezTo>
                    <a:pt x="763" y="7"/>
                    <a:pt x="668" y="5"/>
                    <a:pt x="571" y="5"/>
                  </a:cubicBezTo>
                  <a:cubicBezTo>
                    <a:pt x="525" y="5"/>
                    <a:pt x="477" y="3"/>
                    <a:pt x="428" y="5"/>
                  </a:cubicBezTo>
                  <a:cubicBezTo>
                    <a:pt x="380" y="5"/>
                    <a:pt x="334" y="5"/>
                    <a:pt x="285" y="5"/>
                  </a:cubicBezTo>
                  <a:cubicBezTo>
                    <a:pt x="191" y="7"/>
                    <a:pt x="94" y="5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221"/>
            <p:cNvSpPr/>
            <p:nvPr/>
          </p:nvSpPr>
          <p:spPr>
            <a:xfrm flipH="1">
              <a:off x="8077073" y="1662775"/>
              <a:ext cx="1261426" cy="10600"/>
            </a:xfrm>
            <a:custGeom>
              <a:rect b="b" l="l" r="r" t="t"/>
              <a:pathLst>
                <a:path extrusionOk="0" h="9" w="1652">
                  <a:moveTo>
                    <a:pt x="1652" y="5"/>
                  </a:moveTo>
                  <a:lnTo>
                    <a:pt x="1652" y="5"/>
                  </a:lnTo>
                  <a:cubicBezTo>
                    <a:pt x="1516" y="7"/>
                    <a:pt x="1377" y="9"/>
                    <a:pt x="1240" y="7"/>
                  </a:cubicBezTo>
                  <a:cubicBezTo>
                    <a:pt x="1171" y="7"/>
                    <a:pt x="1101" y="5"/>
                    <a:pt x="1034" y="5"/>
                  </a:cubicBezTo>
                  <a:cubicBezTo>
                    <a:pt x="965" y="5"/>
                    <a:pt x="895" y="5"/>
                    <a:pt x="826" y="7"/>
                  </a:cubicBezTo>
                  <a:cubicBezTo>
                    <a:pt x="689" y="7"/>
                    <a:pt x="551" y="9"/>
                    <a:pt x="414" y="9"/>
                  </a:cubicBezTo>
                  <a:cubicBezTo>
                    <a:pt x="344" y="9"/>
                    <a:pt x="275" y="7"/>
                    <a:pt x="208" y="7"/>
                  </a:cubicBezTo>
                  <a:cubicBezTo>
                    <a:pt x="138" y="7"/>
                    <a:pt x="69" y="7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9" y="3"/>
                    <a:pt x="138" y="1"/>
                    <a:pt x="208" y="1"/>
                  </a:cubicBezTo>
                  <a:cubicBezTo>
                    <a:pt x="275" y="1"/>
                    <a:pt x="344" y="1"/>
                    <a:pt x="414" y="1"/>
                  </a:cubicBezTo>
                  <a:cubicBezTo>
                    <a:pt x="551" y="-1"/>
                    <a:pt x="689" y="1"/>
                    <a:pt x="826" y="3"/>
                  </a:cubicBezTo>
                  <a:cubicBezTo>
                    <a:pt x="895" y="3"/>
                    <a:pt x="965" y="3"/>
                    <a:pt x="1034" y="3"/>
                  </a:cubicBezTo>
                  <a:cubicBezTo>
                    <a:pt x="1101" y="3"/>
                    <a:pt x="1171" y="1"/>
                    <a:pt x="1240" y="1"/>
                  </a:cubicBezTo>
                  <a:cubicBezTo>
                    <a:pt x="1377" y="1"/>
                    <a:pt x="1516" y="1"/>
                    <a:pt x="1652" y="3"/>
                  </a:cubicBezTo>
                  <a:lnTo>
                    <a:pt x="1652" y="5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221"/>
            <p:cNvSpPr/>
            <p:nvPr/>
          </p:nvSpPr>
          <p:spPr>
            <a:xfrm flipH="1">
              <a:off x="7354141" y="1140009"/>
              <a:ext cx="1217445" cy="449771"/>
            </a:xfrm>
            <a:custGeom>
              <a:rect b="b" l="l" r="r" t="t"/>
              <a:pathLst>
                <a:path extrusionOk="0" h="382" w="1034">
                  <a:moveTo>
                    <a:pt x="1028" y="7"/>
                  </a:moveTo>
                  <a:lnTo>
                    <a:pt x="1028" y="7"/>
                  </a:lnTo>
                  <a:cubicBezTo>
                    <a:pt x="1030" y="190"/>
                    <a:pt x="1030" y="190"/>
                    <a:pt x="1030" y="190"/>
                  </a:cubicBezTo>
                  <a:cubicBezTo>
                    <a:pt x="1032" y="251"/>
                    <a:pt x="1034" y="312"/>
                    <a:pt x="1034" y="375"/>
                  </a:cubicBezTo>
                  <a:cubicBezTo>
                    <a:pt x="1034" y="382"/>
                    <a:pt x="1034" y="382"/>
                    <a:pt x="1034" y="382"/>
                  </a:cubicBezTo>
                  <a:cubicBezTo>
                    <a:pt x="1026" y="382"/>
                    <a:pt x="1026" y="382"/>
                    <a:pt x="1026" y="382"/>
                  </a:cubicBezTo>
                  <a:cubicBezTo>
                    <a:pt x="900" y="382"/>
                    <a:pt x="900" y="382"/>
                    <a:pt x="900" y="382"/>
                  </a:cubicBezTo>
                  <a:cubicBezTo>
                    <a:pt x="837" y="382"/>
                    <a:pt x="837" y="382"/>
                    <a:pt x="837" y="382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687" y="382"/>
                    <a:pt x="601" y="380"/>
                    <a:pt x="517" y="380"/>
                  </a:cubicBezTo>
                  <a:cubicBezTo>
                    <a:pt x="433" y="378"/>
                    <a:pt x="347" y="378"/>
                    <a:pt x="263" y="378"/>
                  </a:cubicBezTo>
                  <a:cubicBezTo>
                    <a:pt x="134" y="378"/>
                    <a:pt x="134" y="378"/>
                    <a:pt x="134" y="378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2" y="380"/>
                    <a:pt x="2" y="380"/>
                    <a:pt x="2" y="380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2" y="1"/>
                    <a:pt x="178" y="-1"/>
                    <a:pt x="265" y="1"/>
                  </a:cubicBezTo>
                  <a:cubicBezTo>
                    <a:pt x="349" y="1"/>
                    <a:pt x="435" y="1"/>
                    <a:pt x="519" y="1"/>
                  </a:cubicBezTo>
                  <a:cubicBezTo>
                    <a:pt x="776" y="5"/>
                    <a:pt x="776" y="5"/>
                    <a:pt x="776" y="5"/>
                  </a:cubicBezTo>
                  <a:lnTo>
                    <a:pt x="1028" y="7"/>
                  </a:lnTo>
                  <a:moveTo>
                    <a:pt x="1026" y="10"/>
                  </a:moveTo>
                  <a:lnTo>
                    <a:pt x="1026" y="10"/>
                  </a:lnTo>
                  <a:cubicBezTo>
                    <a:pt x="769" y="14"/>
                    <a:pt x="769" y="14"/>
                    <a:pt x="769" y="14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429" y="18"/>
                    <a:pt x="344" y="18"/>
                    <a:pt x="261" y="18"/>
                  </a:cubicBezTo>
                  <a:cubicBezTo>
                    <a:pt x="176" y="18"/>
                    <a:pt x="92" y="18"/>
                    <a:pt x="8" y="1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375"/>
                    <a:pt x="12" y="375"/>
                    <a:pt x="12" y="375"/>
                  </a:cubicBezTo>
                  <a:cubicBezTo>
                    <a:pt x="8" y="369"/>
                    <a:pt x="8" y="369"/>
                    <a:pt x="8" y="369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263" y="371"/>
                    <a:pt x="263" y="371"/>
                    <a:pt x="263" y="371"/>
                  </a:cubicBezTo>
                  <a:cubicBezTo>
                    <a:pt x="347" y="371"/>
                    <a:pt x="433" y="371"/>
                    <a:pt x="517" y="369"/>
                  </a:cubicBezTo>
                  <a:cubicBezTo>
                    <a:pt x="601" y="369"/>
                    <a:pt x="687" y="367"/>
                    <a:pt x="771" y="367"/>
                  </a:cubicBezTo>
                  <a:cubicBezTo>
                    <a:pt x="837" y="367"/>
                    <a:pt x="837" y="367"/>
                    <a:pt x="837" y="367"/>
                  </a:cubicBezTo>
                  <a:cubicBezTo>
                    <a:pt x="900" y="367"/>
                    <a:pt x="900" y="367"/>
                    <a:pt x="900" y="367"/>
                  </a:cubicBezTo>
                  <a:cubicBezTo>
                    <a:pt x="1026" y="367"/>
                    <a:pt x="1026" y="367"/>
                    <a:pt x="1026" y="367"/>
                  </a:cubicBezTo>
                  <a:cubicBezTo>
                    <a:pt x="1019" y="375"/>
                    <a:pt x="1019" y="375"/>
                    <a:pt x="1019" y="375"/>
                  </a:cubicBezTo>
                  <a:cubicBezTo>
                    <a:pt x="1019" y="314"/>
                    <a:pt x="1021" y="253"/>
                    <a:pt x="1021" y="192"/>
                  </a:cubicBezTo>
                  <a:lnTo>
                    <a:pt x="1026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221"/>
            <p:cNvSpPr/>
            <p:nvPr/>
          </p:nvSpPr>
          <p:spPr>
            <a:xfrm flipH="1">
              <a:off x="7495430" y="1151783"/>
              <a:ext cx="326143" cy="433287"/>
            </a:xfrm>
            <a:custGeom>
              <a:rect b="b" l="l" r="r" t="t"/>
              <a:pathLst>
                <a:path extrusionOk="0" h="368" w="277">
                  <a:moveTo>
                    <a:pt x="275" y="4"/>
                  </a:moveTo>
                  <a:lnTo>
                    <a:pt x="275" y="4"/>
                  </a:lnTo>
                  <a:cubicBezTo>
                    <a:pt x="277" y="92"/>
                    <a:pt x="277" y="92"/>
                    <a:pt x="277" y="92"/>
                  </a:cubicBezTo>
                  <a:cubicBezTo>
                    <a:pt x="277" y="182"/>
                    <a:pt x="277" y="182"/>
                    <a:pt x="277" y="182"/>
                  </a:cubicBezTo>
                  <a:cubicBezTo>
                    <a:pt x="277" y="212"/>
                    <a:pt x="277" y="243"/>
                    <a:pt x="277" y="273"/>
                  </a:cubicBezTo>
                  <a:cubicBezTo>
                    <a:pt x="277" y="304"/>
                    <a:pt x="277" y="334"/>
                    <a:pt x="277" y="365"/>
                  </a:cubicBezTo>
                  <a:cubicBezTo>
                    <a:pt x="277" y="368"/>
                    <a:pt x="277" y="368"/>
                    <a:pt x="277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29" y="368"/>
                    <a:pt x="185" y="365"/>
                    <a:pt x="139" y="365"/>
                  </a:cubicBezTo>
                  <a:cubicBezTo>
                    <a:pt x="94" y="365"/>
                    <a:pt x="48" y="365"/>
                    <a:pt x="4" y="368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5"/>
                    <a:pt x="2" y="365"/>
                    <a:pt x="2" y="365"/>
                  </a:cubicBezTo>
                  <a:cubicBezTo>
                    <a:pt x="2" y="304"/>
                    <a:pt x="0" y="243"/>
                    <a:pt x="0" y="18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7" y="0"/>
                    <a:pt x="50" y="0"/>
                    <a:pt x="71" y="0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208" y="2"/>
                    <a:pt x="208" y="2"/>
                    <a:pt x="208" y="2"/>
                  </a:cubicBezTo>
                  <a:lnTo>
                    <a:pt x="275" y="4"/>
                  </a:lnTo>
                  <a:moveTo>
                    <a:pt x="273" y="4"/>
                  </a:moveTo>
                  <a:lnTo>
                    <a:pt x="273" y="4"/>
                  </a:lnTo>
                  <a:cubicBezTo>
                    <a:pt x="206" y="6"/>
                    <a:pt x="206" y="6"/>
                    <a:pt x="206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48" y="8"/>
                    <a:pt x="27" y="8"/>
                    <a:pt x="4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243"/>
                    <a:pt x="6" y="304"/>
                    <a:pt x="6" y="365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8" y="363"/>
                    <a:pt x="94" y="363"/>
                    <a:pt x="139" y="363"/>
                  </a:cubicBezTo>
                  <a:cubicBezTo>
                    <a:pt x="185" y="363"/>
                    <a:pt x="229" y="363"/>
                    <a:pt x="275" y="361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34"/>
                    <a:pt x="271" y="304"/>
                    <a:pt x="271" y="275"/>
                  </a:cubicBezTo>
                  <a:cubicBezTo>
                    <a:pt x="271" y="246"/>
                    <a:pt x="271" y="216"/>
                    <a:pt x="271" y="185"/>
                  </a:cubicBezTo>
                  <a:cubicBezTo>
                    <a:pt x="273" y="94"/>
                    <a:pt x="273" y="94"/>
                    <a:pt x="273" y="94"/>
                  </a:cubicBezTo>
                  <a:lnTo>
                    <a:pt x="273" y="4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45000" lIns="90000" spcFirstLastPara="1" rIns="90000" wrap="square" tIns="450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221"/>
            <p:cNvSpPr/>
            <p:nvPr/>
          </p:nvSpPr>
          <p:spPr>
            <a:xfrm flipH="1">
              <a:off x="7500140" y="1164734"/>
              <a:ext cx="316724" cy="3532"/>
            </a:xfrm>
            <a:custGeom>
              <a:rect b="b" l="l" r="r" t="t"/>
              <a:pathLst>
                <a:path extrusionOk="0" fill="none" h="3" w="269">
                  <a:moveTo>
                    <a:pt x="0" y="3"/>
                  </a:moveTo>
                  <a:lnTo>
                    <a:pt x="0" y="3"/>
                  </a:lnTo>
                  <a:cubicBezTo>
                    <a:pt x="92" y="1"/>
                    <a:pt x="179" y="-1"/>
                    <a:pt x="269" y="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700" spcFirstLastPara="1" rIns="907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221"/>
            <p:cNvSpPr/>
            <p:nvPr/>
          </p:nvSpPr>
          <p:spPr>
            <a:xfrm flipH="1">
              <a:off x="8290184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3" y="0"/>
                  </a:moveTo>
                  <a:lnTo>
                    <a:pt x="23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5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2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3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36"/>
                    <a:pt x="9" y="70"/>
                    <a:pt x="9" y="105"/>
                  </a:cubicBezTo>
                  <a:cubicBezTo>
                    <a:pt x="9" y="122"/>
                    <a:pt x="9" y="139"/>
                    <a:pt x="9" y="156"/>
                  </a:cubicBezTo>
                  <a:cubicBezTo>
                    <a:pt x="9" y="173"/>
                    <a:pt x="9" y="192"/>
                    <a:pt x="7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21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221"/>
            <p:cNvSpPr/>
            <p:nvPr/>
          </p:nvSpPr>
          <p:spPr>
            <a:xfrm flipH="1">
              <a:off x="8341990" y="1262460"/>
              <a:ext cx="29435" cy="208402"/>
            </a:xfrm>
            <a:custGeom>
              <a:rect b="b" l="l" r="r" t="t"/>
              <a:pathLst>
                <a:path extrusionOk="0" h="177" w="25">
                  <a:moveTo>
                    <a:pt x="23" y="2"/>
                  </a:moveTo>
                  <a:lnTo>
                    <a:pt x="23" y="2"/>
                  </a:lnTo>
                  <a:cubicBezTo>
                    <a:pt x="23" y="15"/>
                    <a:pt x="23" y="30"/>
                    <a:pt x="25" y="42"/>
                  </a:cubicBezTo>
                  <a:cubicBezTo>
                    <a:pt x="25" y="57"/>
                    <a:pt x="25" y="72"/>
                    <a:pt x="25" y="86"/>
                  </a:cubicBezTo>
                  <a:cubicBezTo>
                    <a:pt x="25" y="101"/>
                    <a:pt x="25" y="116"/>
                    <a:pt x="23" y="130"/>
                  </a:cubicBezTo>
                  <a:cubicBezTo>
                    <a:pt x="23" y="145"/>
                    <a:pt x="23" y="160"/>
                    <a:pt x="23" y="17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60"/>
                    <a:pt x="0" y="145"/>
                    <a:pt x="0" y="130"/>
                  </a:cubicBezTo>
                  <a:cubicBezTo>
                    <a:pt x="0" y="116"/>
                    <a:pt x="0" y="101"/>
                    <a:pt x="0" y="88"/>
                  </a:cubicBezTo>
                  <a:cubicBezTo>
                    <a:pt x="0" y="59"/>
                    <a:pt x="0" y="30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3" y="2"/>
                  </a:lnTo>
                  <a:moveTo>
                    <a:pt x="21" y="2"/>
                  </a:moveTo>
                  <a:lnTo>
                    <a:pt x="21" y="2"/>
                  </a:ln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30"/>
                    <a:pt x="8" y="59"/>
                    <a:pt x="8" y="88"/>
                  </a:cubicBezTo>
                  <a:cubicBezTo>
                    <a:pt x="8" y="101"/>
                    <a:pt x="8" y="116"/>
                    <a:pt x="8" y="130"/>
                  </a:cubicBezTo>
                  <a:cubicBezTo>
                    <a:pt x="8" y="145"/>
                    <a:pt x="6" y="160"/>
                    <a:pt x="6" y="173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1" y="173"/>
                    <a:pt x="21" y="173"/>
                    <a:pt x="21" y="173"/>
                  </a:cubicBezTo>
                  <a:lnTo>
                    <a:pt x="21" y="173"/>
                  </a:lnTo>
                  <a:cubicBezTo>
                    <a:pt x="21" y="160"/>
                    <a:pt x="21" y="145"/>
                    <a:pt x="21" y="130"/>
                  </a:cubicBezTo>
                  <a:cubicBezTo>
                    <a:pt x="19" y="116"/>
                    <a:pt x="19" y="103"/>
                    <a:pt x="19" y="88"/>
                  </a:cubicBezTo>
                  <a:cubicBezTo>
                    <a:pt x="19" y="76"/>
                    <a:pt x="19" y="61"/>
                    <a:pt x="19" y="46"/>
                  </a:cubicBezTo>
                  <a:cubicBezTo>
                    <a:pt x="19" y="32"/>
                    <a:pt x="21" y="17"/>
                    <a:pt x="21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8700" lIns="90000" spcFirstLastPara="1" rIns="90000" wrap="square" tIns="18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221"/>
            <p:cNvSpPr/>
            <p:nvPr/>
          </p:nvSpPr>
          <p:spPr>
            <a:xfrm flipH="1">
              <a:off x="8393796" y="1242444"/>
              <a:ext cx="29435" cy="248434"/>
            </a:xfrm>
            <a:custGeom>
              <a:rect b="b" l="l" r="r" t="t"/>
              <a:pathLst>
                <a:path extrusionOk="0" h="211" w="25">
                  <a:moveTo>
                    <a:pt x="21" y="0"/>
                  </a:moveTo>
                  <a:lnTo>
                    <a:pt x="21" y="0"/>
                  </a:lnTo>
                  <a:cubicBezTo>
                    <a:pt x="23" y="17"/>
                    <a:pt x="23" y="34"/>
                    <a:pt x="25" y="51"/>
                  </a:cubicBezTo>
                  <a:cubicBezTo>
                    <a:pt x="25" y="68"/>
                    <a:pt x="25" y="86"/>
                    <a:pt x="25" y="103"/>
                  </a:cubicBezTo>
                  <a:cubicBezTo>
                    <a:pt x="25" y="120"/>
                    <a:pt x="23" y="139"/>
                    <a:pt x="23" y="156"/>
                  </a:cubicBezTo>
                  <a:cubicBezTo>
                    <a:pt x="23" y="173"/>
                    <a:pt x="23" y="192"/>
                    <a:pt x="23" y="209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2" y="209"/>
                    <a:pt x="2" y="209"/>
                    <a:pt x="2" y="209"/>
                  </a:cubicBezTo>
                  <a:cubicBezTo>
                    <a:pt x="0" y="192"/>
                    <a:pt x="0" y="173"/>
                    <a:pt x="0" y="156"/>
                  </a:cubicBezTo>
                  <a:cubicBezTo>
                    <a:pt x="0" y="139"/>
                    <a:pt x="0" y="122"/>
                    <a:pt x="0" y="105"/>
                  </a:cubicBezTo>
                  <a:cubicBezTo>
                    <a:pt x="0" y="70"/>
                    <a:pt x="0" y="36"/>
                    <a:pt x="2" y="0"/>
                  </a:cubicBezTo>
                  <a:lnTo>
                    <a:pt x="2" y="0"/>
                  </a:lnTo>
                  <a:cubicBezTo>
                    <a:pt x="4" y="0"/>
                    <a:pt x="4" y="0"/>
                    <a:pt x="4" y="0"/>
                  </a:cubicBezTo>
                  <a:lnTo>
                    <a:pt x="21" y="0"/>
                  </a:lnTo>
                  <a:moveTo>
                    <a:pt x="21" y="3"/>
                  </a:moveTo>
                  <a:lnTo>
                    <a:pt x="21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36"/>
                    <a:pt x="8" y="70"/>
                    <a:pt x="8" y="105"/>
                  </a:cubicBezTo>
                  <a:cubicBezTo>
                    <a:pt x="8" y="122"/>
                    <a:pt x="8" y="139"/>
                    <a:pt x="8" y="156"/>
                  </a:cubicBezTo>
                  <a:cubicBezTo>
                    <a:pt x="8" y="173"/>
                    <a:pt x="6" y="192"/>
                    <a:pt x="6" y="209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192"/>
                    <a:pt x="21" y="173"/>
                    <a:pt x="21" y="156"/>
                  </a:cubicBezTo>
                  <a:cubicBezTo>
                    <a:pt x="19" y="139"/>
                    <a:pt x="19" y="122"/>
                    <a:pt x="19" y="105"/>
                  </a:cubicBezTo>
                  <a:cubicBezTo>
                    <a:pt x="19" y="89"/>
                    <a:pt x="19" y="72"/>
                    <a:pt x="19" y="55"/>
                  </a:cubicBezTo>
                  <a:cubicBezTo>
                    <a:pt x="19" y="38"/>
                    <a:pt x="21" y="19"/>
                    <a:pt x="21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30950" lIns="90000" spcFirstLastPara="1" rIns="90000" wrap="square" tIns="309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221"/>
            <p:cNvSpPr/>
            <p:nvPr/>
          </p:nvSpPr>
          <p:spPr>
            <a:xfrm flipH="1">
              <a:off x="7378866" y="758528"/>
              <a:ext cx="1126784" cy="184853"/>
            </a:xfrm>
            <a:custGeom>
              <a:rect b="b" l="l" r="r" t="t"/>
              <a:pathLst>
                <a:path extrusionOk="0" h="157" w="957">
                  <a:moveTo>
                    <a:pt x="953" y="8"/>
                  </a:moveTo>
                  <a:lnTo>
                    <a:pt x="953" y="8"/>
                  </a:lnTo>
                  <a:cubicBezTo>
                    <a:pt x="955" y="79"/>
                    <a:pt x="955" y="79"/>
                    <a:pt x="955" y="79"/>
                  </a:cubicBezTo>
                  <a:cubicBezTo>
                    <a:pt x="957" y="102"/>
                    <a:pt x="957" y="125"/>
                    <a:pt x="957" y="151"/>
                  </a:cubicBezTo>
                  <a:cubicBezTo>
                    <a:pt x="957" y="155"/>
                    <a:pt x="957" y="155"/>
                    <a:pt x="957" y="155"/>
                  </a:cubicBezTo>
                  <a:cubicBezTo>
                    <a:pt x="953" y="155"/>
                    <a:pt x="953" y="155"/>
                    <a:pt x="953" y="155"/>
                  </a:cubicBezTo>
                  <a:cubicBezTo>
                    <a:pt x="835" y="157"/>
                    <a:pt x="835" y="157"/>
                    <a:pt x="835" y="157"/>
                  </a:cubicBezTo>
                  <a:cubicBezTo>
                    <a:pt x="717" y="157"/>
                    <a:pt x="717" y="157"/>
                    <a:pt x="717" y="157"/>
                  </a:cubicBezTo>
                  <a:cubicBezTo>
                    <a:pt x="656" y="157"/>
                    <a:pt x="656" y="157"/>
                    <a:pt x="656" y="157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39" y="157"/>
                    <a:pt x="539" y="157"/>
                    <a:pt x="539" y="157"/>
                  </a:cubicBezTo>
                  <a:cubicBezTo>
                    <a:pt x="480" y="155"/>
                    <a:pt x="480" y="155"/>
                    <a:pt x="480" y="155"/>
                  </a:cubicBezTo>
                  <a:cubicBezTo>
                    <a:pt x="362" y="153"/>
                    <a:pt x="362" y="153"/>
                    <a:pt x="362" y="153"/>
                  </a:cubicBezTo>
                  <a:cubicBezTo>
                    <a:pt x="322" y="153"/>
                    <a:pt x="282" y="153"/>
                    <a:pt x="244" y="153"/>
                  </a:cubicBezTo>
                  <a:cubicBezTo>
                    <a:pt x="165" y="153"/>
                    <a:pt x="87" y="153"/>
                    <a:pt x="7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7" y="1"/>
                    <a:pt x="167" y="1"/>
                    <a:pt x="244" y="1"/>
                  </a:cubicBezTo>
                  <a:cubicBezTo>
                    <a:pt x="324" y="-1"/>
                    <a:pt x="404" y="1"/>
                    <a:pt x="484" y="1"/>
                  </a:cubicBezTo>
                  <a:cubicBezTo>
                    <a:pt x="562" y="1"/>
                    <a:pt x="642" y="3"/>
                    <a:pt x="720" y="3"/>
                  </a:cubicBezTo>
                  <a:lnTo>
                    <a:pt x="953" y="8"/>
                  </a:lnTo>
                  <a:moveTo>
                    <a:pt x="953" y="10"/>
                  </a:moveTo>
                  <a:lnTo>
                    <a:pt x="953" y="10"/>
                  </a:lnTo>
                  <a:cubicBezTo>
                    <a:pt x="713" y="14"/>
                    <a:pt x="713" y="14"/>
                    <a:pt x="713" y="14"/>
                  </a:cubicBezTo>
                  <a:cubicBezTo>
                    <a:pt x="633" y="14"/>
                    <a:pt x="556" y="16"/>
                    <a:pt x="478" y="16"/>
                  </a:cubicBezTo>
                  <a:cubicBezTo>
                    <a:pt x="398" y="16"/>
                    <a:pt x="320" y="18"/>
                    <a:pt x="242" y="18"/>
                  </a:cubicBezTo>
                  <a:cubicBezTo>
                    <a:pt x="165" y="16"/>
                    <a:pt x="87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7" y="146"/>
                    <a:pt x="165" y="146"/>
                    <a:pt x="244" y="146"/>
                  </a:cubicBezTo>
                  <a:cubicBezTo>
                    <a:pt x="282" y="146"/>
                    <a:pt x="322" y="146"/>
                    <a:pt x="362" y="146"/>
                  </a:cubicBezTo>
                  <a:cubicBezTo>
                    <a:pt x="480" y="144"/>
                    <a:pt x="480" y="144"/>
                    <a:pt x="480" y="144"/>
                  </a:cubicBezTo>
                  <a:cubicBezTo>
                    <a:pt x="539" y="142"/>
                    <a:pt x="539" y="142"/>
                    <a:pt x="539" y="142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56" y="142"/>
                    <a:pt x="656" y="142"/>
                    <a:pt x="656" y="142"/>
                  </a:cubicBezTo>
                  <a:cubicBezTo>
                    <a:pt x="717" y="142"/>
                    <a:pt x="717" y="142"/>
                    <a:pt x="717" y="142"/>
                  </a:cubicBezTo>
                  <a:cubicBezTo>
                    <a:pt x="835" y="144"/>
                    <a:pt x="835" y="144"/>
                    <a:pt x="835" y="144"/>
                  </a:cubicBezTo>
                  <a:cubicBezTo>
                    <a:pt x="953" y="144"/>
                    <a:pt x="953" y="144"/>
                    <a:pt x="953" y="144"/>
                  </a:cubicBezTo>
                  <a:cubicBezTo>
                    <a:pt x="949" y="151"/>
                    <a:pt x="949" y="151"/>
                    <a:pt x="949" y="151"/>
                  </a:cubicBezTo>
                  <a:cubicBezTo>
                    <a:pt x="949" y="128"/>
                    <a:pt x="949" y="104"/>
                    <a:pt x="951" y="81"/>
                  </a:cubicBezTo>
                  <a:lnTo>
                    <a:pt x="953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11500" lIns="90000" spcFirstLastPara="1" rIns="90000" wrap="square" tIns="115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221"/>
            <p:cNvSpPr/>
            <p:nvPr/>
          </p:nvSpPr>
          <p:spPr>
            <a:xfrm flipH="1">
              <a:off x="7467172" y="767947"/>
              <a:ext cx="143644" cy="175434"/>
            </a:xfrm>
            <a:custGeom>
              <a:rect b="b" l="l" r="r" t="t"/>
              <a:pathLst>
                <a:path extrusionOk="0" h="149" w="122">
                  <a:moveTo>
                    <a:pt x="4" y="145"/>
                  </a:moveTo>
                  <a:lnTo>
                    <a:pt x="4" y="145"/>
                  </a:lnTo>
                  <a:cubicBezTo>
                    <a:pt x="2" y="134"/>
                    <a:pt x="2" y="124"/>
                    <a:pt x="2" y="111"/>
                  </a:cubicBezTo>
                  <a:cubicBezTo>
                    <a:pt x="2" y="99"/>
                    <a:pt x="0" y="88"/>
                    <a:pt x="0" y="75"/>
                  </a:cubicBezTo>
                  <a:cubicBezTo>
                    <a:pt x="0" y="50"/>
                    <a:pt x="0" y="27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79" y="0"/>
                    <a:pt x="98" y="0"/>
                    <a:pt x="11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5"/>
                    <a:pt x="122" y="50"/>
                    <a:pt x="122" y="73"/>
                  </a:cubicBezTo>
                  <a:cubicBezTo>
                    <a:pt x="122" y="99"/>
                    <a:pt x="122" y="122"/>
                    <a:pt x="122" y="145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98" y="149"/>
                    <a:pt x="77" y="149"/>
                    <a:pt x="58" y="149"/>
                  </a:cubicBezTo>
                  <a:lnTo>
                    <a:pt x="4" y="145"/>
                  </a:lnTo>
                  <a:moveTo>
                    <a:pt x="4" y="145"/>
                  </a:moveTo>
                  <a:lnTo>
                    <a:pt x="4" y="145"/>
                  </a:lnTo>
                  <a:cubicBezTo>
                    <a:pt x="61" y="143"/>
                    <a:pt x="61" y="143"/>
                    <a:pt x="61" y="143"/>
                  </a:cubicBezTo>
                  <a:cubicBezTo>
                    <a:pt x="79" y="143"/>
                    <a:pt x="98" y="140"/>
                    <a:pt x="117" y="140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3" y="122"/>
                    <a:pt x="113" y="99"/>
                    <a:pt x="113" y="73"/>
                  </a:cubicBezTo>
                  <a:cubicBezTo>
                    <a:pt x="113" y="50"/>
                    <a:pt x="113" y="25"/>
                    <a:pt x="115" y="2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98" y="4"/>
                    <a:pt x="79" y="4"/>
                    <a:pt x="61" y="4"/>
                  </a:cubicBezTo>
                  <a:cubicBezTo>
                    <a:pt x="42" y="4"/>
                    <a:pt x="23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8" y="25"/>
                    <a:pt x="6" y="48"/>
                    <a:pt x="6" y="73"/>
                  </a:cubicBezTo>
                  <a:cubicBezTo>
                    <a:pt x="6" y="84"/>
                    <a:pt x="6" y="96"/>
                    <a:pt x="6" y="109"/>
                  </a:cubicBezTo>
                  <a:cubicBezTo>
                    <a:pt x="4" y="120"/>
                    <a:pt x="4" y="132"/>
                    <a:pt x="4" y="14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8625" lIns="90000" spcFirstLastPara="1" rIns="90000" wrap="square" tIns="8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221"/>
            <p:cNvSpPr/>
            <p:nvPr/>
          </p:nvSpPr>
          <p:spPr>
            <a:xfrm rot="10800000">
              <a:off x="7477769" y="923365"/>
              <a:ext cx="128338" cy="0"/>
            </a:xfrm>
            <a:custGeom>
              <a:rect b="b" l="l" r="r" t="t"/>
              <a:pathLst>
                <a:path extrusionOk="0" fill="none" h="120000" w="109">
                  <a:moveTo>
                    <a:pt x="0" y="0"/>
                  </a:moveTo>
                  <a:lnTo>
                    <a:pt x="0" y="0"/>
                  </a:lnTo>
                  <a:cubicBezTo>
                    <a:pt x="36" y="0"/>
                    <a:pt x="71" y="0"/>
                    <a:pt x="109" y="0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1" anchor="ctr" bIns="0" lIns="90350" spcFirstLastPara="1" rIns="9035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221"/>
            <p:cNvSpPr/>
            <p:nvPr/>
          </p:nvSpPr>
          <p:spPr>
            <a:xfrm flipH="1">
              <a:off x="7275254" y="924543"/>
              <a:ext cx="1428201" cy="234305"/>
            </a:xfrm>
            <a:custGeom>
              <a:rect b="b" l="l" r="r" t="t"/>
              <a:pathLst>
                <a:path extrusionOk="0" h="199" w="1213">
                  <a:moveTo>
                    <a:pt x="1209" y="7"/>
                  </a:moveTo>
                  <a:lnTo>
                    <a:pt x="1209" y="7"/>
                  </a:lnTo>
                  <a:cubicBezTo>
                    <a:pt x="1211" y="100"/>
                    <a:pt x="1211" y="100"/>
                    <a:pt x="1211" y="100"/>
                  </a:cubicBezTo>
                  <a:cubicBezTo>
                    <a:pt x="1213" y="129"/>
                    <a:pt x="1213" y="161"/>
                    <a:pt x="1213" y="193"/>
                  </a:cubicBezTo>
                  <a:cubicBezTo>
                    <a:pt x="1213" y="197"/>
                    <a:pt x="1213" y="197"/>
                    <a:pt x="1213" y="197"/>
                  </a:cubicBezTo>
                  <a:cubicBezTo>
                    <a:pt x="1209" y="197"/>
                    <a:pt x="1209" y="197"/>
                    <a:pt x="1209" y="197"/>
                  </a:cubicBezTo>
                  <a:cubicBezTo>
                    <a:pt x="1058" y="199"/>
                    <a:pt x="1058" y="199"/>
                    <a:pt x="1058" y="199"/>
                  </a:cubicBezTo>
                  <a:cubicBezTo>
                    <a:pt x="909" y="199"/>
                    <a:pt x="909" y="199"/>
                    <a:pt x="909" y="199"/>
                  </a:cubicBezTo>
                  <a:cubicBezTo>
                    <a:pt x="833" y="199"/>
                    <a:pt x="833" y="199"/>
                    <a:pt x="833" y="199"/>
                  </a:cubicBezTo>
                  <a:cubicBezTo>
                    <a:pt x="757" y="199"/>
                    <a:pt x="757" y="199"/>
                    <a:pt x="757" y="199"/>
                  </a:cubicBezTo>
                  <a:cubicBezTo>
                    <a:pt x="684" y="199"/>
                    <a:pt x="684" y="199"/>
                    <a:pt x="684" y="199"/>
                  </a:cubicBezTo>
                  <a:cubicBezTo>
                    <a:pt x="608" y="197"/>
                    <a:pt x="608" y="197"/>
                    <a:pt x="608" y="197"/>
                  </a:cubicBezTo>
                  <a:cubicBezTo>
                    <a:pt x="456" y="195"/>
                    <a:pt x="456" y="195"/>
                    <a:pt x="456" y="195"/>
                  </a:cubicBezTo>
                  <a:cubicBezTo>
                    <a:pt x="408" y="195"/>
                    <a:pt x="358" y="195"/>
                    <a:pt x="307" y="195"/>
                  </a:cubicBezTo>
                  <a:cubicBezTo>
                    <a:pt x="206" y="195"/>
                    <a:pt x="105" y="195"/>
                    <a:pt x="7" y="197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8" y="1"/>
                    <a:pt x="208" y="1"/>
                    <a:pt x="309" y="1"/>
                  </a:cubicBezTo>
                  <a:cubicBezTo>
                    <a:pt x="410" y="-1"/>
                    <a:pt x="511" y="1"/>
                    <a:pt x="610" y="1"/>
                  </a:cubicBezTo>
                  <a:cubicBezTo>
                    <a:pt x="711" y="1"/>
                    <a:pt x="812" y="3"/>
                    <a:pt x="913" y="3"/>
                  </a:cubicBezTo>
                  <a:lnTo>
                    <a:pt x="1209" y="7"/>
                  </a:lnTo>
                  <a:moveTo>
                    <a:pt x="1209" y="10"/>
                  </a:moveTo>
                  <a:lnTo>
                    <a:pt x="1209" y="10"/>
                  </a:lnTo>
                  <a:cubicBezTo>
                    <a:pt x="904" y="14"/>
                    <a:pt x="904" y="14"/>
                    <a:pt x="904" y="14"/>
                  </a:cubicBezTo>
                  <a:cubicBezTo>
                    <a:pt x="805" y="14"/>
                    <a:pt x="705" y="16"/>
                    <a:pt x="604" y="16"/>
                  </a:cubicBezTo>
                  <a:cubicBezTo>
                    <a:pt x="505" y="16"/>
                    <a:pt x="404" y="18"/>
                    <a:pt x="305" y="18"/>
                  </a:cubicBezTo>
                  <a:cubicBezTo>
                    <a:pt x="206" y="16"/>
                    <a:pt x="105" y="16"/>
                    <a:pt x="7" y="1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5" y="188"/>
                    <a:pt x="206" y="188"/>
                    <a:pt x="307" y="188"/>
                  </a:cubicBezTo>
                  <a:cubicBezTo>
                    <a:pt x="358" y="188"/>
                    <a:pt x="408" y="188"/>
                    <a:pt x="456" y="188"/>
                  </a:cubicBezTo>
                  <a:cubicBezTo>
                    <a:pt x="608" y="186"/>
                    <a:pt x="608" y="186"/>
                    <a:pt x="608" y="186"/>
                  </a:cubicBezTo>
                  <a:cubicBezTo>
                    <a:pt x="684" y="184"/>
                    <a:pt x="684" y="184"/>
                    <a:pt x="684" y="184"/>
                  </a:cubicBezTo>
                  <a:cubicBezTo>
                    <a:pt x="757" y="184"/>
                    <a:pt x="757" y="184"/>
                    <a:pt x="757" y="184"/>
                  </a:cubicBezTo>
                  <a:cubicBezTo>
                    <a:pt x="833" y="184"/>
                    <a:pt x="833" y="184"/>
                    <a:pt x="833" y="184"/>
                  </a:cubicBezTo>
                  <a:cubicBezTo>
                    <a:pt x="909" y="184"/>
                    <a:pt x="909" y="184"/>
                    <a:pt x="909" y="184"/>
                  </a:cubicBezTo>
                  <a:cubicBezTo>
                    <a:pt x="1058" y="186"/>
                    <a:pt x="1058" y="186"/>
                    <a:pt x="1058" y="186"/>
                  </a:cubicBezTo>
                  <a:cubicBezTo>
                    <a:pt x="1209" y="186"/>
                    <a:pt x="1209" y="186"/>
                    <a:pt x="1209" y="186"/>
                  </a:cubicBezTo>
                  <a:cubicBezTo>
                    <a:pt x="1205" y="193"/>
                    <a:pt x="1205" y="193"/>
                    <a:pt x="1205" y="193"/>
                  </a:cubicBezTo>
                  <a:cubicBezTo>
                    <a:pt x="1205" y="161"/>
                    <a:pt x="1205" y="132"/>
                    <a:pt x="1207" y="102"/>
                  </a:cubicBezTo>
                  <a:lnTo>
                    <a:pt x="1209" y="1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6625" lIns="90000" spcFirstLastPara="1" rIns="90000" wrap="square" tIns="2662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221"/>
            <p:cNvSpPr/>
            <p:nvPr/>
          </p:nvSpPr>
          <p:spPr>
            <a:xfrm flipH="1">
              <a:off x="8522134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5" y="2"/>
                  </a:moveTo>
                  <a:lnTo>
                    <a:pt x="35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38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5" y="188"/>
                    <a:pt x="35" y="188"/>
                    <a:pt x="35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0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7" y="2"/>
                    <a:pt x="27" y="2"/>
                    <a:pt x="35" y="2"/>
                  </a:cubicBezTo>
                  <a:moveTo>
                    <a:pt x="35" y="5"/>
                  </a:moveTo>
                  <a:lnTo>
                    <a:pt x="35" y="5"/>
                  </a:lnTo>
                  <a:cubicBezTo>
                    <a:pt x="25" y="5"/>
                    <a:pt x="14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10" y="66"/>
                    <a:pt x="10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5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5" y="171"/>
                    <a:pt x="33" y="156"/>
                    <a:pt x="33" y="141"/>
                  </a:cubicBezTo>
                  <a:cubicBezTo>
                    <a:pt x="33" y="127"/>
                    <a:pt x="31" y="112"/>
                    <a:pt x="31" y="97"/>
                  </a:cubicBezTo>
                  <a:cubicBezTo>
                    <a:pt x="33" y="82"/>
                    <a:pt x="33" y="66"/>
                    <a:pt x="33" y="51"/>
                  </a:cubicBezTo>
                  <a:cubicBezTo>
                    <a:pt x="33" y="36"/>
                    <a:pt x="35" y="19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221"/>
            <p:cNvSpPr/>
            <p:nvPr/>
          </p:nvSpPr>
          <p:spPr>
            <a:xfrm flipH="1">
              <a:off x="8418521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38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6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2"/>
                    <a:pt x="27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6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221"/>
            <p:cNvSpPr/>
            <p:nvPr/>
          </p:nvSpPr>
          <p:spPr>
            <a:xfrm flipH="1">
              <a:off x="7500140" y="930430"/>
              <a:ext cx="47096" cy="223708"/>
            </a:xfrm>
            <a:custGeom>
              <a:rect b="b" l="l" r="r" t="t"/>
              <a:pathLst>
                <a:path extrusionOk="0" h="190" w="40">
                  <a:moveTo>
                    <a:pt x="36" y="2"/>
                  </a:moveTo>
                  <a:lnTo>
                    <a:pt x="36" y="2"/>
                  </a:lnTo>
                  <a:cubicBezTo>
                    <a:pt x="38" y="17"/>
                    <a:pt x="38" y="32"/>
                    <a:pt x="40" y="49"/>
                  </a:cubicBezTo>
                  <a:cubicBezTo>
                    <a:pt x="40" y="63"/>
                    <a:pt x="40" y="78"/>
                    <a:pt x="40" y="93"/>
                  </a:cubicBezTo>
                  <a:cubicBezTo>
                    <a:pt x="40" y="110"/>
                    <a:pt x="40" y="124"/>
                    <a:pt x="38" y="141"/>
                  </a:cubicBezTo>
                  <a:cubicBezTo>
                    <a:pt x="38" y="156"/>
                    <a:pt x="38" y="171"/>
                    <a:pt x="38" y="188"/>
                  </a:cubicBezTo>
                  <a:lnTo>
                    <a:pt x="38" y="188"/>
                  </a:lnTo>
                  <a:cubicBezTo>
                    <a:pt x="36" y="188"/>
                    <a:pt x="36" y="188"/>
                    <a:pt x="36" y="188"/>
                  </a:cubicBezTo>
                  <a:cubicBezTo>
                    <a:pt x="25" y="188"/>
                    <a:pt x="15" y="190"/>
                    <a:pt x="7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2" y="156"/>
                    <a:pt x="2" y="127"/>
                    <a:pt x="0" y="95"/>
                  </a:cubicBezTo>
                  <a:cubicBezTo>
                    <a:pt x="0" y="66"/>
                    <a:pt x="2" y="34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2"/>
                    <a:pt x="28" y="2"/>
                    <a:pt x="36" y="2"/>
                  </a:cubicBezTo>
                  <a:moveTo>
                    <a:pt x="36" y="5"/>
                  </a:moveTo>
                  <a:lnTo>
                    <a:pt x="36" y="5"/>
                  </a:lnTo>
                  <a:cubicBezTo>
                    <a:pt x="25" y="5"/>
                    <a:pt x="15" y="5"/>
                    <a:pt x="7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4"/>
                    <a:pt x="11" y="66"/>
                    <a:pt x="11" y="95"/>
                  </a:cubicBezTo>
                  <a:cubicBezTo>
                    <a:pt x="11" y="127"/>
                    <a:pt x="9" y="156"/>
                    <a:pt x="9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15" y="185"/>
                    <a:pt x="25" y="185"/>
                    <a:pt x="36" y="185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6" y="171"/>
                    <a:pt x="36" y="156"/>
                    <a:pt x="34" y="141"/>
                  </a:cubicBezTo>
                  <a:cubicBezTo>
                    <a:pt x="34" y="127"/>
                    <a:pt x="34" y="112"/>
                    <a:pt x="34" y="97"/>
                  </a:cubicBezTo>
                  <a:cubicBezTo>
                    <a:pt x="34" y="82"/>
                    <a:pt x="34" y="66"/>
                    <a:pt x="34" y="51"/>
                  </a:cubicBezTo>
                  <a:cubicBezTo>
                    <a:pt x="34" y="36"/>
                    <a:pt x="36" y="19"/>
                    <a:pt x="36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221"/>
            <p:cNvSpPr/>
            <p:nvPr/>
          </p:nvSpPr>
          <p:spPr>
            <a:xfrm flipH="1">
              <a:off x="7396527" y="930430"/>
              <a:ext cx="43564" cy="223708"/>
            </a:xfrm>
            <a:custGeom>
              <a:rect b="b" l="l" r="r" t="t"/>
              <a:pathLst>
                <a:path extrusionOk="0" h="190" w="37">
                  <a:moveTo>
                    <a:pt x="35" y="2"/>
                  </a:moveTo>
                  <a:lnTo>
                    <a:pt x="35" y="2"/>
                  </a:lnTo>
                  <a:cubicBezTo>
                    <a:pt x="35" y="17"/>
                    <a:pt x="35" y="32"/>
                    <a:pt x="37" y="49"/>
                  </a:cubicBezTo>
                  <a:cubicBezTo>
                    <a:pt x="37" y="63"/>
                    <a:pt x="37" y="78"/>
                    <a:pt x="37" y="93"/>
                  </a:cubicBezTo>
                  <a:cubicBezTo>
                    <a:pt x="37" y="110"/>
                    <a:pt x="37" y="124"/>
                    <a:pt x="37" y="141"/>
                  </a:cubicBezTo>
                  <a:cubicBezTo>
                    <a:pt x="35" y="156"/>
                    <a:pt x="35" y="171"/>
                    <a:pt x="35" y="188"/>
                  </a:cubicBezTo>
                  <a:lnTo>
                    <a:pt x="35" y="188"/>
                  </a:lnTo>
                  <a:cubicBezTo>
                    <a:pt x="33" y="188"/>
                    <a:pt x="33" y="188"/>
                    <a:pt x="33" y="188"/>
                  </a:cubicBezTo>
                  <a:cubicBezTo>
                    <a:pt x="25" y="188"/>
                    <a:pt x="14" y="190"/>
                    <a:pt x="4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0" y="156"/>
                    <a:pt x="0" y="127"/>
                    <a:pt x="0" y="95"/>
                  </a:cubicBezTo>
                  <a:cubicBezTo>
                    <a:pt x="0" y="66"/>
                    <a:pt x="0" y="34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2"/>
                    <a:pt x="25" y="2"/>
                    <a:pt x="35" y="2"/>
                  </a:cubicBezTo>
                  <a:moveTo>
                    <a:pt x="33" y="5"/>
                  </a:moveTo>
                  <a:lnTo>
                    <a:pt x="33" y="5"/>
                  </a:lnTo>
                  <a:cubicBezTo>
                    <a:pt x="23" y="5"/>
                    <a:pt x="12" y="5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34"/>
                    <a:pt x="8" y="66"/>
                    <a:pt x="8" y="95"/>
                  </a:cubicBezTo>
                  <a:cubicBezTo>
                    <a:pt x="8" y="127"/>
                    <a:pt x="8" y="156"/>
                    <a:pt x="6" y="188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14" y="185"/>
                    <a:pt x="25" y="185"/>
                    <a:pt x="33" y="185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71"/>
                    <a:pt x="33" y="156"/>
                    <a:pt x="31" y="141"/>
                  </a:cubicBezTo>
                  <a:cubicBezTo>
                    <a:pt x="31" y="127"/>
                    <a:pt x="31" y="112"/>
                    <a:pt x="31" y="97"/>
                  </a:cubicBezTo>
                  <a:cubicBezTo>
                    <a:pt x="31" y="82"/>
                    <a:pt x="31" y="66"/>
                    <a:pt x="31" y="51"/>
                  </a:cubicBezTo>
                  <a:cubicBezTo>
                    <a:pt x="33" y="36"/>
                    <a:pt x="33" y="19"/>
                    <a:pt x="33" y="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23400" lIns="90000" spcFirstLastPara="1" rIns="90000" wrap="square" tIns="234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221"/>
            <p:cNvSpPr/>
            <p:nvPr/>
          </p:nvSpPr>
          <p:spPr>
            <a:xfrm flipH="1">
              <a:off x="8106507" y="1010494"/>
              <a:ext cx="220176" cy="63580"/>
            </a:xfrm>
            <a:custGeom>
              <a:rect b="b" l="l" r="r" t="t"/>
              <a:pathLst>
                <a:path extrusionOk="0" h="54" w="187">
                  <a:moveTo>
                    <a:pt x="185" y="2"/>
                  </a:moveTo>
                  <a:lnTo>
                    <a:pt x="185" y="2"/>
                  </a:lnTo>
                  <a:cubicBezTo>
                    <a:pt x="185" y="19"/>
                    <a:pt x="185" y="35"/>
                    <a:pt x="185" y="52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24" y="54"/>
                    <a:pt x="107" y="52"/>
                    <a:pt x="92" y="52"/>
                  </a:cubicBezTo>
                  <a:cubicBezTo>
                    <a:pt x="78" y="52"/>
                    <a:pt x="63" y="52"/>
                    <a:pt x="46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2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1" y="0"/>
                    <a:pt x="63" y="0"/>
                    <a:pt x="95" y="2"/>
                  </a:cubicBezTo>
                  <a:cubicBezTo>
                    <a:pt x="124" y="2"/>
                    <a:pt x="155" y="2"/>
                    <a:pt x="185" y="2"/>
                  </a:cubicBezTo>
                  <a:moveTo>
                    <a:pt x="185" y="4"/>
                  </a:moveTo>
                  <a:lnTo>
                    <a:pt x="185" y="4"/>
                  </a:lnTo>
                  <a:cubicBezTo>
                    <a:pt x="92" y="4"/>
                    <a:pt x="92" y="4"/>
                    <a:pt x="92" y="4"/>
                  </a:cubicBezTo>
                  <a:cubicBezTo>
                    <a:pt x="61" y="6"/>
                    <a:pt x="31" y="6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63" y="50"/>
                    <a:pt x="78" y="50"/>
                    <a:pt x="92" y="50"/>
                  </a:cubicBezTo>
                  <a:cubicBezTo>
                    <a:pt x="107" y="50"/>
                    <a:pt x="124" y="50"/>
                    <a:pt x="139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35"/>
                    <a:pt x="183" y="21"/>
                    <a:pt x="185" y="4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221"/>
            <p:cNvSpPr/>
            <p:nvPr/>
          </p:nvSpPr>
          <p:spPr>
            <a:xfrm flipH="1">
              <a:off x="8393796" y="815043"/>
              <a:ext cx="44742" cy="2355"/>
            </a:xfrm>
            <a:custGeom>
              <a:rect b="b" l="l" r="r" t="t"/>
              <a:pathLst>
                <a:path extrusionOk="0" h="2" w="38">
                  <a:moveTo>
                    <a:pt x="0" y="2"/>
                  </a:moveTo>
                  <a:lnTo>
                    <a:pt x="0" y="2"/>
                  </a:lnTo>
                  <a:cubicBezTo>
                    <a:pt x="7" y="2"/>
                    <a:pt x="13" y="2"/>
                    <a:pt x="19" y="0"/>
                  </a:cubicBezTo>
                  <a:cubicBezTo>
                    <a:pt x="25" y="2"/>
                    <a:pt x="32" y="2"/>
                    <a:pt x="38" y="2"/>
                  </a:cubicBezTo>
                  <a:cubicBezTo>
                    <a:pt x="32" y="2"/>
                    <a:pt x="25" y="2"/>
                    <a:pt x="19" y="2"/>
                  </a:cubicBezTo>
                  <a:cubicBezTo>
                    <a:pt x="13" y="2"/>
                    <a:pt x="7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221"/>
            <p:cNvSpPr/>
            <p:nvPr/>
          </p:nvSpPr>
          <p:spPr>
            <a:xfrm flipH="1">
              <a:off x="8411457" y="804447"/>
              <a:ext cx="16484" cy="3532"/>
            </a:xfrm>
            <a:custGeom>
              <a:rect b="b" l="l" r="r" t="t"/>
              <a:pathLst>
                <a:path extrusionOk="0" h="3" w="14">
                  <a:moveTo>
                    <a:pt x="0" y="2"/>
                  </a:moveTo>
                  <a:lnTo>
                    <a:pt x="0" y="2"/>
                  </a:ln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2" y="2"/>
                    <a:pt x="14" y="2"/>
                  </a:cubicBezTo>
                  <a:cubicBezTo>
                    <a:pt x="12" y="4"/>
                    <a:pt x="8" y="4"/>
                    <a:pt x="6" y="2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221"/>
            <p:cNvSpPr/>
            <p:nvPr/>
          </p:nvSpPr>
          <p:spPr>
            <a:xfrm flipH="1">
              <a:off x="7462463" y="968107"/>
              <a:ext cx="208402" cy="2355"/>
            </a:xfrm>
            <a:custGeom>
              <a:rect b="b" l="l" r="r" t="t"/>
              <a:pathLst>
                <a:path extrusionOk="0" h="2" w="177">
                  <a:moveTo>
                    <a:pt x="0" y="2"/>
                  </a:moveTo>
                  <a:lnTo>
                    <a:pt x="0" y="2"/>
                  </a:lnTo>
                  <a:cubicBezTo>
                    <a:pt x="29" y="0"/>
                    <a:pt x="59" y="0"/>
                    <a:pt x="88" y="0"/>
                  </a:cubicBezTo>
                  <a:cubicBezTo>
                    <a:pt x="118" y="0"/>
                    <a:pt x="147" y="0"/>
                    <a:pt x="177" y="2"/>
                  </a:cubicBezTo>
                  <a:cubicBezTo>
                    <a:pt x="147" y="2"/>
                    <a:pt x="118" y="0"/>
                    <a:pt x="88" y="2"/>
                  </a:cubicBezTo>
                  <a:cubicBezTo>
                    <a:pt x="59" y="2"/>
                    <a:pt x="2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221"/>
            <p:cNvSpPr/>
            <p:nvPr/>
          </p:nvSpPr>
          <p:spPr>
            <a:xfrm flipH="1">
              <a:off x="7614349" y="985768"/>
              <a:ext cx="41209" cy="2355"/>
            </a:xfrm>
            <a:custGeom>
              <a:rect b="b" l="l" r="r" t="t"/>
              <a:pathLst>
                <a:path extrusionOk="0" h="2" w="35">
                  <a:moveTo>
                    <a:pt x="0" y="2"/>
                  </a:moveTo>
                  <a:lnTo>
                    <a:pt x="0" y="2"/>
                  </a:lnTo>
                  <a:cubicBezTo>
                    <a:pt x="6" y="0"/>
                    <a:pt x="12" y="0"/>
                    <a:pt x="19" y="0"/>
                  </a:cubicBezTo>
                  <a:cubicBezTo>
                    <a:pt x="25" y="0"/>
                    <a:pt x="29" y="0"/>
                    <a:pt x="35" y="2"/>
                  </a:cubicBezTo>
                  <a:cubicBezTo>
                    <a:pt x="29" y="2"/>
                    <a:pt x="25" y="2"/>
                    <a:pt x="19" y="2"/>
                  </a:cubicBezTo>
                  <a:cubicBezTo>
                    <a:pt x="12" y="2"/>
                    <a:pt x="6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221"/>
            <p:cNvSpPr/>
            <p:nvPr/>
          </p:nvSpPr>
          <p:spPr>
            <a:xfrm flipH="1">
              <a:off x="8609262" y="999897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1" y="0"/>
                    <a:pt x="34" y="0"/>
                  </a:cubicBezTo>
                  <a:cubicBezTo>
                    <a:pt x="44" y="0"/>
                    <a:pt x="57" y="0"/>
                    <a:pt x="67" y="0"/>
                  </a:cubicBezTo>
                  <a:cubicBezTo>
                    <a:pt x="57" y="2"/>
                    <a:pt x="44" y="2"/>
                    <a:pt x="34" y="2"/>
                  </a:cubicBezTo>
                  <a:cubicBezTo>
                    <a:pt x="21" y="2"/>
                    <a:pt x="10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221"/>
            <p:cNvSpPr/>
            <p:nvPr/>
          </p:nvSpPr>
          <p:spPr>
            <a:xfrm flipH="1">
              <a:off x="8609262" y="988123"/>
              <a:ext cx="29435" cy="2355"/>
            </a:xfrm>
            <a:custGeom>
              <a:rect b="b" l="l" r="r" t="t"/>
              <a:pathLst>
                <a:path extrusionOk="0" h="2" w="25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8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21" y="2"/>
                    <a:pt x="17" y="2"/>
                    <a:pt x="13" y="2"/>
                  </a:cubicBezTo>
                  <a:cubicBezTo>
                    <a:pt x="8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221"/>
            <p:cNvSpPr/>
            <p:nvPr/>
          </p:nvSpPr>
          <p:spPr>
            <a:xfrm flipH="1">
              <a:off x="8009959" y="1205944"/>
              <a:ext cx="180144" cy="2355"/>
            </a:xfrm>
            <a:custGeom>
              <a:rect b="b" l="l" r="r" t="t"/>
              <a:pathLst>
                <a:path extrusionOk="0" h="2" w="153">
                  <a:moveTo>
                    <a:pt x="0" y="0"/>
                  </a:moveTo>
                  <a:lnTo>
                    <a:pt x="0" y="0"/>
                  </a:lnTo>
                  <a:cubicBezTo>
                    <a:pt x="25" y="0"/>
                    <a:pt x="52" y="0"/>
                    <a:pt x="77" y="0"/>
                  </a:cubicBezTo>
                  <a:cubicBezTo>
                    <a:pt x="103" y="0"/>
                    <a:pt x="128" y="0"/>
                    <a:pt x="153" y="0"/>
                  </a:cubicBezTo>
                  <a:cubicBezTo>
                    <a:pt x="128" y="2"/>
                    <a:pt x="103" y="2"/>
                    <a:pt x="77" y="2"/>
                  </a:cubicBezTo>
                  <a:cubicBezTo>
                    <a:pt x="52" y="0"/>
                    <a:pt x="2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221"/>
            <p:cNvSpPr/>
            <p:nvPr/>
          </p:nvSpPr>
          <p:spPr>
            <a:xfrm flipH="1">
              <a:off x="8094733" y="1217718"/>
              <a:ext cx="49451" cy="3532"/>
            </a:xfrm>
            <a:custGeom>
              <a:rect b="b" l="l" r="r" t="t"/>
              <a:pathLst>
                <a:path extrusionOk="0" h="3" w="42">
                  <a:moveTo>
                    <a:pt x="0" y="3"/>
                  </a:moveTo>
                  <a:lnTo>
                    <a:pt x="0" y="3"/>
                  </a:lnTo>
                  <a:cubicBezTo>
                    <a:pt x="7" y="0"/>
                    <a:pt x="13" y="0"/>
                    <a:pt x="21" y="0"/>
                  </a:cubicBezTo>
                  <a:cubicBezTo>
                    <a:pt x="28" y="0"/>
                    <a:pt x="34" y="0"/>
                    <a:pt x="42" y="0"/>
                  </a:cubicBezTo>
                  <a:cubicBezTo>
                    <a:pt x="34" y="3"/>
                    <a:pt x="28" y="3"/>
                    <a:pt x="21" y="3"/>
                  </a:cubicBezTo>
                  <a:cubicBezTo>
                    <a:pt x="13" y="3"/>
                    <a:pt x="7" y="3"/>
                    <a:pt x="0" y="3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221"/>
            <p:cNvSpPr/>
            <p:nvPr/>
          </p:nvSpPr>
          <p:spPr>
            <a:xfrm flipH="1">
              <a:off x="7895750" y="1513248"/>
              <a:ext cx="57693" cy="2355"/>
            </a:xfrm>
            <a:custGeom>
              <a:rect b="b" l="l" r="r" t="t"/>
              <a:pathLst>
                <a:path extrusionOk="0" h="2" w="49">
                  <a:moveTo>
                    <a:pt x="0" y="2"/>
                  </a:moveTo>
                  <a:lnTo>
                    <a:pt x="0" y="2"/>
                  </a:lnTo>
                  <a:cubicBezTo>
                    <a:pt x="9" y="0"/>
                    <a:pt x="17" y="0"/>
                    <a:pt x="24" y="0"/>
                  </a:cubicBezTo>
                  <a:cubicBezTo>
                    <a:pt x="32" y="2"/>
                    <a:pt x="40" y="2"/>
                    <a:pt x="49" y="2"/>
                  </a:cubicBezTo>
                  <a:cubicBezTo>
                    <a:pt x="40" y="2"/>
                    <a:pt x="32" y="2"/>
                    <a:pt x="24" y="2"/>
                  </a:cubicBezTo>
                  <a:cubicBezTo>
                    <a:pt x="15" y="2"/>
                    <a:pt x="9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221"/>
            <p:cNvSpPr/>
            <p:nvPr/>
          </p:nvSpPr>
          <p:spPr>
            <a:xfrm flipH="1">
              <a:off x="7920476" y="1502651"/>
              <a:ext cx="37677" cy="2355"/>
            </a:xfrm>
            <a:custGeom>
              <a:rect b="b" l="l" r="r" t="t"/>
              <a:pathLst>
                <a:path extrusionOk="0" h="2" w="32">
                  <a:moveTo>
                    <a:pt x="0" y="0"/>
                  </a:moveTo>
                  <a:lnTo>
                    <a:pt x="0" y="0"/>
                  </a:lnTo>
                  <a:cubicBezTo>
                    <a:pt x="4" y="0"/>
                    <a:pt x="11" y="0"/>
                    <a:pt x="15" y="0"/>
                  </a:cubicBezTo>
                  <a:cubicBezTo>
                    <a:pt x="21" y="0"/>
                    <a:pt x="28" y="0"/>
                    <a:pt x="32" y="0"/>
                  </a:cubicBezTo>
                  <a:cubicBezTo>
                    <a:pt x="28" y="2"/>
                    <a:pt x="21" y="2"/>
                    <a:pt x="15" y="2"/>
                  </a:cubicBezTo>
                  <a:cubicBezTo>
                    <a:pt x="11" y="2"/>
                    <a:pt x="4" y="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221"/>
            <p:cNvSpPr/>
            <p:nvPr/>
          </p:nvSpPr>
          <p:spPr>
            <a:xfrm flipH="1">
              <a:off x="7358850" y="1324862"/>
              <a:ext cx="78887" cy="2355"/>
            </a:xfrm>
            <a:custGeom>
              <a:rect b="b" l="l" r="r" t="t"/>
              <a:pathLst>
                <a:path extrusionOk="0" h="2" w="67">
                  <a:moveTo>
                    <a:pt x="0" y="0"/>
                  </a:moveTo>
                  <a:lnTo>
                    <a:pt x="0" y="0"/>
                  </a:lnTo>
                  <a:cubicBezTo>
                    <a:pt x="10" y="0"/>
                    <a:pt x="23" y="0"/>
                    <a:pt x="33" y="0"/>
                  </a:cubicBezTo>
                  <a:cubicBezTo>
                    <a:pt x="44" y="0"/>
                    <a:pt x="54" y="0"/>
                    <a:pt x="67" y="0"/>
                  </a:cubicBezTo>
                  <a:cubicBezTo>
                    <a:pt x="54" y="2"/>
                    <a:pt x="44" y="2"/>
                    <a:pt x="33" y="2"/>
                  </a:cubicBezTo>
                  <a:cubicBezTo>
                    <a:pt x="23" y="0"/>
                    <a:pt x="1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1" anchor="ctr" bIns="0" lIns="90000" spcFirstLastPara="1" rIns="9000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800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Archival Research - Doctor of Philosophy (Ph.D.) in History by Slidesgo">
  <a:themeElements>
    <a:clrScheme name="Simple Light">
      <a:dk1>
        <a:srgbClr val="2A292A"/>
      </a:dk1>
      <a:lt1>
        <a:srgbClr val="E2D9CA"/>
      </a:lt1>
      <a:dk2>
        <a:srgbClr val="54494D"/>
      </a:dk2>
      <a:lt2>
        <a:srgbClr val="ABA594"/>
      </a:lt2>
      <a:accent1>
        <a:srgbClr val="CFBDA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D3B3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Archival Research - Doctor of Philosophy (Ph.D.) in History by Slidesgo">
  <a:themeElements>
    <a:clrScheme name="Simple Light">
      <a:dk1>
        <a:srgbClr val="2A292A"/>
      </a:dk1>
      <a:lt1>
        <a:srgbClr val="E2D9CA"/>
      </a:lt1>
      <a:dk2>
        <a:srgbClr val="54494D"/>
      </a:dk2>
      <a:lt2>
        <a:srgbClr val="ABA594"/>
      </a:lt2>
      <a:accent1>
        <a:srgbClr val="CFBDA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D3B3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Archival Research - Doctor of Philosophy (Ph.D.) in History by Slidesgo">
  <a:themeElements>
    <a:clrScheme name="Simple Light">
      <a:dk1>
        <a:srgbClr val="2A292A"/>
      </a:dk1>
      <a:lt1>
        <a:srgbClr val="E2D9CA"/>
      </a:lt1>
      <a:dk2>
        <a:srgbClr val="54494D"/>
      </a:dk2>
      <a:lt2>
        <a:srgbClr val="ABA594"/>
      </a:lt2>
      <a:accent1>
        <a:srgbClr val="CFBDA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D3B3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Archival Research - Doctor of Philosophy (Ph.D.) in History by Slidesgo">
  <a:themeElements>
    <a:clrScheme name="Simple Light">
      <a:dk1>
        <a:srgbClr val="2A292A"/>
      </a:dk1>
      <a:lt1>
        <a:srgbClr val="E2D9CA"/>
      </a:lt1>
      <a:dk2>
        <a:srgbClr val="54494D"/>
      </a:dk2>
      <a:lt2>
        <a:srgbClr val="ABA594"/>
      </a:lt2>
      <a:accent1>
        <a:srgbClr val="CFBDA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D3B3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 name="Archival Research - Doctor of Philosophy (Ph.D.) in History by Slidesgo">
  <a:themeElements>
    <a:clrScheme name="Simple Light">
      <a:dk1>
        <a:srgbClr val="2A292A"/>
      </a:dk1>
      <a:lt1>
        <a:srgbClr val="E2D9CA"/>
      </a:lt1>
      <a:dk2>
        <a:srgbClr val="54494D"/>
      </a:dk2>
      <a:lt2>
        <a:srgbClr val="ABA594"/>
      </a:lt2>
      <a:accent1>
        <a:srgbClr val="CFBDA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D3B3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.xml><?xml version="1.0" encoding="utf-8"?>
<a:theme xmlns:a="http://schemas.openxmlformats.org/drawingml/2006/main" xmlns:r="http://schemas.openxmlformats.org/officeDocument/2006/relationships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